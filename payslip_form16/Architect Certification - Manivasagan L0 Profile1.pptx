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handoutMasterIdLst>
    <p:handoutMasterId r:id="rId7"/>
  </p:handoutMasterIdLst>
  <p:sldIdLst>
    <p:sldId id="456" r:id="rId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opov, Nicky (ASPIRE)" initials="NJP" lastIdx="11" clrIdx="0"/>
  <p:cmAuthor id="1" name="mbroderi" initials="m" lastIdx="1" clrIdx="1"/>
  <p:cmAuthor id="2" name="John Ogden (Capgemini)" initials="JO" lastIdx="1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DAC96-EF6F-4042-A5A7-7182BCA1B27B}" v="10" dt="2022-01-19T04:44:49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5" autoAdjust="0"/>
    <p:restoredTop sz="94660"/>
  </p:normalViewPr>
  <p:slideViewPr>
    <p:cSldViewPr>
      <p:cViewPr varScale="1">
        <p:scale>
          <a:sx n="67" d="100"/>
          <a:sy n="67" d="100"/>
        </p:scale>
        <p:origin x="13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asivayam, Manivasagan" userId="e21825c3-4acc-4579-b7bd-4299043c722e" providerId="ADAL" clId="{6A5DAC96-EF6F-4042-A5A7-7182BCA1B27B}"/>
    <pc:docChg chg="modSld">
      <pc:chgData name="Namasivayam, Manivasagan" userId="e21825c3-4acc-4579-b7bd-4299043c722e" providerId="ADAL" clId="{6A5DAC96-EF6F-4042-A5A7-7182BCA1B27B}" dt="2022-01-20T04:24:57.073" v="476" actId="20577"/>
      <pc:docMkLst>
        <pc:docMk/>
      </pc:docMkLst>
      <pc:sldChg chg="modSp mod">
        <pc:chgData name="Namasivayam, Manivasagan" userId="e21825c3-4acc-4579-b7bd-4299043c722e" providerId="ADAL" clId="{6A5DAC96-EF6F-4042-A5A7-7182BCA1B27B}" dt="2022-01-20T04:24:57.073" v="476" actId="20577"/>
        <pc:sldMkLst>
          <pc:docMk/>
          <pc:sldMk cId="1376401956" sldId="456"/>
        </pc:sldMkLst>
        <pc:graphicFrameChg chg="mod modGraphic">
          <ac:chgData name="Namasivayam, Manivasagan" userId="e21825c3-4acc-4579-b7bd-4299043c722e" providerId="ADAL" clId="{6A5DAC96-EF6F-4042-A5A7-7182BCA1B27B}" dt="2022-01-19T04:45:49.956" v="472" actId="14100"/>
          <ac:graphicFrameMkLst>
            <pc:docMk/>
            <pc:sldMk cId="1376401956" sldId="456"/>
            <ac:graphicFrameMk id="9" creationId="{00000000-0000-0000-0000-000000000000}"/>
          </ac:graphicFrameMkLst>
        </pc:graphicFrameChg>
        <pc:graphicFrameChg chg="mod modGraphic">
          <ac:chgData name="Namasivayam, Manivasagan" userId="e21825c3-4acc-4579-b7bd-4299043c722e" providerId="ADAL" clId="{6A5DAC96-EF6F-4042-A5A7-7182BCA1B27B}" dt="2022-01-20T04:24:57.073" v="476" actId="20577"/>
          <ac:graphicFrameMkLst>
            <pc:docMk/>
            <pc:sldMk cId="1376401956" sldId="456"/>
            <ac:graphicFrameMk id="10" creationId="{00000000-0000-0000-0000-000000000000}"/>
          </ac:graphicFrameMkLst>
        </pc:graphicFrameChg>
        <pc:graphicFrameChg chg="mod modGraphic">
          <ac:chgData name="Namasivayam, Manivasagan" userId="e21825c3-4acc-4579-b7bd-4299043c722e" providerId="ADAL" clId="{6A5DAC96-EF6F-4042-A5A7-7182BCA1B27B}" dt="2022-01-19T04:46:21.656" v="475" actId="20577"/>
          <ac:graphicFrameMkLst>
            <pc:docMk/>
            <pc:sldMk cId="1376401956" sldId="456"/>
            <ac:graphicFrameMk id="11" creationId="{00000000-0000-0000-0000-000000000000}"/>
          </ac:graphicFrameMkLst>
        </pc:graphicFrameChg>
        <pc:graphicFrameChg chg="mod modGraphic">
          <ac:chgData name="Namasivayam, Manivasagan" userId="e21825c3-4acc-4579-b7bd-4299043c722e" providerId="ADAL" clId="{6A5DAC96-EF6F-4042-A5A7-7182BCA1B27B}" dt="2022-01-19T04:45:34.858" v="470" actId="14100"/>
          <ac:graphicFrameMkLst>
            <pc:docMk/>
            <pc:sldMk cId="1376401956" sldId="456"/>
            <ac:graphicFrameMk id="12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7640CEA-05B9-4D3A-8D22-D08C86A760E5}" type="datetimeFigureOut">
              <a:rPr lang="en-GB" smtClean="0"/>
              <a:pPr/>
              <a:t>20/01/2022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09130F3-818C-41CB-8526-4FE65CAB1C6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108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0A891EE-7A6B-4329-A3A2-110A5CD2F6C8}" type="datetimeFigureOut">
              <a:rPr lang="en-GB" smtClean="0"/>
              <a:pPr/>
              <a:t>20/01/2022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E767E3D-EFCE-4F92-8C27-7BAF9C4EE9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38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13" Type="http://schemas.openxmlformats.org/officeDocument/2006/relationships/image" Target="../media/image10.jpe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8.jpeg"/><Relationship Id="rId5" Type="http://schemas.openxmlformats.org/officeDocument/2006/relationships/tags" Target="../tags/tag9.xml"/><Relationship Id="rId15" Type="http://schemas.openxmlformats.org/officeDocument/2006/relationships/image" Target="../media/image5.svg"/><Relationship Id="rId10" Type="http://schemas.openxmlformats.org/officeDocument/2006/relationships/image" Target="../media/image7.jpeg"/><Relationship Id="rId4" Type="http://schemas.openxmlformats.org/officeDocument/2006/relationships/tags" Target="../tags/tag8.xml"/><Relationship Id="rId9" Type="http://schemas.openxmlformats.org/officeDocument/2006/relationships/image" Target="../media/image6.emf"/><Relationship Id="rId1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4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oleObject" Target="../embeddings/oleObject2.bin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tags" Target="../tags/tag16.xml"/><Relationship Id="rId11" Type="http://schemas.openxmlformats.org/officeDocument/2006/relationships/image" Target="../media/image11.emf"/><Relationship Id="rId5" Type="http://schemas.openxmlformats.org/officeDocument/2006/relationships/tags" Target="../tags/tag15.xml"/><Relationship Id="rId10" Type="http://schemas.openxmlformats.org/officeDocument/2006/relationships/oleObject" Target="../embeddings/oleObject1.bin"/><Relationship Id="rId4" Type="http://schemas.openxmlformats.org/officeDocument/2006/relationships/tags" Target="../tags/tag14.xml"/><Relationship Id="rId9" Type="http://schemas.openxmlformats.org/officeDocument/2006/relationships/slideMaster" Target="../slideMasters/slideMaster1.xml"/><Relationship Id="rId1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11.emf"/><Relationship Id="rId2" Type="http://schemas.openxmlformats.org/officeDocument/2006/relationships/tags" Target="../tags/tag1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1020" y="4465476"/>
            <a:ext cx="7772400" cy="1060450"/>
          </a:xfrm>
        </p:spPr>
        <p:txBody>
          <a:bodyPr anchor="t"/>
          <a:lstStyle>
            <a:lvl1pPr>
              <a:defRPr>
                <a:solidFill>
                  <a:schemeClr val="tx2">
                    <a:lumMod val="50000"/>
                  </a:schemeClr>
                </a:solidFill>
                <a:latin typeface="University Handwriting" pitchFamily="2" charset="-128"/>
                <a:ea typeface="University Handwriting" pitchFamily="2" charset="-128"/>
                <a:cs typeface="University Handwriting" pitchFamily="2" charset="-128"/>
              </a:defRPr>
            </a:lvl1pPr>
          </a:lstStyle>
          <a:p>
            <a:r>
              <a:rPr lang="en-GB" dirty="0"/>
              <a:t>Click to edit Master title style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020" y="5534106"/>
            <a:ext cx="7086600" cy="548640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University Handwriting" pitchFamily="2" charset="-128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Rectangle 7"/>
          <p:cNvSpPr/>
          <p:nvPr>
            <p:custDataLst>
              <p:tags r:id="rId1"/>
            </p:custDataLst>
          </p:nvPr>
        </p:nvSpPr>
        <p:spPr bwMode="auto">
          <a:xfrm>
            <a:off x="-2053" y="0"/>
            <a:ext cx="9147229" cy="2517934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2958168"/>
              <a:gd name="connsiteX1" fmla="*/ 9749773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331 w 10562411"/>
              <a:gd name="connsiteY7" fmla="*/ 2791 h 2958168"/>
              <a:gd name="connsiteX0" fmla="*/ 1331 w 10562411"/>
              <a:gd name="connsiteY0" fmla="*/ 2791 h 2958168"/>
              <a:gd name="connsiteX1" fmla="*/ 9749773 w 10562411"/>
              <a:gd name="connsiteY1" fmla="*/ 0 h 2958168"/>
              <a:gd name="connsiteX2" fmla="*/ 10561157 w 10562411"/>
              <a:gd name="connsiteY2" fmla="*/ 1476338 h 2958168"/>
              <a:gd name="connsiteX3" fmla="*/ 8330082 w 10562411"/>
              <a:gd name="connsiteY3" fmla="*/ 2161611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331 w 10562411"/>
              <a:gd name="connsiteY7" fmla="*/ 2791 h 2958168"/>
              <a:gd name="connsiteX0" fmla="*/ 1331 w 9751027"/>
              <a:gd name="connsiteY0" fmla="*/ 2791 h 2958168"/>
              <a:gd name="connsiteX1" fmla="*/ 9749773 w 9751027"/>
              <a:gd name="connsiteY1" fmla="*/ 0 h 2958168"/>
              <a:gd name="connsiteX2" fmla="*/ 9749773 w 9751027"/>
              <a:gd name="connsiteY2" fmla="*/ 1518345 h 2958168"/>
              <a:gd name="connsiteX3" fmla="*/ 8330082 w 9751027"/>
              <a:gd name="connsiteY3" fmla="*/ 2161611 h 2958168"/>
              <a:gd name="connsiteX4" fmla="*/ 2317558 w 9751027"/>
              <a:gd name="connsiteY4" fmla="*/ 2159512 h 2958168"/>
              <a:gd name="connsiteX5" fmla="*/ 1180889 w 9751027"/>
              <a:gd name="connsiteY5" fmla="*/ 2958168 h 2958168"/>
              <a:gd name="connsiteX6" fmla="*/ 0 w 9751027"/>
              <a:gd name="connsiteY6" fmla="*/ 2174065 h 2958168"/>
              <a:gd name="connsiteX7" fmla="*/ 1331 w 9751027"/>
              <a:gd name="connsiteY7" fmla="*/ 2791 h 2958168"/>
              <a:gd name="connsiteX0" fmla="*/ 1331 w 9751027"/>
              <a:gd name="connsiteY0" fmla="*/ 0 h 2955377"/>
              <a:gd name="connsiteX1" fmla="*/ 9749773 w 9751027"/>
              <a:gd name="connsiteY1" fmla="*/ 179239 h 2955377"/>
              <a:gd name="connsiteX2" fmla="*/ 9749773 w 9751027"/>
              <a:gd name="connsiteY2" fmla="*/ 1515554 h 2955377"/>
              <a:gd name="connsiteX3" fmla="*/ 8330082 w 9751027"/>
              <a:gd name="connsiteY3" fmla="*/ 2158820 h 2955377"/>
              <a:gd name="connsiteX4" fmla="*/ 2317558 w 9751027"/>
              <a:gd name="connsiteY4" fmla="*/ 2156721 h 2955377"/>
              <a:gd name="connsiteX5" fmla="*/ 1180889 w 9751027"/>
              <a:gd name="connsiteY5" fmla="*/ 2955377 h 2955377"/>
              <a:gd name="connsiteX6" fmla="*/ 0 w 9751027"/>
              <a:gd name="connsiteY6" fmla="*/ 2171274 h 2955377"/>
              <a:gd name="connsiteX7" fmla="*/ 1331 w 9751027"/>
              <a:gd name="connsiteY7" fmla="*/ 0 h 2955377"/>
              <a:gd name="connsiteX0" fmla="*/ 2189 w 9751027"/>
              <a:gd name="connsiteY0" fmla="*/ 0 h 2776138"/>
              <a:gd name="connsiteX1" fmla="*/ 9749773 w 9751027"/>
              <a:gd name="connsiteY1" fmla="*/ 0 h 2776138"/>
              <a:gd name="connsiteX2" fmla="*/ 9749773 w 9751027"/>
              <a:gd name="connsiteY2" fmla="*/ 1336315 h 2776138"/>
              <a:gd name="connsiteX3" fmla="*/ 8330082 w 9751027"/>
              <a:gd name="connsiteY3" fmla="*/ 1979581 h 2776138"/>
              <a:gd name="connsiteX4" fmla="*/ 2317558 w 9751027"/>
              <a:gd name="connsiteY4" fmla="*/ 1977482 h 2776138"/>
              <a:gd name="connsiteX5" fmla="*/ 1180889 w 9751027"/>
              <a:gd name="connsiteY5" fmla="*/ 2776138 h 2776138"/>
              <a:gd name="connsiteX6" fmla="*/ 0 w 9751027"/>
              <a:gd name="connsiteY6" fmla="*/ 1992035 h 2776138"/>
              <a:gd name="connsiteX7" fmla="*/ 2189 w 9751027"/>
              <a:gd name="connsiteY7" fmla="*/ 0 h 277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51027" h="2776138">
                <a:moveTo>
                  <a:pt x="2189" y="0"/>
                </a:moveTo>
                <a:lnTo>
                  <a:pt x="9749773" y="0"/>
                </a:lnTo>
                <a:cubicBezTo>
                  <a:pt x="9750286" y="67600"/>
                  <a:pt x="9751027" y="1292900"/>
                  <a:pt x="9749773" y="1336315"/>
                </a:cubicBezTo>
                <a:cubicBezTo>
                  <a:pt x="9272377" y="2008324"/>
                  <a:pt x="8746668" y="1984901"/>
                  <a:pt x="8330082" y="1979581"/>
                </a:cubicBezTo>
                <a:lnTo>
                  <a:pt x="2317558" y="1977482"/>
                </a:lnTo>
                <a:cubicBezTo>
                  <a:pt x="1740344" y="2010624"/>
                  <a:pt x="1372498" y="2313316"/>
                  <a:pt x="1180889" y="2776138"/>
                </a:cubicBezTo>
                <a:cubicBezTo>
                  <a:pt x="882535" y="2072361"/>
                  <a:pt x="278640" y="1991157"/>
                  <a:pt x="0" y="1992035"/>
                </a:cubicBezTo>
                <a:cubicBezTo>
                  <a:pt x="2067" y="1956522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rgbClr val="A1A1A1">
                <a:alpha val="24706"/>
              </a:srgb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>
            <p:custDataLst>
              <p:tags r:id="rId2"/>
            </p:custDataLst>
          </p:nvPr>
        </p:nvSpPr>
        <p:spPr>
          <a:xfrm>
            <a:off x="0" y="6411471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en-US" sz="1300" dirty="0"/>
          </a:p>
        </p:txBody>
      </p:sp>
      <p:pic>
        <p:nvPicPr>
          <p:cNvPr id="15" name="Picture 104" descr="C:\Users\UserSim\Desktop\Capgemini\moto.emf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6321914" y="6543681"/>
            <a:ext cx="2520000" cy="200683"/>
          </a:xfrm>
          <a:prstGeom prst="rect">
            <a:avLst/>
          </a:prstGeom>
          <a:noFill/>
        </p:spPr>
      </p:pic>
      <p:grpSp>
        <p:nvGrpSpPr>
          <p:cNvPr id="4" name="Group 83"/>
          <p:cNvGrpSpPr/>
          <p:nvPr/>
        </p:nvGrpSpPr>
        <p:grpSpPr>
          <a:xfrm>
            <a:off x="6423019" y="5622055"/>
            <a:ext cx="395544" cy="463864"/>
            <a:chOff x="6137269" y="5708334"/>
            <a:chExt cx="395544" cy="463864"/>
          </a:xfrm>
        </p:grpSpPr>
        <p:sp>
          <p:nvSpPr>
            <p:cNvPr id="21" name="Freeform 21"/>
            <p:cNvSpPr>
              <a:spLocks/>
            </p:cNvSpPr>
            <p:nvPr userDrawn="1"/>
          </p:nvSpPr>
          <p:spPr bwMode="auto">
            <a:xfrm>
              <a:off x="6137269" y="5708334"/>
              <a:ext cx="160614" cy="227736"/>
            </a:xfrm>
            <a:custGeom>
              <a:avLst/>
              <a:gdLst/>
              <a:ahLst/>
              <a:cxnLst>
                <a:cxn ang="0">
                  <a:pos x="74" y="79"/>
                </a:cxn>
                <a:cxn ang="0">
                  <a:pos x="47" y="44"/>
                </a:cxn>
                <a:cxn ang="0">
                  <a:pos x="57" y="23"/>
                </a:cxn>
                <a:cxn ang="0">
                  <a:pos x="39" y="0"/>
                </a:cxn>
                <a:cxn ang="0">
                  <a:pos x="20" y="23"/>
                </a:cxn>
                <a:cxn ang="0">
                  <a:pos x="30" y="44"/>
                </a:cxn>
                <a:cxn ang="0">
                  <a:pos x="0" y="104"/>
                </a:cxn>
              </a:cxnLst>
              <a:rect l="0" t="0" r="r" b="b"/>
              <a:pathLst>
                <a:path w="74" h="104">
                  <a:moveTo>
                    <a:pt x="74" y="79"/>
                  </a:moveTo>
                  <a:cubicBezTo>
                    <a:pt x="71" y="62"/>
                    <a:pt x="62" y="49"/>
                    <a:pt x="47" y="44"/>
                  </a:cubicBezTo>
                  <a:cubicBezTo>
                    <a:pt x="52" y="40"/>
                    <a:pt x="57" y="31"/>
                    <a:pt x="57" y="23"/>
                  </a:cubicBezTo>
                  <a:cubicBezTo>
                    <a:pt x="57" y="10"/>
                    <a:pt x="49" y="0"/>
                    <a:pt x="39" y="0"/>
                  </a:cubicBezTo>
                  <a:cubicBezTo>
                    <a:pt x="28" y="0"/>
                    <a:pt x="20" y="10"/>
                    <a:pt x="20" y="23"/>
                  </a:cubicBezTo>
                  <a:cubicBezTo>
                    <a:pt x="20" y="31"/>
                    <a:pt x="26" y="40"/>
                    <a:pt x="30" y="44"/>
                  </a:cubicBezTo>
                  <a:cubicBezTo>
                    <a:pt x="8" y="51"/>
                    <a:pt x="0" y="75"/>
                    <a:pt x="0" y="104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2" name="Freeform 22"/>
            <p:cNvSpPr>
              <a:spLocks/>
            </p:cNvSpPr>
            <p:nvPr userDrawn="1"/>
          </p:nvSpPr>
          <p:spPr bwMode="auto">
            <a:xfrm>
              <a:off x="6185213" y="5944860"/>
              <a:ext cx="73515" cy="8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0" y="0"/>
                </a:cxn>
              </a:cxnLst>
              <a:rect l="0" t="0" r="r" b="b"/>
              <a:pathLst>
                <a:path w="34">
                  <a:moveTo>
                    <a:pt x="34" y="0"/>
                  </a:moveTo>
                  <a:cubicBezTo>
                    <a:pt x="24" y="0"/>
                    <a:pt x="11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" name="Freeform 23"/>
            <p:cNvSpPr>
              <a:spLocks/>
            </p:cNvSpPr>
            <p:nvPr userDrawn="1"/>
          </p:nvSpPr>
          <p:spPr bwMode="auto">
            <a:xfrm>
              <a:off x="6367404" y="5767466"/>
              <a:ext cx="165409" cy="280476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1" y="52"/>
                </a:cxn>
                <a:cxn ang="0">
                  <a:pos x="9" y="27"/>
                </a:cxn>
                <a:cxn ang="0">
                  <a:pos x="31" y="0"/>
                </a:cxn>
                <a:cxn ang="0">
                  <a:pos x="54" y="27"/>
                </a:cxn>
                <a:cxn ang="0">
                  <a:pos x="41" y="52"/>
                </a:cxn>
                <a:cxn ang="0">
                  <a:pos x="76" y="122"/>
                </a:cxn>
                <a:cxn ang="0">
                  <a:pos x="11" y="126"/>
                </a:cxn>
              </a:cxnLst>
              <a:rect l="0" t="0" r="r" b="b"/>
              <a:pathLst>
                <a:path w="76" h="128">
                  <a:moveTo>
                    <a:pt x="0" y="67"/>
                  </a:moveTo>
                  <a:cubicBezTo>
                    <a:pt x="5" y="59"/>
                    <a:pt x="12" y="54"/>
                    <a:pt x="21" y="52"/>
                  </a:cubicBezTo>
                  <a:cubicBezTo>
                    <a:pt x="16" y="46"/>
                    <a:pt x="9" y="36"/>
                    <a:pt x="9" y="27"/>
                  </a:cubicBezTo>
                  <a:cubicBezTo>
                    <a:pt x="9" y="11"/>
                    <a:pt x="19" y="0"/>
                    <a:pt x="31" y="0"/>
                  </a:cubicBezTo>
                  <a:cubicBezTo>
                    <a:pt x="44" y="0"/>
                    <a:pt x="54" y="11"/>
                    <a:pt x="54" y="27"/>
                  </a:cubicBezTo>
                  <a:cubicBezTo>
                    <a:pt x="54" y="36"/>
                    <a:pt x="47" y="46"/>
                    <a:pt x="41" y="52"/>
                  </a:cubicBezTo>
                  <a:cubicBezTo>
                    <a:pt x="67" y="59"/>
                    <a:pt x="76" y="88"/>
                    <a:pt x="76" y="122"/>
                  </a:cubicBezTo>
                  <a:cubicBezTo>
                    <a:pt x="76" y="126"/>
                    <a:pt x="37" y="128"/>
                    <a:pt x="11" y="126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" name="Group 76"/>
            <p:cNvGrpSpPr/>
            <p:nvPr userDrawn="1"/>
          </p:nvGrpSpPr>
          <p:grpSpPr>
            <a:xfrm>
              <a:off x="6200395" y="5879336"/>
              <a:ext cx="234931" cy="292862"/>
              <a:chOff x="6200395" y="5879336"/>
              <a:chExt cx="234931" cy="292862"/>
            </a:xfrm>
          </p:grpSpPr>
          <p:sp>
            <p:nvSpPr>
              <p:cNvPr id="24" name="Freeform 24"/>
              <p:cNvSpPr>
                <a:spLocks/>
              </p:cNvSpPr>
              <p:nvPr userDrawn="1"/>
            </p:nvSpPr>
            <p:spPr bwMode="auto">
              <a:xfrm>
                <a:off x="6258729" y="5880934"/>
                <a:ext cx="39155" cy="63926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18" y="0"/>
                  </a:cxn>
                </a:cxnLst>
                <a:rect l="0" t="0" r="r" b="b"/>
                <a:pathLst>
                  <a:path w="18" h="29">
                    <a:moveTo>
                      <a:pt x="0" y="29"/>
                    </a:moveTo>
                    <a:cubicBezTo>
                      <a:pt x="1" y="15"/>
                      <a:pt x="8" y="4"/>
                      <a:pt x="18" y="0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Freeform 25"/>
              <p:cNvSpPr>
                <a:spLocks/>
              </p:cNvSpPr>
              <p:nvPr userDrawn="1"/>
            </p:nvSpPr>
            <p:spPr bwMode="auto">
              <a:xfrm>
                <a:off x="6200395" y="5944860"/>
                <a:ext cx="91094" cy="227338"/>
              </a:xfrm>
              <a:custGeom>
                <a:avLst/>
                <a:gdLst>
                  <a:gd name="connsiteX0" fmla="*/ 6429 w 10000"/>
                  <a:gd name="connsiteY0" fmla="*/ 0 h 8863"/>
                  <a:gd name="connsiteX1" fmla="*/ 6429 w 10000"/>
                  <a:gd name="connsiteY1" fmla="*/ 171 h 8863"/>
                  <a:gd name="connsiteX2" fmla="*/ 10000 w 10000"/>
                  <a:gd name="connsiteY2" fmla="*/ 2735 h 8863"/>
                  <a:gd name="connsiteX3" fmla="*/ 0 w 10000"/>
                  <a:gd name="connsiteY3" fmla="*/ 8863 h 8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863">
                    <a:moveTo>
                      <a:pt x="6429" y="0"/>
                    </a:moveTo>
                    <a:lnTo>
                      <a:pt x="6429" y="171"/>
                    </a:lnTo>
                    <a:cubicBezTo>
                      <a:pt x="6429" y="1197"/>
                      <a:pt x="8333" y="2222"/>
                      <a:pt x="10000" y="2735"/>
                    </a:cubicBezTo>
                    <a:cubicBezTo>
                      <a:pt x="2381" y="3504"/>
                      <a:pt x="0" y="5359"/>
                      <a:pt x="0" y="8863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Freeform 26"/>
              <p:cNvSpPr>
                <a:spLocks/>
              </p:cNvSpPr>
              <p:nvPr userDrawn="1"/>
            </p:nvSpPr>
            <p:spPr bwMode="auto">
              <a:xfrm>
                <a:off x="6391376" y="6043146"/>
                <a:ext cx="43950" cy="1206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55"/>
                  </a:cxn>
                </a:cxnLst>
                <a:rect l="0" t="0" r="r" b="b"/>
                <a:pathLst>
                  <a:path w="20" h="55">
                    <a:moveTo>
                      <a:pt x="0" y="0"/>
                    </a:moveTo>
                    <a:cubicBezTo>
                      <a:pt x="12" y="13"/>
                      <a:pt x="18" y="32"/>
                      <a:pt x="20" y="55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7"/>
              <p:cNvSpPr>
                <a:spLocks/>
              </p:cNvSpPr>
              <p:nvPr userDrawn="1"/>
            </p:nvSpPr>
            <p:spPr bwMode="auto">
              <a:xfrm>
                <a:off x="6297884" y="5879336"/>
                <a:ext cx="69519" cy="3516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9" y="0"/>
                  </a:cxn>
                  <a:cxn ang="0">
                    <a:pos x="32" y="16"/>
                  </a:cxn>
                </a:cxnLst>
                <a:rect l="0" t="0" r="r" b="b"/>
                <a:pathLst>
                  <a:path w="32" h="16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  <a:cubicBezTo>
                      <a:pt x="19" y="0"/>
                      <a:pt x="28" y="6"/>
                      <a:pt x="32" y="16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8"/>
              <p:cNvSpPr>
                <a:spLocks/>
              </p:cNvSpPr>
              <p:nvPr userDrawn="1"/>
            </p:nvSpPr>
            <p:spPr bwMode="auto">
              <a:xfrm>
                <a:off x="6343430" y="5914495"/>
                <a:ext cx="47944" cy="12865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16"/>
                  </a:cxn>
                  <a:cxn ang="0">
                    <a:pos x="0" y="46"/>
                  </a:cxn>
                  <a:cxn ang="0">
                    <a:pos x="22" y="59"/>
                  </a:cxn>
                </a:cxnLst>
                <a:rect l="0" t="0" r="r" b="b"/>
                <a:pathLst>
                  <a:path w="22" h="59">
                    <a:moveTo>
                      <a:pt x="11" y="0"/>
                    </a:moveTo>
                    <a:cubicBezTo>
                      <a:pt x="13" y="4"/>
                      <a:pt x="15" y="10"/>
                      <a:pt x="15" y="16"/>
                    </a:cubicBezTo>
                    <a:cubicBezTo>
                      <a:pt x="15" y="28"/>
                      <a:pt x="7" y="40"/>
                      <a:pt x="0" y="46"/>
                    </a:cubicBezTo>
                    <a:cubicBezTo>
                      <a:pt x="9" y="49"/>
                      <a:pt x="16" y="53"/>
                      <a:pt x="22" y="59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0" name="Line 65"/>
          <p:cNvSpPr>
            <a:spLocks noChangeShapeType="1"/>
          </p:cNvSpPr>
          <p:nvPr/>
        </p:nvSpPr>
        <p:spPr bwMode="auto">
          <a:xfrm>
            <a:off x="7962901" y="6011923"/>
            <a:ext cx="279400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1" name="Line 66"/>
          <p:cNvSpPr>
            <a:spLocks noChangeShapeType="1"/>
          </p:cNvSpPr>
          <p:nvPr/>
        </p:nvSpPr>
        <p:spPr bwMode="auto">
          <a:xfrm>
            <a:off x="6721075" y="6086534"/>
            <a:ext cx="327426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6" name="Group 85"/>
          <p:cNvGrpSpPr/>
          <p:nvPr/>
        </p:nvGrpSpPr>
        <p:grpSpPr>
          <a:xfrm>
            <a:off x="7043322" y="5790325"/>
            <a:ext cx="447482" cy="451477"/>
            <a:chOff x="6773882" y="5879779"/>
            <a:chExt cx="447482" cy="451477"/>
          </a:xfrm>
        </p:grpSpPr>
        <p:sp>
          <p:nvSpPr>
            <p:cNvPr id="33" name="Freeform 56"/>
            <p:cNvSpPr>
              <a:spLocks/>
            </p:cNvSpPr>
            <p:nvPr userDrawn="1"/>
          </p:nvSpPr>
          <p:spPr bwMode="auto">
            <a:xfrm>
              <a:off x="6773882" y="5960486"/>
              <a:ext cx="51940" cy="208559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66"/>
                </a:cxn>
                <a:cxn ang="0">
                  <a:pos x="4" y="95"/>
                </a:cxn>
              </a:cxnLst>
              <a:rect l="0" t="0" r="r" b="b"/>
              <a:pathLst>
                <a:path w="24" h="95">
                  <a:moveTo>
                    <a:pt x="24" y="0"/>
                  </a:moveTo>
                  <a:cubicBezTo>
                    <a:pt x="9" y="18"/>
                    <a:pt x="0" y="41"/>
                    <a:pt x="0" y="66"/>
                  </a:cubicBezTo>
                  <a:cubicBezTo>
                    <a:pt x="0" y="76"/>
                    <a:pt x="1" y="86"/>
                    <a:pt x="4" y="95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4" name="Freeform 57"/>
            <p:cNvSpPr>
              <a:spLocks/>
            </p:cNvSpPr>
            <p:nvPr userDrawn="1"/>
          </p:nvSpPr>
          <p:spPr bwMode="auto">
            <a:xfrm>
              <a:off x="6825821" y="5879779"/>
              <a:ext cx="343602" cy="8070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79" y="0"/>
                </a:cxn>
                <a:cxn ang="0">
                  <a:pos x="158" y="37"/>
                </a:cxn>
              </a:cxnLst>
              <a:rect l="0" t="0" r="r" b="b"/>
              <a:pathLst>
                <a:path w="158" h="37">
                  <a:moveTo>
                    <a:pt x="0" y="37"/>
                  </a:moveTo>
                  <a:cubicBezTo>
                    <a:pt x="19" y="15"/>
                    <a:pt x="47" y="0"/>
                    <a:pt x="79" y="0"/>
                  </a:cubicBezTo>
                  <a:cubicBezTo>
                    <a:pt x="111" y="0"/>
                    <a:pt x="139" y="15"/>
                    <a:pt x="158" y="37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5" name="Freeform 58"/>
            <p:cNvSpPr>
              <a:spLocks/>
            </p:cNvSpPr>
            <p:nvPr userDrawn="1"/>
          </p:nvSpPr>
          <p:spPr bwMode="auto">
            <a:xfrm>
              <a:off x="6825821" y="5960486"/>
              <a:ext cx="343602" cy="399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" y="18"/>
                </a:cxn>
                <a:cxn ang="0">
                  <a:pos x="115" y="15"/>
                </a:cxn>
                <a:cxn ang="0">
                  <a:pos x="137" y="9"/>
                </a:cxn>
                <a:cxn ang="0">
                  <a:pos x="158" y="0"/>
                </a:cxn>
              </a:cxnLst>
              <a:rect l="0" t="0" r="r" b="b"/>
              <a:pathLst>
                <a:path w="158" h="18">
                  <a:moveTo>
                    <a:pt x="0" y="0"/>
                  </a:moveTo>
                  <a:cubicBezTo>
                    <a:pt x="19" y="11"/>
                    <a:pt x="47" y="18"/>
                    <a:pt x="79" y="18"/>
                  </a:cubicBezTo>
                  <a:cubicBezTo>
                    <a:pt x="91" y="18"/>
                    <a:pt x="103" y="17"/>
                    <a:pt x="115" y="15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45" y="7"/>
                    <a:pt x="151" y="4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6" name="Freeform 59"/>
            <p:cNvSpPr>
              <a:spLocks/>
            </p:cNvSpPr>
            <p:nvPr userDrawn="1"/>
          </p:nvSpPr>
          <p:spPr bwMode="auto">
            <a:xfrm>
              <a:off x="6825821" y="6210595"/>
              <a:ext cx="343602" cy="39954"/>
            </a:xfrm>
            <a:custGeom>
              <a:avLst/>
              <a:gdLst/>
              <a:ahLst/>
              <a:cxnLst>
                <a:cxn ang="0">
                  <a:pos x="158" y="18"/>
                </a:cxn>
                <a:cxn ang="0">
                  <a:pos x="79" y="0"/>
                </a:cxn>
                <a:cxn ang="0">
                  <a:pos x="0" y="18"/>
                </a:cxn>
              </a:cxnLst>
              <a:rect l="0" t="0" r="r" b="b"/>
              <a:pathLst>
                <a:path w="158" h="18">
                  <a:moveTo>
                    <a:pt x="158" y="18"/>
                  </a:moveTo>
                  <a:cubicBezTo>
                    <a:pt x="139" y="7"/>
                    <a:pt x="111" y="0"/>
                    <a:pt x="79" y="0"/>
                  </a:cubicBezTo>
                  <a:cubicBezTo>
                    <a:pt x="47" y="0"/>
                    <a:pt x="19" y="7"/>
                    <a:pt x="0" y="18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7" name="Line 61"/>
            <p:cNvSpPr>
              <a:spLocks noChangeShapeType="1"/>
            </p:cNvSpPr>
            <p:nvPr userDrawn="1"/>
          </p:nvSpPr>
          <p:spPr bwMode="auto">
            <a:xfrm>
              <a:off x="7082325" y="6105917"/>
              <a:ext cx="139039" cy="800"/>
            </a:xfrm>
            <a:prstGeom prst="line">
              <a:avLst/>
            </a:prstGeom>
            <a:noFill/>
            <a:ln w="19050" cap="flat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8" name="Freeform 55"/>
            <p:cNvSpPr>
              <a:spLocks/>
            </p:cNvSpPr>
            <p:nvPr userDrawn="1"/>
          </p:nvSpPr>
          <p:spPr bwMode="auto">
            <a:xfrm>
              <a:off x="6825821" y="5960486"/>
              <a:ext cx="395543" cy="370770"/>
            </a:xfrm>
            <a:custGeom>
              <a:avLst/>
              <a:gdLst/>
              <a:ahLst/>
              <a:cxnLst>
                <a:cxn ang="0">
                  <a:pos x="0" y="133"/>
                </a:cxn>
                <a:cxn ang="0">
                  <a:pos x="79" y="169"/>
                </a:cxn>
                <a:cxn ang="0">
                  <a:pos x="182" y="66"/>
                </a:cxn>
                <a:cxn ang="0">
                  <a:pos x="158" y="0"/>
                </a:cxn>
              </a:cxnLst>
              <a:rect l="0" t="0" r="r" b="b"/>
              <a:pathLst>
                <a:path w="182" h="169">
                  <a:moveTo>
                    <a:pt x="0" y="133"/>
                  </a:moveTo>
                  <a:cubicBezTo>
                    <a:pt x="19" y="155"/>
                    <a:pt x="47" y="169"/>
                    <a:pt x="79" y="169"/>
                  </a:cubicBezTo>
                  <a:cubicBezTo>
                    <a:pt x="136" y="169"/>
                    <a:pt x="182" y="123"/>
                    <a:pt x="182" y="66"/>
                  </a:cubicBezTo>
                  <a:cubicBezTo>
                    <a:pt x="182" y="41"/>
                    <a:pt x="173" y="18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9" name="Freeform 60"/>
            <p:cNvSpPr>
              <a:spLocks/>
            </p:cNvSpPr>
            <p:nvPr userDrawn="1"/>
          </p:nvSpPr>
          <p:spPr bwMode="auto">
            <a:xfrm>
              <a:off x="6875364" y="5879779"/>
              <a:ext cx="243718" cy="451477"/>
            </a:xfrm>
            <a:custGeom>
              <a:avLst/>
              <a:gdLst/>
              <a:ahLst/>
              <a:cxnLst>
                <a:cxn ang="0">
                  <a:pos x="4" y="66"/>
                </a:cxn>
                <a:cxn ang="0">
                  <a:pos x="56" y="0"/>
                </a:cxn>
                <a:cxn ang="0">
                  <a:pos x="99" y="38"/>
                </a:cxn>
                <a:cxn ang="0">
                  <a:pos x="107" y="60"/>
                </a:cxn>
                <a:cxn ang="0">
                  <a:pos x="112" y="103"/>
                </a:cxn>
                <a:cxn ang="0">
                  <a:pos x="56" y="206"/>
                </a:cxn>
                <a:cxn ang="0">
                  <a:pos x="0" y="103"/>
                </a:cxn>
                <a:cxn ang="0">
                  <a:pos x="1" y="91"/>
                </a:cxn>
                <a:cxn ang="0">
                  <a:pos x="4" y="66"/>
                </a:cxn>
              </a:cxnLst>
              <a:rect l="0" t="0" r="r" b="b"/>
              <a:pathLst>
                <a:path w="112" h="206">
                  <a:moveTo>
                    <a:pt x="4" y="66"/>
                  </a:moveTo>
                  <a:cubicBezTo>
                    <a:pt x="11" y="27"/>
                    <a:pt x="32" y="0"/>
                    <a:pt x="56" y="0"/>
                  </a:cubicBezTo>
                  <a:cubicBezTo>
                    <a:pt x="73" y="0"/>
                    <a:pt x="89" y="15"/>
                    <a:pt x="99" y="38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0" y="73"/>
                    <a:pt x="112" y="87"/>
                    <a:pt x="112" y="103"/>
                  </a:cubicBezTo>
                  <a:cubicBezTo>
                    <a:pt x="112" y="160"/>
                    <a:pt x="87" y="206"/>
                    <a:pt x="56" y="206"/>
                  </a:cubicBezTo>
                  <a:cubicBezTo>
                    <a:pt x="25" y="206"/>
                    <a:pt x="0" y="160"/>
                    <a:pt x="0" y="103"/>
                  </a:cubicBezTo>
                  <a:cubicBezTo>
                    <a:pt x="0" y="99"/>
                    <a:pt x="0" y="95"/>
                    <a:pt x="1" y="91"/>
                  </a:cubicBezTo>
                  <a:lnTo>
                    <a:pt x="4" y="66"/>
                  </a:lnTo>
                  <a:close/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0" name="Line 64"/>
            <p:cNvSpPr>
              <a:spLocks noChangeShapeType="1"/>
            </p:cNvSpPr>
            <p:nvPr userDrawn="1"/>
          </p:nvSpPr>
          <p:spPr bwMode="auto">
            <a:xfrm flipV="1">
              <a:off x="6997622" y="5879779"/>
              <a:ext cx="800" cy="451477"/>
            </a:xfrm>
            <a:prstGeom prst="line">
              <a:avLst/>
            </a:pr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" name="Freeform 63"/>
            <p:cNvSpPr>
              <a:spLocks/>
            </p:cNvSpPr>
            <p:nvPr userDrawn="1"/>
          </p:nvSpPr>
          <p:spPr bwMode="auto">
            <a:xfrm>
              <a:off x="6774787" y="6105914"/>
              <a:ext cx="308469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  <a:cxn ang="0">
                  <a:pos x="386" y="0"/>
                </a:cxn>
              </a:cxnLst>
              <a:rect l="0" t="0" r="r" b="b"/>
              <a:pathLst>
                <a:path w="386">
                  <a:moveTo>
                    <a:pt x="0" y="0"/>
                  </a:moveTo>
                  <a:lnTo>
                    <a:pt x="326" y="0"/>
                  </a:lnTo>
                  <a:lnTo>
                    <a:pt x="386" y="0"/>
                  </a:ln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71" name="Line 65"/>
          <p:cNvSpPr>
            <a:spLocks noChangeShapeType="1"/>
          </p:cNvSpPr>
          <p:nvPr/>
        </p:nvSpPr>
        <p:spPr bwMode="auto">
          <a:xfrm>
            <a:off x="7483475" y="6014305"/>
            <a:ext cx="224632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7" name="Group 119"/>
          <p:cNvGrpSpPr/>
          <p:nvPr/>
        </p:nvGrpSpPr>
        <p:grpSpPr>
          <a:xfrm>
            <a:off x="7703025" y="5555114"/>
            <a:ext cx="271804" cy="453811"/>
            <a:chOff x="7764121" y="5644568"/>
            <a:chExt cx="271804" cy="453811"/>
          </a:xfrm>
        </p:grpSpPr>
        <p:sp>
          <p:nvSpPr>
            <p:cNvPr id="73" name="Freeform 72"/>
            <p:cNvSpPr/>
            <p:nvPr userDrawn="1"/>
          </p:nvSpPr>
          <p:spPr>
            <a:xfrm>
              <a:off x="7764121" y="5644568"/>
              <a:ext cx="271804" cy="171034"/>
            </a:xfrm>
            <a:custGeom>
              <a:avLst/>
              <a:gdLst>
                <a:gd name="connsiteX0" fmla="*/ 844550 w 844550"/>
                <a:gd name="connsiteY0" fmla="*/ 234950 h 425450"/>
                <a:gd name="connsiteX1" fmla="*/ 457200 w 844550"/>
                <a:gd name="connsiteY1" fmla="*/ 425450 h 425450"/>
                <a:gd name="connsiteX2" fmla="*/ 0 w 844550"/>
                <a:gd name="connsiteY2" fmla="*/ 222250 h 425450"/>
                <a:gd name="connsiteX3" fmla="*/ 463550 w 844550"/>
                <a:gd name="connsiteY3" fmla="*/ 0 h 425450"/>
                <a:gd name="connsiteX4" fmla="*/ 844550 w 844550"/>
                <a:gd name="connsiteY4" fmla="*/ 234950 h 425450"/>
                <a:gd name="connsiteX0" fmla="*/ 844550 w 935990"/>
                <a:gd name="connsiteY0" fmla="*/ 234950 h 425450"/>
                <a:gd name="connsiteX1" fmla="*/ 457200 w 935990"/>
                <a:gd name="connsiteY1" fmla="*/ 425450 h 425450"/>
                <a:gd name="connsiteX2" fmla="*/ 0 w 935990"/>
                <a:gd name="connsiteY2" fmla="*/ 222250 h 425450"/>
                <a:gd name="connsiteX3" fmla="*/ 463550 w 935990"/>
                <a:gd name="connsiteY3" fmla="*/ 0 h 425450"/>
                <a:gd name="connsiteX4" fmla="*/ 935990 w 935990"/>
                <a:gd name="connsiteY4" fmla="*/ 326390 h 425450"/>
                <a:gd name="connsiteX0" fmla="*/ 844550 w 885983"/>
                <a:gd name="connsiteY0" fmla="*/ 234950 h 425450"/>
                <a:gd name="connsiteX1" fmla="*/ 457200 w 885983"/>
                <a:gd name="connsiteY1" fmla="*/ 425450 h 425450"/>
                <a:gd name="connsiteX2" fmla="*/ 0 w 885983"/>
                <a:gd name="connsiteY2" fmla="*/ 222250 h 425450"/>
                <a:gd name="connsiteX3" fmla="*/ 463550 w 885983"/>
                <a:gd name="connsiteY3" fmla="*/ 0 h 425450"/>
                <a:gd name="connsiteX4" fmla="*/ 885983 w 885983"/>
                <a:gd name="connsiteY4" fmla="*/ 207327 h 425450"/>
                <a:gd name="connsiteX0" fmla="*/ 844550 w 883602"/>
                <a:gd name="connsiteY0" fmla="*/ 234950 h 595471"/>
                <a:gd name="connsiteX1" fmla="*/ 457200 w 883602"/>
                <a:gd name="connsiteY1" fmla="*/ 425450 h 595471"/>
                <a:gd name="connsiteX2" fmla="*/ 0 w 883602"/>
                <a:gd name="connsiteY2" fmla="*/ 222250 h 595471"/>
                <a:gd name="connsiteX3" fmla="*/ 463550 w 883602"/>
                <a:gd name="connsiteY3" fmla="*/ 0 h 595471"/>
                <a:gd name="connsiteX4" fmla="*/ 883602 w 883602"/>
                <a:gd name="connsiteY4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310" h="595471">
                  <a:moveTo>
                    <a:pt x="844550" y="234950"/>
                  </a:moveTo>
                  <a:lnTo>
                    <a:pt x="457200" y="425450"/>
                  </a:lnTo>
                  <a:lnTo>
                    <a:pt x="0" y="222250"/>
                  </a:lnTo>
                  <a:lnTo>
                    <a:pt x="463550" y="0"/>
                  </a:lnTo>
                  <a:cubicBezTo>
                    <a:pt x="634604" y="85858"/>
                    <a:pt x="696755" y="119037"/>
                    <a:pt x="876301" y="206375"/>
                  </a:cubicBezTo>
                  <a:cubicBezTo>
                    <a:pt x="946310" y="305620"/>
                    <a:pt x="859763" y="554831"/>
                    <a:pt x="883602" y="595471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grpSp>
          <p:nvGrpSpPr>
            <p:cNvPr id="8" name="Group 87"/>
            <p:cNvGrpSpPr/>
            <p:nvPr userDrawn="1"/>
          </p:nvGrpSpPr>
          <p:grpSpPr>
            <a:xfrm>
              <a:off x="7809723" y="5732772"/>
              <a:ext cx="165741" cy="79861"/>
              <a:chOff x="8343123" y="5780395"/>
              <a:chExt cx="165741" cy="65418"/>
            </a:xfrm>
          </p:grpSpPr>
          <p:sp>
            <p:nvSpPr>
              <p:cNvPr id="74" name="Freeform 73"/>
              <p:cNvSpPr/>
              <p:nvPr userDrawn="1"/>
            </p:nvSpPr>
            <p:spPr>
              <a:xfrm>
                <a:off x="8343123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74"/>
              <p:cNvSpPr/>
              <p:nvPr userDrawn="1"/>
            </p:nvSpPr>
            <p:spPr>
              <a:xfrm flipH="1">
                <a:off x="8477178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9" name="Freeform 24"/>
            <p:cNvSpPr>
              <a:spLocks/>
            </p:cNvSpPr>
            <p:nvPr userDrawn="1"/>
          </p:nvSpPr>
          <p:spPr bwMode="auto">
            <a:xfrm>
              <a:off x="7833906" y="5791369"/>
              <a:ext cx="41272" cy="6738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8" y="0"/>
                </a:cxn>
              </a:cxnLst>
              <a:rect l="0" t="0" r="r" b="b"/>
              <a:pathLst>
                <a:path w="18" h="29">
                  <a:moveTo>
                    <a:pt x="0" y="29"/>
                  </a:moveTo>
                  <a:cubicBezTo>
                    <a:pt x="1" y="15"/>
                    <a:pt x="8" y="4"/>
                    <a:pt x="1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0" name="Freeform 25"/>
            <p:cNvSpPr>
              <a:spLocks/>
            </p:cNvSpPr>
            <p:nvPr userDrawn="1"/>
          </p:nvSpPr>
          <p:spPr bwMode="auto">
            <a:xfrm>
              <a:off x="7772419" y="5858751"/>
              <a:ext cx="96018" cy="239628"/>
            </a:xfrm>
            <a:custGeom>
              <a:avLst/>
              <a:gdLst>
                <a:gd name="connsiteX0" fmla="*/ 6429 w 10000"/>
                <a:gd name="connsiteY0" fmla="*/ 0 h 8863"/>
                <a:gd name="connsiteX1" fmla="*/ 6429 w 10000"/>
                <a:gd name="connsiteY1" fmla="*/ 171 h 8863"/>
                <a:gd name="connsiteX2" fmla="*/ 10000 w 10000"/>
                <a:gd name="connsiteY2" fmla="*/ 2735 h 8863"/>
                <a:gd name="connsiteX3" fmla="*/ 0 w 10000"/>
                <a:gd name="connsiteY3" fmla="*/ 8863 h 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8863">
                  <a:moveTo>
                    <a:pt x="6429" y="0"/>
                  </a:moveTo>
                  <a:lnTo>
                    <a:pt x="6429" y="171"/>
                  </a:lnTo>
                  <a:cubicBezTo>
                    <a:pt x="6429" y="1197"/>
                    <a:pt x="8333" y="2222"/>
                    <a:pt x="10000" y="2735"/>
                  </a:cubicBezTo>
                  <a:cubicBezTo>
                    <a:pt x="2381" y="3504"/>
                    <a:pt x="0" y="5359"/>
                    <a:pt x="0" y="8863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1" name="Freeform 26"/>
            <p:cNvSpPr>
              <a:spLocks/>
            </p:cNvSpPr>
            <p:nvPr userDrawn="1"/>
          </p:nvSpPr>
          <p:spPr bwMode="auto">
            <a:xfrm>
              <a:off x="7973724" y="5962350"/>
              <a:ext cx="46326" cy="129575"/>
            </a:xfrm>
            <a:custGeom>
              <a:avLst/>
              <a:gdLst>
                <a:gd name="connsiteX0" fmla="*/ 0 w 10514"/>
                <a:gd name="connsiteY0" fmla="*/ 0 h 11311"/>
                <a:gd name="connsiteX1" fmla="*/ 10514 w 10514"/>
                <a:gd name="connsiteY1" fmla="*/ 11311 h 11311"/>
                <a:gd name="connsiteX0" fmla="*/ 0 w 10000"/>
                <a:gd name="connsiteY0" fmla="*/ 0 h 10188"/>
                <a:gd name="connsiteX1" fmla="*/ 10000 w 10000"/>
                <a:gd name="connsiteY1" fmla="*/ 10188 h 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188">
                  <a:moveTo>
                    <a:pt x="0" y="0"/>
                  </a:moveTo>
                  <a:cubicBezTo>
                    <a:pt x="6000" y="2364"/>
                    <a:pt x="9000" y="6006"/>
                    <a:pt x="10000" y="10188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" name="Freeform 27"/>
            <p:cNvSpPr>
              <a:spLocks/>
            </p:cNvSpPr>
            <p:nvPr userDrawn="1"/>
          </p:nvSpPr>
          <p:spPr bwMode="auto">
            <a:xfrm>
              <a:off x="7875178" y="5789685"/>
              <a:ext cx="73277" cy="3706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9" y="0"/>
                </a:cxn>
                <a:cxn ang="0">
                  <a:pos x="32" y="16"/>
                </a:cxn>
              </a:cxnLst>
              <a:rect l="0" t="0" r="r" b="b"/>
              <a:pathLst>
                <a:path w="32" h="16">
                  <a:moveTo>
                    <a:pt x="0" y="1"/>
                  </a:moveTo>
                  <a:cubicBezTo>
                    <a:pt x="3" y="0"/>
                    <a:pt x="6" y="0"/>
                    <a:pt x="9" y="0"/>
                  </a:cubicBezTo>
                  <a:cubicBezTo>
                    <a:pt x="19" y="0"/>
                    <a:pt x="28" y="6"/>
                    <a:pt x="32" y="16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" name="Freeform 28"/>
            <p:cNvSpPr>
              <a:spLocks/>
            </p:cNvSpPr>
            <p:nvPr userDrawn="1"/>
          </p:nvSpPr>
          <p:spPr bwMode="auto">
            <a:xfrm>
              <a:off x="7923186" y="5826745"/>
              <a:ext cx="50536" cy="13560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5" y="16"/>
                </a:cxn>
                <a:cxn ang="0">
                  <a:pos x="0" y="46"/>
                </a:cxn>
                <a:cxn ang="0">
                  <a:pos x="22" y="59"/>
                </a:cxn>
              </a:cxnLst>
              <a:rect l="0" t="0" r="r" b="b"/>
              <a:pathLst>
                <a:path w="22" h="59">
                  <a:moveTo>
                    <a:pt x="11" y="0"/>
                  </a:moveTo>
                  <a:cubicBezTo>
                    <a:pt x="13" y="4"/>
                    <a:pt x="15" y="10"/>
                    <a:pt x="15" y="16"/>
                  </a:cubicBezTo>
                  <a:cubicBezTo>
                    <a:pt x="15" y="28"/>
                    <a:pt x="7" y="40"/>
                    <a:pt x="0" y="46"/>
                  </a:cubicBezTo>
                  <a:cubicBezTo>
                    <a:pt x="9" y="49"/>
                    <a:pt x="16" y="53"/>
                    <a:pt x="22" y="59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89" name="Line 65"/>
          <p:cNvSpPr>
            <a:spLocks noChangeShapeType="1"/>
          </p:cNvSpPr>
          <p:nvPr/>
        </p:nvSpPr>
        <p:spPr bwMode="auto">
          <a:xfrm>
            <a:off x="8840788" y="6064311"/>
            <a:ext cx="303211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" name="Freeform 93"/>
          <p:cNvSpPr/>
          <p:nvPr/>
        </p:nvSpPr>
        <p:spPr>
          <a:xfrm flipH="1" flipV="1">
            <a:off x="438359" y="4465476"/>
            <a:ext cx="6039907" cy="1664602"/>
          </a:xfrm>
          <a:custGeom>
            <a:avLst/>
            <a:gdLst>
              <a:gd name="connsiteX0" fmla="*/ 8521700 w 8521700"/>
              <a:gd name="connsiteY0" fmla="*/ 3124200 h 4356100"/>
              <a:gd name="connsiteX1" fmla="*/ 8521700 w 8521700"/>
              <a:gd name="connsiteY1" fmla="*/ 203200 h 4356100"/>
              <a:gd name="connsiteX2" fmla="*/ 8318500 w 8521700"/>
              <a:gd name="connsiteY2" fmla="*/ 0 h 4356100"/>
              <a:gd name="connsiteX3" fmla="*/ 228600 w 8521700"/>
              <a:gd name="connsiteY3" fmla="*/ 0 h 4356100"/>
              <a:gd name="connsiteX4" fmla="*/ 0 w 8521700"/>
              <a:gd name="connsiteY4" fmla="*/ 215900 h 4356100"/>
              <a:gd name="connsiteX5" fmla="*/ 0 w 8521700"/>
              <a:gd name="connsiteY5" fmla="*/ 4356100 h 4356100"/>
              <a:gd name="connsiteX6" fmla="*/ 6578600 w 8521700"/>
              <a:gd name="connsiteY6" fmla="*/ 4318000 h 4356100"/>
              <a:gd name="connsiteX0" fmla="*/ 8532812 w 8532812"/>
              <a:gd name="connsiteY0" fmla="*/ 3124200 h 4318000"/>
              <a:gd name="connsiteX1" fmla="*/ 8532812 w 8532812"/>
              <a:gd name="connsiteY1" fmla="*/ 203200 h 4318000"/>
              <a:gd name="connsiteX2" fmla="*/ 8329612 w 8532812"/>
              <a:gd name="connsiteY2" fmla="*/ 0 h 4318000"/>
              <a:gd name="connsiteX3" fmla="*/ 239712 w 8532812"/>
              <a:gd name="connsiteY3" fmla="*/ 0 h 4318000"/>
              <a:gd name="connsiteX4" fmla="*/ 11112 w 8532812"/>
              <a:gd name="connsiteY4" fmla="*/ 215900 h 4318000"/>
              <a:gd name="connsiteX5" fmla="*/ 0 w 8532812"/>
              <a:gd name="connsiteY5" fmla="*/ 4318000 h 4318000"/>
              <a:gd name="connsiteX6" fmla="*/ 6589712 w 8532812"/>
              <a:gd name="connsiteY6" fmla="*/ 4318000 h 4318000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43819"/>
              <a:gd name="connsiteY0" fmla="*/ 3141768 h 4335568"/>
              <a:gd name="connsiteX1" fmla="*/ 8532812 w 8543819"/>
              <a:gd name="connsiteY1" fmla="*/ 220768 h 4335568"/>
              <a:gd name="connsiteX2" fmla="*/ 8329612 w 8543819"/>
              <a:gd name="connsiteY2" fmla="*/ 17568 h 4335568"/>
              <a:gd name="connsiteX3" fmla="*/ 239712 w 8543819"/>
              <a:gd name="connsiteY3" fmla="*/ 17568 h 4335568"/>
              <a:gd name="connsiteX4" fmla="*/ 11112 w 8543819"/>
              <a:gd name="connsiteY4" fmla="*/ 233468 h 4335568"/>
              <a:gd name="connsiteX5" fmla="*/ 0 w 8543819"/>
              <a:gd name="connsiteY5" fmla="*/ 4335568 h 4335568"/>
              <a:gd name="connsiteX6" fmla="*/ 6589712 w 8543819"/>
              <a:gd name="connsiteY6" fmla="*/ 4335568 h 4335568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77580 w 8588587"/>
              <a:gd name="connsiteY0" fmla="*/ 3174259 h 4368059"/>
              <a:gd name="connsiteX1" fmla="*/ 8577580 w 8588587"/>
              <a:gd name="connsiteY1" fmla="*/ 253259 h 4368059"/>
              <a:gd name="connsiteX2" fmla="*/ 8374380 w 8588587"/>
              <a:gd name="connsiteY2" fmla="*/ 50059 h 4368059"/>
              <a:gd name="connsiteX3" fmla="*/ 284480 w 8588587"/>
              <a:gd name="connsiteY3" fmla="*/ 50059 h 4368059"/>
              <a:gd name="connsiteX4" fmla="*/ 44768 w 8588587"/>
              <a:gd name="connsiteY4" fmla="*/ 308822 h 4368059"/>
              <a:gd name="connsiteX5" fmla="*/ 44768 w 8588587"/>
              <a:gd name="connsiteY5" fmla="*/ 4368059 h 4368059"/>
              <a:gd name="connsiteX6" fmla="*/ 6634480 w 8588587"/>
              <a:gd name="connsiteY6" fmla="*/ 4368059 h 4368059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58534 h 4358534"/>
              <a:gd name="connsiteX6" fmla="*/ 6610668 w 8564775"/>
              <a:gd name="connsiteY6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78106 w 8564775"/>
              <a:gd name="connsiteY7" fmla="*/ 4356948 h 4358534"/>
              <a:gd name="connsiteX8" fmla="*/ 6610668 w 8564775"/>
              <a:gd name="connsiteY8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89492"/>
              <a:gd name="connsiteX1" fmla="*/ 8553768 w 8564775"/>
              <a:gd name="connsiteY1" fmla="*/ 243734 h 4389492"/>
              <a:gd name="connsiteX2" fmla="*/ 8350568 w 8564775"/>
              <a:gd name="connsiteY2" fmla="*/ 40534 h 4389492"/>
              <a:gd name="connsiteX3" fmla="*/ 260668 w 8564775"/>
              <a:gd name="connsiteY3" fmla="*/ 40534 h 4389492"/>
              <a:gd name="connsiteX4" fmla="*/ 20956 w 8564775"/>
              <a:gd name="connsiteY4" fmla="*/ 299297 h 4389492"/>
              <a:gd name="connsiteX5" fmla="*/ 20956 w 8564775"/>
              <a:gd name="connsiteY5" fmla="*/ 4302179 h 4389492"/>
              <a:gd name="connsiteX6" fmla="*/ 78106 w 8564775"/>
              <a:gd name="connsiteY6" fmla="*/ 4356948 h 4389492"/>
              <a:gd name="connsiteX7" fmla="*/ 6610668 w 8564775"/>
              <a:gd name="connsiteY7" fmla="*/ 4358534 h 4389492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256935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5"/>
              <a:gd name="connsiteX1" fmla="*/ 8553768 w 8564775"/>
              <a:gd name="connsiteY1" fmla="*/ 243734 h 4358535"/>
              <a:gd name="connsiteX2" fmla="*/ 8350568 w 8564775"/>
              <a:gd name="connsiteY2" fmla="*/ 40534 h 4358535"/>
              <a:gd name="connsiteX3" fmla="*/ 260668 w 8564775"/>
              <a:gd name="connsiteY3" fmla="*/ 40534 h 4358535"/>
              <a:gd name="connsiteX4" fmla="*/ 20956 w 8564775"/>
              <a:gd name="connsiteY4" fmla="*/ 299297 h 4358535"/>
              <a:gd name="connsiteX5" fmla="*/ 20956 w 8564775"/>
              <a:gd name="connsiteY5" fmla="*/ 4256935 h 4358535"/>
              <a:gd name="connsiteX6" fmla="*/ 113825 w 8564775"/>
              <a:gd name="connsiteY6" fmla="*/ 4358535 h 4358535"/>
              <a:gd name="connsiteX7" fmla="*/ 6610668 w 8564775"/>
              <a:gd name="connsiteY7" fmla="*/ 4358534 h 4358535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260668 w 8564775"/>
              <a:gd name="connsiteY3" fmla="*/ 40534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167799 w 8564775"/>
              <a:gd name="connsiteY3" fmla="*/ 43710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309991 h 4512524"/>
              <a:gd name="connsiteX1" fmla="*/ 8553768 w 8564775"/>
              <a:gd name="connsiteY1" fmla="*/ 388991 h 4512524"/>
              <a:gd name="connsiteX2" fmla="*/ 8350568 w 8564775"/>
              <a:gd name="connsiteY2" fmla="*/ 185791 h 4512524"/>
              <a:gd name="connsiteX3" fmla="*/ 167799 w 8564775"/>
              <a:gd name="connsiteY3" fmla="*/ 188967 h 4512524"/>
              <a:gd name="connsiteX4" fmla="*/ 20956 w 8564775"/>
              <a:gd name="connsiteY4" fmla="*/ 299297 h 4512524"/>
              <a:gd name="connsiteX5" fmla="*/ 20956 w 8564775"/>
              <a:gd name="connsiteY5" fmla="*/ 4402192 h 4512524"/>
              <a:gd name="connsiteX6" fmla="*/ 113825 w 8564775"/>
              <a:gd name="connsiteY6" fmla="*/ 4503792 h 4512524"/>
              <a:gd name="connsiteX7" fmla="*/ 6610668 w 8564775"/>
              <a:gd name="connsiteY7" fmla="*/ 4503791 h 4512524"/>
              <a:gd name="connsiteX0" fmla="*/ 8553768 w 8564775"/>
              <a:gd name="connsiteY0" fmla="*/ 3343329 h 4545862"/>
              <a:gd name="connsiteX1" fmla="*/ 8553768 w 8564775"/>
              <a:gd name="connsiteY1" fmla="*/ 422329 h 4545862"/>
              <a:gd name="connsiteX2" fmla="*/ 8350568 w 8564775"/>
              <a:gd name="connsiteY2" fmla="*/ 219129 h 4545862"/>
              <a:gd name="connsiteX3" fmla="*/ 167799 w 8564775"/>
              <a:gd name="connsiteY3" fmla="*/ 222305 h 4545862"/>
              <a:gd name="connsiteX4" fmla="*/ 20956 w 8564775"/>
              <a:gd name="connsiteY4" fmla="*/ 299297 h 4545862"/>
              <a:gd name="connsiteX5" fmla="*/ 20956 w 8564775"/>
              <a:gd name="connsiteY5" fmla="*/ 4435530 h 4545862"/>
              <a:gd name="connsiteX6" fmla="*/ 113825 w 8564775"/>
              <a:gd name="connsiteY6" fmla="*/ 4537130 h 4545862"/>
              <a:gd name="connsiteX7" fmla="*/ 6610668 w 8564775"/>
              <a:gd name="connsiteY7" fmla="*/ 4537129 h 4545862"/>
              <a:gd name="connsiteX0" fmla="*/ 8545037 w 8556044"/>
              <a:gd name="connsiteY0" fmla="*/ 3152829 h 4355362"/>
              <a:gd name="connsiteX1" fmla="*/ 8545037 w 8556044"/>
              <a:gd name="connsiteY1" fmla="*/ 231829 h 4355362"/>
              <a:gd name="connsiteX2" fmla="*/ 8341837 w 8556044"/>
              <a:gd name="connsiteY2" fmla="*/ 28629 h 4355362"/>
              <a:gd name="connsiteX3" fmla="*/ 159068 w 8556044"/>
              <a:gd name="connsiteY3" fmla="*/ 31805 h 4355362"/>
              <a:gd name="connsiteX4" fmla="*/ 12225 w 8556044"/>
              <a:gd name="connsiteY4" fmla="*/ 108797 h 4355362"/>
              <a:gd name="connsiteX5" fmla="*/ 12225 w 8556044"/>
              <a:gd name="connsiteY5" fmla="*/ 4245030 h 4355362"/>
              <a:gd name="connsiteX6" fmla="*/ 105094 w 8556044"/>
              <a:gd name="connsiteY6" fmla="*/ 4346630 h 4355362"/>
              <a:gd name="connsiteX7" fmla="*/ 6601937 w 8556044"/>
              <a:gd name="connsiteY7" fmla="*/ 4346629 h 4355362"/>
              <a:gd name="connsiteX0" fmla="*/ 8590280 w 8601287"/>
              <a:gd name="connsiteY0" fmla="*/ 3152829 h 4355362"/>
              <a:gd name="connsiteX1" fmla="*/ 8590280 w 8601287"/>
              <a:gd name="connsiteY1" fmla="*/ 231829 h 4355362"/>
              <a:gd name="connsiteX2" fmla="*/ 8387080 w 8601287"/>
              <a:gd name="connsiteY2" fmla="*/ 28629 h 4355362"/>
              <a:gd name="connsiteX3" fmla="*/ 159068 w 8601287"/>
              <a:gd name="connsiteY3" fmla="*/ 31805 h 4355362"/>
              <a:gd name="connsiteX4" fmla="*/ 57468 w 8601287"/>
              <a:gd name="connsiteY4" fmla="*/ 108797 h 4355362"/>
              <a:gd name="connsiteX5" fmla="*/ 57468 w 8601287"/>
              <a:gd name="connsiteY5" fmla="*/ 4245030 h 4355362"/>
              <a:gd name="connsiteX6" fmla="*/ 150337 w 8601287"/>
              <a:gd name="connsiteY6" fmla="*/ 4346630 h 4355362"/>
              <a:gd name="connsiteX7" fmla="*/ 6647180 w 8601287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41768 h 4344301"/>
              <a:gd name="connsiteX1" fmla="*/ 8537575 w 8548582"/>
              <a:gd name="connsiteY1" fmla="*/ 220768 h 4344301"/>
              <a:gd name="connsiteX2" fmla="*/ 8334375 w 8548582"/>
              <a:gd name="connsiteY2" fmla="*/ 17568 h 4344301"/>
              <a:gd name="connsiteX3" fmla="*/ 106363 w 8548582"/>
              <a:gd name="connsiteY3" fmla="*/ 20744 h 4344301"/>
              <a:gd name="connsiteX4" fmla="*/ 4762 w 8548582"/>
              <a:gd name="connsiteY4" fmla="*/ 109642 h 4344301"/>
              <a:gd name="connsiteX5" fmla="*/ 4763 w 8548582"/>
              <a:gd name="connsiteY5" fmla="*/ 4233969 h 4344301"/>
              <a:gd name="connsiteX6" fmla="*/ 97632 w 8548582"/>
              <a:gd name="connsiteY6" fmla="*/ 4335569 h 4344301"/>
              <a:gd name="connsiteX7" fmla="*/ 6594475 w 8548582"/>
              <a:gd name="connsiteY7" fmla="*/ 4335568 h 4344301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8270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9230 h 4361763"/>
              <a:gd name="connsiteX1" fmla="*/ 8539482 w 8550489"/>
              <a:gd name="connsiteY1" fmla="*/ 238230 h 4361763"/>
              <a:gd name="connsiteX2" fmla="*/ 8336282 w 8550489"/>
              <a:gd name="connsiteY2" fmla="*/ 35030 h 4361763"/>
              <a:gd name="connsiteX3" fmla="*/ 103508 w 8550489"/>
              <a:gd name="connsiteY3" fmla="*/ 38206 h 4361763"/>
              <a:gd name="connsiteX4" fmla="*/ 6669 w 8550489"/>
              <a:gd name="connsiteY4" fmla="*/ 127104 h 4361763"/>
              <a:gd name="connsiteX5" fmla="*/ 6670 w 8550489"/>
              <a:gd name="connsiteY5" fmla="*/ 4251431 h 4361763"/>
              <a:gd name="connsiteX6" fmla="*/ 99539 w 8550489"/>
              <a:gd name="connsiteY6" fmla="*/ 4353031 h 4361763"/>
              <a:gd name="connsiteX7" fmla="*/ 6596382 w 8550489"/>
              <a:gd name="connsiteY7" fmla="*/ 4353030 h 4361763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1 w 8550488"/>
              <a:gd name="connsiteY0" fmla="*/ 3142511 h 4345044"/>
              <a:gd name="connsiteX1" fmla="*/ 8539481 w 8550488"/>
              <a:gd name="connsiteY1" fmla="*/ 221511 h 4345044"/>
              <a:gd name="connsiteX2" fmla="*/ 8336281 w 8550488"/>
              <a:gd name="connsiteY2" fmla="*/ 18311 h 4345044"/>
              <a:gd name="connsiteX3" fmla="*/ 103507 w 8550488"/>
              <a:gd name="connsiteY3" fmla="*/ 21487 h 4345044"/>
              <a:gd name="connsiteX4" fmla="*/ 6669 w 8550488"/>
              <a:gd name="connsiteY4" fmla="*/ 122291 h 4345044"/>
              <a:gd name="connsiteX5" fmla="*/ 6669 w 8550488"/>
              <a:gd name="connsiteY5" fmla="*/ 4234712 h 4345044"/>
              <a:gd name="connsiteX6" fmla="*/ 99538 w 8550488"/>
              <a:gd name="connsiteY6" fmla="*/ 4336312 h 4345044"/>
              <a:gd name="connsiteX7" fmla="*/ 6596381 w 8550488"/>
              <a:gd name="connsiteY7" fmla="*/ 4336311 h 4345044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336281 w 8550487"/>
              <a:gd name="connsiteY2" fmla="*/ 122343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97847"/>
              <a:gd name="connsiteY0" fmla="*/ 3246543 h 4449076"/>
              <a:gd name="connsiteX1" fmla="*/ 8539480 w 8597847"/>
              <a:gd name="connsiteY1" fmla="*/ 220768 h 4449076"/>
              <a:gd name="connsiteX2" fmla="*/ 8438674 w 8597847"/>
              <a:gd name="connsiteY2" fmla="*/ 125519 h 4449076"/>
              <a:gd name="connsiteX3" fmla="*/ 103507 w 8597847"/>
              <a:gd name="connsiteY3" fmla="*/ 125519 h 4449076"/>
              <a:gd name="connsiteX4" fmla="*/ 6669 w 8597847"/>
              <a:gd name="connsiteY4" fmla="*/ 226323 h 4449076"/>
              <a:gd name="connsiteX5" fmla="*/ 6669 w 8597847"/>
              <a:gd name="connsiteY5" fmla="*/ 4338744 h 4449076"/>
              <a:gd name="connsiteX6" fmla="*/ 99538 w 8597847"/>
              <a:gd name="connsiteY6" fmla="*/ 4440344 h 4449076"/>
              <a:gd name="connsiteX7" fmla="*/ 6596381 w 8597847"/>
              <a:gd name="connsiteY7" fmla="*/ 4440343 h 4449076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438674 w 8550487"/>
              <a:gd name="connsiteY2" fmla="*/ 125519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56837"/>
              <a:gd name="connsiteY0" fmla="*/ 3151293 h 4353826"/>
              <a:gd name="connsiteX1" fmla="*/ 8539480 w 8556837"/>
              <a:gd name="connsiteY1" fmla="*/ 125518 h 4353826"/>
              <a:gd name="connsiteX2" fmla="*/ 8438674 w 8556837"/>
              <a:gd name="connsiteY2" fmla="*/ 30269 h 4353826"/>
              <a:gd name="connsiteX3" fmla="*/ 103507 w 8556837"/>
              <a:gd name="connsiteY3" fmla="*/ 30269 h 4353826"/>
              <a:gd name="connsiteX4" fmla="*/ 6669 w 8556837"/>
              <a:gd name="connsiteY4" fmla="*/ 131073 h 4353826"/>
              <a:gd name="connsiteX5" fmla="*/ 6669 w 8556837"/>
              <a:gd name="connsiteY5" fmla="*/ 4243494 h 4353826"/>
              <a:gd name="connsiteX6" fmla="*/ 99538 w 8556837"/>
              <a:gd name="connsiteY6" fmla="*/ 4345094 h 4353826"/>
              <a:gd name="connsiteX7" fmla="*/ 6596381 w 8556837"/>
              <a:gd name="connsiteY7" fmla="*/ 4345093 h 4353826"/>
              <a:gd name="connsiteX0" fmla="*/ 8539481 w 8539481"/>
              <a:gd name="connsiteY0" fmla="*/ 3142511 h 4345044"/>
              <a:gd name="connsiteX1" fmla="*/ 8539480 w 8539481"/>
              <a:gd name="connsiteY1" fmla="*/ 116736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49428"/>
              <a:gd name="connsiteY0" fmla="*/ 3142511 h 4345044"/>
              <a:gd name="connsiteX1" fmla="*/ 8539481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49428"/>
              <a:gd name="connsiteY0" fmla="*/ 3142511 h 4345044"/>
              <a:gd name="connsiteX1" fmla="*/ 8539480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22005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10099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10099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46253"/>
              <a:gd name="connsiteY0" fmla="*/ 3162407 h 4364940"/>
              <a:gd name="connsiteX1" fmla="*/ 8539481 w 8546253"/>
              <a:gd name="connsiteY1" fmla="*/ 122344 h 4364940"/>
              <a:gd name="connsiteX2" fmla="*/ 8410099 w 8546253"/>
              <a:gd name="connsiteY2" fmla="*/ 41383 h 4364940"/>
              <a:gd name="connsiteX3" fmla="*/ 103507 w 8546253"/>
              <a:gd name="connsiteY3" fmla="*/ 41383 h 4364940"/>
              <a:gd name="connsiteX4" fmla="*/ 6669 w 8546253"/>
              <a:gd name="connsiteY4" fmla="*/ 142187 h 4364940"/>
              <a:gd name="connsiteX5" fmla="*/ 6669 w 8546253"/>
              <a:gd name="connsiteY5" fmla="*/ 4254608 h 4364940"/>
              <a:gd name="connsiteX6" fmla="*/ 99538 w 8546253"/>
              <a:gd name="connsiteY6" fmla="*/ 4356208 h 4364940"/>
              <a:gd name="connsiteX7" fmla="*/ 6596381 w 8546253"/>
              <a:gd name="connsiteY7" fmla="*/ 4356207 h 4364940"/>
              <a:gd name="connsiteX0" fmla="*/ 8539481 w 8559747"/>
              <a:gd name="connsiteY0" fmla="*/ 3162407 h 4364940"/>
              <a:gd name="connsiteX1" fmla="*/ 8539481 w 8559747"/>
              <a:gd name="connsiteY1" fmla="*/ 122344 h 4364940"/>
              <a:gd name="connsiteX2" fmla="*/ 8410099 w 8559747"/>
              <a:gd name="connsiteY2" fmla="*/ 41383 h 4364940"/>
              <a:gd name="connsiteX3" fmla="*/ 103507 w 8559747"/>
              <a:gd name="connsiteY3" fmla="*/ 41383 h 4364940"/>
              <a:gd name="connsiteX4" fmla="*/ 6669 w 8559747"/>
              <a:gd name="connsiteY4" fmla="*/ 142187 h 4364940"/>
              <a:gd name="connsiteX5" fmla="*/ 6669 w 8559747"/>
              <a:gd name="connsiteY5" fmla="*/ 4254608 h 4364940"/>
              <a:gd name="connsiteX6" fmla="*/ 99538 w 8559747"/>
              <a:gd name="connsiteY6" fmla="*/ 4356208 h 4364940"/>
              <a:gd name="connsiteX7" fmla="*/ 6596381 w 8559747"/>
              <a:gd name="connsiteY7" fmla="*/ 4356207 h 4364940"/>
              <a:gd name="connsiteX0" fmla="*/ 8539481 w 8582766"/>
              <a:gd name="connsiteY0" fmla="*/ 3162407 h 4364940"/>
              <a:gd name="connsiteX1" fmla="*/ 8539481 w 8582766"/>
              <a:gd name="connsiteY1" fmla="*/ 122344 h 4364940"/>
              <a:gd name="connsiteX2" fmla="*/ 8410099 w 8582766"/>
              <a:gd name="connsiteY2" fmla="*/ 41383 h 4364940"/>
              <a:gd name="connsiteX3" fmla="*/ 103507 w 8582766"/>
              <a:gd name="connsiteY3" fmla="*/ 41383 h 4364940"/>
              <a:gd name="connsiteX4" fmla="*/ 6669 w 8582766"/>
              <a:gd name="connsiteY4" fmla="*/ 142187 h 4364940"/>
              <a:gd name="connsiteX5" fmla="*/ 6669 w 8582766"/>
              <a:gd name="connsiteY5" fmla="*/ 4254608 h 4364940"/>
              <a:gd name="connsiteX6" fmla="*/ 99538 w 8582766"/>
              <a:gd name="connsiteY6" fmla="*/ 4356208 h 4364940"/>
              <a:gd name="connsiteX7" fmla="*/ 6596381 w 8582766"/>
              <a:gd name="connsiteY7" fmla="*/ 4356207 h 4364940"/>
              <a:gd name="connsiteX0" fmla="*/ 8539481 w 8628010"/>
              <a:gd name="connsiteY0" fmla="*/ 3162407 h 4364940"/>
              <a:gd name="connsiteX1" fmla="*/ 8539481 w 8628010"/>
              <a:gd name="connsiteY1" fmla="*/ 122344 h 4364940"/>
              <a:gd name="connsiteX2" fmla="*/ 8455343 w 8628010"/>
              <a:gd name="connsiteY2" fmla="*/ 41383 h 4364940"/>
              <a:gd name="connsiteX3" fmla="*/ 103507 w 8628010"/>
              <a:gd name="connsiteY3" fmla="*/ 41383 h 4364940"/>
              <a:gd name="connsiteX4" fmla="*/ 6669 w 8628010"/>
              <a:gd name="connsiteY4" fmla="*/ 142187 h 4364940"/>
              <a:gd name="connsiteX5" fmla="*/ 6669 w 8628010"/>
              <a:gd name="connsiteY5" fmla="*/ 4254608 h 4364940"/>
              <a:gd name="connsiteX6" fmla="*/ 99538 w 8628010"/>
              <a:gd name="connsiteY6" fmla="*/ 4356208 h 4364940"/>
              <a:gd name="connsiteX7" fmla="*/ 6596381 w 8628010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42511 h 4345044"/>
              <a:gd name="connsiteX1" fmla="*/ 8539481 w 8539481"/>
              <a:gd name="connsiteY1" fmla="*/ 102448 h 4345044"/>
              <a:gd name="connsiteX2" fmla="*/ 8455343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42656 w 8542656"/>
              <a:gd name="connsiteY0" fmla="*/ 558061 h 4345044"/>
              <a:gd name="connsiteX1" fmla="*/ 8539481 w 8542656"/>
              <a:gd name="connsiteY1" fmla="*/ 102448 h 4345044"/>
              <a:gd name="connsiteX2" fmla="*/ 8455343 w 8542656"/>
              <a:gd name="connsiteY2" fmla="*/ 21487 h 4345044"/>
              <a:gd name="connsiteX3" fmla="*/ 103507 w 8542656"/>
              <a:gd name="connsiteY3" fmla="*/ 21487 h 4345044"/>
              <a:gd name="connsiteX4" fmla="*/ 6669 w 8542656"/>
              <a:gd name="connsiteY4" fmla="*/ 122291 h 4345044"/>
              <a:gd name="connsiteX5" fmla="*/ 6669 w 8542656"/>
              <a:gd name="connsiteY5" fmla="*/ 4234712 h 4345044"/>
              <a:gd name="connsiteX6" fmla="*/ 99538 w 8542656"/>
              <a:gd name="connsiteY6" fmla="*/ 4336312 h 4345044"/>
              <a:gd name="connsiteX7" fmla="*/ 6596381 w 8542656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7" fmla="*/ 6596381 w 8542655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0" fmla="*/ 8542655 w 8542655"/>
              <a:gd name="connsiteY0" fmla="*/ 881912 h 4234712"/>
              <a:gd name="connsiteX1" fmla="*/ 8539481 w 8542655"/>
              <a:gd name="connsiteY1" fmla="*/ 102448 h 4234712"/>
              <a:gd name="connsiteX2" fmla="*/ 8455343 w 8542655"/>
              <a:gd name="connsiteY2" fmla="*/ 21487 h 4234712"/>
              <a:gd name="connsiteX3" fmla="*/ 103507 w 8542655"/>
              <a:gd name="connsiteY3" fmla="*/ 21487 h 4234712"/>
              <a:gd name="connsiteX4" fmla="*/ 6669 w 8542655"/>
              <a:gd name="connsiteY4" fmla="*/ 122291 h 4234712"/>
              <a:gd name="connsiteX5" fmla="*/ 6669 w 8542655"/>
              <a:gd name="connsiteY5" fmla="*/ 4234712 h 4234712"/>
              <a:gd name="connsiteX0" fmla="*/ 8542655 w 8542655"/>
              <a:gd name="connsiteY0" fmla="*/ 881912 h 881912"/>
              <a:gd name="connsiteX1" fmla="*/ 8539481 w 8542655"/>
              <a:gd name="connsiteY1" fmla="*/ 102448 h 881912"/>
              <a:gd name="connsiteX2" fmla="*/ 8455343 w 8542655"/>
              <a:gd name="connsiteY2" fmla="*/ 21487 h 881912"/>
              <a:gd name="connsiteX3" fmla="*/ 103507 w 8542655"/>
              <a:gd name="connsiteY3" fmla="*/ 21487 h 881912"/>
              <a:gd name="connsiteX4" fmla="*/ 6669 w 8542655"/>
              <a:gd name="connsiteY4" fmla="*/ 122291 h 881912"/>
              <a:gd name="connsiteX0" fmla="*/ 8439148 w 8439148"/>
              <a:gd name="connsiteY0" fmla="*/ 870852 h 870852"/>
              <a:gd name="connsiteX1" fmla="*/ 8435974 w 8439148"/>
              <a:gd name="connsiteY1" fmla="*/ 91388 h 870852"/>
              <a:gd name="connsiteX2" fmla="*/ 8351836 w 8439148"/>
              <a:gd name="connsiteY2" fmla="*/ 10427 h 870852"/>
              <a:gd name="connsiteX3" fmla="*/ 0 w 8439148"/>
              <a:gd name="connsiteY3" fmla="*/ 10427 h 870852"/>
              <a:gd name="connsiteX0" fmla="*/ 5356223 w 5356223"/>
              <a:gd name="connsiteY0" fmla="*/ 870852 h 870852"/>
              <a:gd name="connsiteX1" fmla="*/ 5353049 w 5356223"/>
              <a:gd name="connsiteY1" fmla="*/ 91388 h 870852"/>
              <a:gd name="connsiteX2" fmla="*/ 5268911 w 5356223"/>
              <a:gd name="connsiteY2" fmla="*/ 10427 h 870852"/>
              <a:gd name="connsiteX3" fmla="*/ 0 w 53562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0427 h 870852"/>
              <a:gd name="connsiteX3" fmla="*/ 0 w 60420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7515 h 870852"/>
              <a:gd name="connsiteX3" fmla="*/ 0 w 6042023"/>
              <a:gd name="connsiteY3" fmla="*/ 17515 h 870852"/>
              <a:gd name="connsiteX0" fmla="*/ 603217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  <a:gd name="connsiteX0" fmla="*/ 603852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9907" h="1664602">
                <a:moveTo>
                  <a:pt x="6038528" y="1664602"/>
                </a:moveTo>
                <a:cubicBezTo>
                  <a:pt x="6037470" y="1512731"/>
                  <a:pt x="6039907" y="243259"/>
                  <a:pt x="6038849" y="91388"/>
                </a:cubicBezTo>
                <a:cubicBezTo>
                  <a:pt x="6034775" y="0"/>
                  <a:pt x="5986091" y="23970"/>
                  <a:pt x="5954711" y="17515"/>
                </a:cubicBezTo>
                <a:lnTo>
                  <a:pt x="0" y="17515"/>
                </a:lnTo>
              </a:path>
            </a:pathLst>
          </a:cu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defTabSz="457200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grpSp>
        <p:nvGrpSpPr>
          <p:cNvPr id="9" name="Group 118"/>
          <p:cNvGrpSpPr/>
          <p:nvPr/>
        </p:nvGrpSpPr>
        <p:grpSpPr>
          <a:xfrm>
            <a:off x="8187050" y="5695937"/>
            <a:ext cx="651247" cy="411523"/>
            <a:chOff x="7715563" y="5785391"/>
            <a:chExt cx="651247" cy="411523"/>
          </a:xfrm>
        </p:grpSpPr>
        <p:sp>
          <p:nvSpPr>
            <p:cNvPr id="29" name="Freeform 29"/>
            <p:cNvSpPr>
              <a:spLocks/>
            </p:cNvSpPr>
            <p:nvPr userDrawn="1"/>
          </p:nvSpPr>
          <p:spPr bwMode="auto">
            <a:xfrm>
              <a:off x="7715563" y="5785391"/>
              <a:ext cx="651247" cy="411523"/>
            </a:xfrm>
            <a:custGeom>
              <a:avLst/>
              <a:gdLst/>
              <a:ahLst/>
              <a:cxnLst>
                <a:cxn ang="0">
                  <a:pos x="300" y="168"/>
                </a:cxn>
                <a:cxn ang="0">
                  <a:pos x="280" y="188"/>
                </a:cxn>
                <a:cxn ang="0">
                  <a:pos x="20" y="188"/>
                </a:cxn>
                <a:cxn ang="0">
                  <a:pos x="0" y="168"/>
                </a:cxn>
                <a:cxn ang="0">
                  <a:pos x="273" y="168"/>
                </a:cxn>
                <a:cxn ang="0">
                  <a:pos x="273" y="0"/>
                </a:cxn>
                <a:cxn ang="0">
                  <a:pos x="27" y="0"/>
                </a:cxn>
                <a:cxn ang="0">
                  <a:pos x="27" y="145"/>
                </a:cxn>
              </a:cxnLst>
              <a:rect l="0" t="0" r="r" b="b"/>
              <a:pathLst>
                <a:path w="300" h="188">
                  <a:moveTo>
                    <a:pt x="300" y="168"/>
                  </a:moveTo>
                  <a:cubicBezTo>
                    <a:pt x="300" y="179"/>
                    <a:pt x="291" y="188"/>
                    <a:pt x="280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9" y="188"/>
                    <a:pt x="0" y="179"/>
                    <a:pt x="0" y="168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5"/>
                    <a:pt x="27" y="145"/>
                    <a:pt x="27" y="145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10" name="Group 116"/>
            <p:cNvGrpSpPr/>
            <p:nvPr userDrawn="1"/>
          </p:nvGrpSpPr>
          <p:grpSpPr>
            <a:xfrm>
              <a:off x="7905159" y="5833696"/>
              <a:ext cx="272054" cy="272054"/>
              <a:chOff x="7192487" y="5529300"/>
              <a:chExt cx="482282" cy="482282"/>
            </a:xfrm>
          </p:grpSpPr>
          <p:sp>
            <p:nvSpPr>
              <p:cNvPr id="97" name="Donut 96"/>
              <p:cNvSpPr/>
              <p:nvPr userDrawn="1"/>
            </p:nvSpPr>
            <p:spPr>
              <a:xfrm>
                <a:off x="7192487" y="5529300"/>
                <a:ext cx="482282" cy="482282"/>
              </a:xfrm>
              <a:prstGeom prst="donut">
                <a:avLst>
                  <a:gd name="adj" fmla="val 28950"/>
                </a:avLst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457200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kern="12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  <a:cs typeface="+mn-cs"/>
                </a:endParaRPr>
              </a:p>
            </p:txBody>
          </p:sp>
          <p:cxnSp>
            <p:nvCxnSpPr>
              <p:cNvPr id="101" name="Straight Connector 100"/>
              <p:cNvCxnSpPr/>
              <p:nvPr userDrawn="1"/>
            </p:nvCxnSpPr>
            <p:spPr>
              <a:xfrm>
                <a:off x="7433628" y="5536407"/>
                <a:ext cx="0" cy="13096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03" name="Straight Connector 102"/>
              <p:cNvCxnSpPr/>
              <p:nvPr userDrawn="1"/>
            </p:nvCxnSpPr>
            <p:spPr>
              <a:xfrm>
                <a:off x="7495541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06" name="Straight Connector 105"/>
              <p:cNvCxnSpPr/>
              <p:nvPr userDrawn="1"/>
            </p:nvCxnSpPr>
            <p:spPr>
              <a:xfrm flipH="1">
                <a:off x="7297897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07" name="Straight Connector 106"/>
              <p:cNvCxnSpPr/>
              <p:nvPr userDrawn="1"/>
            </p:nvCxnSpPr>
            <p:spPr>
              <a:xfrm flipH="1" flipV="1">
                <a:off x="7205030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16" name="Straight Connector 115"/>
              <p:cNvCxnSpPr/>
              <p:nvPr userDrawn="1"/>
            </p:nvCxnSpPr>
            <p:spPr>
              <a:xfrm flipV="1">
                <a:off x="7536022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</p:grpSp>
      </p:grpSp>
      <p:pic>
        <p:nvPicPr>
          <p:cNvPr id="56" name="Picture 13" descr="Capgemini_logo_closing.jpg"/>
          <p:cNvPicPr>
            <a:picLocks noChangeAspect="1"/>
          </p:cNvPicPr>
          <p:nvPr/>
        </p:nvPicPr>
        <p:blipFill>
          <a:blip r:embed="rId10" cstate="email"/>
          <a:stretch>
            <a:fillRect/>
          </a:stretch>
        </p:blipFill>
        <p:spPr>
          <a:xfrm>
            <a:off x="304573" y="683783"/>
            <a:ext cx="2520000" cy="633044"/>
          </a:xfrm>
          <a:prstGeom prst="rect">
            <a:avLst/>
          </a:prstGeom>
        </p:spPr>
      </p:pic>
      <p:pic>
        <p:nvPicPr>
          <p:cNvPr id="57" name="Picture 2" descr="C:\Documents and Settings\sarumuga\Desktop\Subha\CG Univerity\CG Univerity Jobs\University_logo_Col.jpg"/>
          <p:cNvPicPr>
            <a:picLocks noChangeAspect="1" noChangeArrowheads="1"/>
          </p:cNvPicPr>
          <p:nvPr/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356494" y="688081"/>
            <a:ext cx="2520000" cy="600646"/>
          </a:xfrm>
          <a:prstGeom prst="rect">
            <a:avLst/>
          </a:prstGeom>
          <a:noFill/>
        </p:spPr>
      </p:pic>
      <p:pic>
        <p:nvPicPr>
          <p:cNvPr id="58" name="Picture 3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1340768"/>
            <a:ext cx="9126000" cy="5010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Rectangle 58"/>
          <p:cNvSpPr/>
          <p:nvPr userDrawn="1">
            <p:custDataLst>
              <p:tags r:id="rId4"/>
            </p:custDataLst>
          </p:nvPr>
        </p:nvSpPr>
        <p:spPr>
          <a:xfrm>
            <a:off x="0" y="4293096"/>
            <a:ext cx="9144000" cy="2110155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en-US" sz="1300" dirty="0">
              <a:solidFill>
                <a:srgbClr val="FFFFFE"/>
              </a:solidFill>
            </a:endParaRPr>
          </a:p>
        </p:txBody>
      </p:sp>
      <p:sp>
        <p:nvSpPr>
          <p:cNvPr id="60" name="Subtitle 2"/>
          <p:cNvSpPr>
            <a:spLocks noGrp="1"/>
          </p:cNvSpPr>
          <p:nvPr>
            <p:ph type="subTitle" idx="1"/>
          </p:nvPr>
        </p:nvSpPr>
        <p:spPr>
          <a:xfrm>
            <a:off x="541020" y="5534107"/>
            <a:ext cx="7086600" cy="548640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University Handwriting" pitchFamily="2" charset="-128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61" name="Rectangle 7"/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9147229" cy="251793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2958168"/>
              <a:gd name="connsiteX1" fmla="*/ 9749773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331 w 10562411"/>
              <a:gd name="connsiteY7" fmla="*/ 2791 h 2958168"/>
              <a:gd name="connsiteX0" fmla="*/ 1331 w 10562411"/>
              <a:gd name="connsiteY0" fmla="*/ 2791 h 2958168"/>
              <a:gd name="connsiteX1" fmla="*/ 9749773 w 10562411"/>
              <a:gd name="connsiteY1" fmla="*/ 0 h 2958168"/>
              <a:gd name="connsiteX2" fmla="*/ 10561157 w 10562411"/>
              <a:gd name="connsiteY2" fmla="*/ 1476338 h 2958168"/>
              <a:gd name="connsiteX3" fmla="*/ 8330082 w 10562411"/>
              <a:gd name="connsiteY3" fmla="*/ 2161611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331 w 10562411"/>
              <a:gd name="connsiteY7" fmla="*/ 2791 h 2958168"/>
              <a:gd name="connsiteX0" fmla="*/ 1331 w 9751027"/>
              <a:gd name="connsiteY0" fmla="*/ 2791 h 2958168"/>
              <a:gd name="connsiteX1" fmla="*/ 9749773 w 9751027"/>
              <a:gd name="connsiteY1" fmla="*/ 0 h 2958168"/>
              <a:gd name="connsiteX2" fmla="*/ 9749773 w 9751027"/>
              <a:gd name="connsiteY2" fmla="*/ 1518345 h 2958168"/>
              <a:gd name="connsiteX3" fmla="*/ 8330082 w 9751027"/>
              <a:gd name="connsiteY3" fmla="*/ 2161611 h 2958168"/>
              <a:gd name="connsiteX4" fmla="*/ 2317558 w 9751027"/>
              <a:gd name="connsiteY4" fmla="*/ 2159512 h 2958168"/>
              <a:gd name="connsiteX5" fmla="*/ 1180889 w 9751027"/>
              <a:gd name="connsiteY5" fmla="*/ 2958168 h 2958168"/>
              <a:gd name="connsiteX6" fmla="*/ 0 w 9751027"/>
              <a:gd name="connsiteY6" fmla="*/ 2174065 h 2958168"/>
              <a:gd name="connsiteX7" fmla="*/ 1331 w 9751027"/>
              <a:gd name="connsiteY7" fmla="*/ 2791 h 2958168"/>
              <a:gd name="connsiteX0" fmla="*/ 1331 w 9751027"/>
              <a:gd name="connsiteY0" fmla="*/ 0 h 2955377"/>
              <a:gd name="connsiteX1" fmla="*/ 9749773 w 9751027"/>
              <a:gd name="connsiteY1" fmla="*/ 179239 h 2955377"/>
              <a:gd name="connsiteX2" fmla="*/ 9749773 w 9751027"/>
              <a:gd name="connsiteY2" fmla="*/ 1515554 h 2955377"/>
              <a:gd name="connsiteX3" fmla="*/ 8330082 w 9751027"/>
              <a:gd name="connsiteY3" fmla="*/ 2158820 h 2955377"/>
              <a:gd name="connsiteX4" fmla="*/ 2317558 w 9751027"/>
              <a:gd name="connsiteY4" fmla="*/ 2156721 h 2955377"/>
              <a:gd name="connsiteX5" fmla="*/ 1180889 w 9751027"/>
              <a:gd name="connsiteY5" fmla="*/ 2955377 h 2955377"/>
              <a:gd name="connsiteX6" fmla="*/ 0 w 9751027"/>
              <a:gd name="connsiteY6" fmla="*/ 2171274 h 2955377"/>
              <a:gd name="connsiteX7" fmla="*/ 1331 w 9751027"/>
              <a:gd name="connsiteY7" fmla="*/ 0 h 2955377"/>
              <a:gd name="connsiteX0" fmla="*/ 2189 w 9751027"/>
              <a:gd name="connsiteY0" fmla="*/ 0 h 2776138"/>
              <a:gd name="connsiteX1" fmla="*/ 9749773 w 9751027"/>
              <a:gd name="connsiteY1" fmla="*/ 0 h 2776138"/>
              <a:gd name="connsiteX2" fmla="*/ 9749773 w 9751027"/>
              <a:gd name="connsiteY2" fmla="*/ 1336315 h 2776138"/>
              <a:gd name="connsiteX3" fmla="*/ 8330082 w 9751027"/>
              <a:gd name="connsiteY3" fmla="*/ 1979581 h 2776138"/>
              <a:gd name="connsiteX4" fmla="*/ 2317558 w 9751027"/>
              <a:gd name="connsiteY4" fmla="*/ 1977482 h 2776138"/>
              <a:gd name="connsiteX5" fmla="*/ 1180889 w 9751027"/>
              <a:gd name="connsiteY5" fmla="*/ 2776138 h 2776138"/>
              <a:gd name="connsiteX6" fmla="*/ 0 w 9751027"/>
              <a:gd name="connsiteY6" fmla="*/ 1992035 h 2776138"/>
              <a:gd name="connsiteX7" fmla="*/ 2189 w 9751027"/>
              <a:gd name="connsiteY7" fmla="*/ 0 h 277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51027" h="2776138">
                <a:moveTo>
                  <a:pt x="2189" y="0"/>
                </a:moveTo>
                <a:lnTo>
                  <a:pt x="9749773" y="0"/>
                </a:lnTo>
                <a:cubicBezTo>
                  <a:pt x="9750286" y="67600"/>
                  <a:pt x="9751027" y="1292900"/>
                  <a:pt x="9749773" y="1336315"/>
                </a:cubicBezTo>
                <a:cubicBezTo>
                  <a:pt x="9272377" y="2008324"/>
                  <a:pt x="8746668" y="1984901"/>
                  <a:pt x="8330082" y="1979581"/>
                </a:cubicBezTo>
                <a:lnTo>
                  <a:pt x="2317558" y="1977482"/>
                </a:lnTo>
                <a:cubicBezTo>
                  <a:pt x="1740344" y="2010624"/>
                  <a:pt x="1372498" y="2313316"/>
                  <a:pt x="1180889" y="2776138"/>
                </a:cubicBezTo>
                <a:cubicBezTo>
                  <a:pt x="882535" y="2072361"/>
                  <a:pt x="278640" y="1991157"/>
                  <a:pt x="0" y="1992035"/>
                </a:cubicBezTo>
                <a:cubicBezTo>
                  <a:pt x="2067" y="1956522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rgbClr val="A1A1A1">
                <a:alpha val="24706"/>
              </a:srgbClr>
            </a:outerShdw>
          </a:effectLst>
        </p:spPr>
        <p:txBody>
          <a:bodyPr wrap="square" lIns="33059" tIns="42976" rIns="33059" bIns="42976" rtlCol="0" anchor="ctr"/>
          <a:lstStyle/>
          <a:p>
            <a:pPr algn="ctr" defTabSz="457200"/>
            <a:endParaRPr lang="en-US" sz="1000" dirty="0">
              <a:solidFill>
                <a:srgbClr val="FFFFFE"/>
              </a:solidFill>
              <a:latin typeface="Arial"/>
              <a:ea typeface="ＭＳ Ｐゴシック" pitchFamily="34" charset="-128"/>
              <a:cs typeface="Arial"/>
            </a:endParaRPr>
          </a:p>
        </p:txBody>
      </p:sp>
      <p:sp>
        <p:nvSpPr>
          <p:cNvPr id="62" name="Rectangle 61"/>
          <p:cNvSpPr/>
          <p:nvPr userDrawn="1">
            <p:custDataLst>
              <p:tags r:id="rId6"/>
            </p:custDataLst>
          </p:nvPr>
        </p:nvSpPr>
        <p:spPr>
          <a:xfrm>
            <a:off x="0" y="6411471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en-US" sz="1300" dirty="0">
              <a:solidFill>
                <a:srgbClr val="FFFFFE"/>
              </a:solidFill>
            </a:endParaRPr>
          </a:p>
        </p:txBody>
      </p:sp>
      <p:pic>
        <p:nvPicPr>
          <p:cNvPr id="63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7"/>
            </p:custDataLst>
          </p:nvPr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6321914" y="6543681"/>
            <a:ext cx="2520000" cy="200683"/>
          </a:xfrm>
          <a:prstGeom prst="rect">
            <a:avLst/>
          </a:prstGeom>
          <a:noFill/>
        </p:spPr>
      </p:pic>
      <p:grpSp>
        <p:nvGrpSpPr>
          <p:cNvPr id="64" name="Group 83"/>
          <p:cNvGrpSpPr/>
          <p:nvPr userDrawn="1"/>
        </p:nvGrpSpPr>
        <p:grpSpPr>
          <a:xfrm>
            <a:off x="6423019" y="5622055"/>
            <a:ext cx="395544" cy="463864"/>
            <a:chOff x="6137269" y="5708334"/>
            <a:chExt cx="395544" cy="463864"/>
          </a:xfrm>
        </p:grpSpPr>
        <p:sp>
          <p:nvSpPr>
            <p:cNvPr id="65" name="Freeform 21"/>
            <p:cNvSpPr>
              <a:spLocks/>
            </p:cNvSpPr>
            <p:nvPr userDrawn="1"/>
          </p:nvSpPr>
          <p:spPr bwMode="auto">
            <a:xfrm>
              <a:off x="6137269" y="5708334"/>
              <a:ext cx="160614" cy="227736"/>
            </a:xfrm>
            <a:custGeom>
              <a:avLst/>
              <a:gdLst/>
              <a:ahLst/>
              <a:cxnLst>
                <a:cxn ang="0">
                  <a:pos x="74" y="79"/>
                </a:cxn>
                <a:cxn ang="0">
                  <a:pos x="47" y="44"/>
                </a:cxn>
                <a:cxn ang="0">
                  <a:pos x="57" y="23"/>
                </a:cxn>
                <a:cxn ang="0">
                  <a:pos x="39" y="0"/>
                </a:cxn>
                <a:cxn ang="0">
                  <a:pos x="20" y="23"/>
                </a:cxn>
                <a:cxn ang="0">
                  <a:pos x="30" y="44"/>
                </a:cxn>
                <a:cxn ang="0">
                  <a:pos x="0" y="104"/>
                </a:cxn>
              </a:cxnLst>
              <a:rect l="0" t="0" r="r" b="b"/>
              <a:pathLst>
                <a:path w="74" h="104">
                  <a:moveTo>
                    <a:pt x="74" y="79"/>
                  </a:moveTo>
                  <a:cubicBezTo>
                    <a:pt x="71" y="62"/>
                    <a:pt x="62" y="49"/>
                    <a:pt x="47" y="44"/>
                  </a:cubicBezTo>
                  <a:cubicBezTo>
                    <a:pt x="52" y="40"/>
                    <a:pt x="57" y="31"/>
                    <a:pt x="57" y="23"/>
                  </a:cubicBezTo>
                  <a:cubicBezTo>
                    <a:pt x="57" y="10"/>
                    <a:pt x="49" y="0"/>
                    <a:pt x="39" y="0"/>
                  </a:cubicBezTo>
                  <a:cubicBezTo>
                    <a:pt x="28" y="0"/>
                    <a:pt x="20" y="10"/>
                    <a:pt x="20" y="23"/>
                  </a:cubicBezTo>
                  <a:cubicBezTo>
                    <a:pt x="20" y="31"/>
                    <a:pt x="26" y="40"/>
                    <a:pt x="30" y="44"/>
                  </a:cubicBezTo>
                  <a:cubicBezTo>
                    <a:pt x="8" y="51"/>
                    <a:pt x="0" y="75"/>
                    <a:pt x="0" y="104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6" name="Freeform 22"/>
            <p:cNvSpPr>
              <a:spLocks/>
            </p:cNvSpPr>
            <p:nvPr userDrawn="1"/>
          </p:nvSpPr>
          <p:spPr bwMode="auto">
            <a:xfrm>
              <a:off x="6185213" y="5944860"/>
              <a:ext cx="73515" cy="8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0" y="0"/>
                </a:cxn>
              </a:cxnLst>
              <a:rect l="0" t="0" r="r" b="b"/>
              <a:pathLst>
                <a:path w="34">
                  <a:moveTo>
                    <a:pt x="34" y="0"/>
                  </a:moveTo>
                  <a:cubicBezTo>
                    <a:pt x="24" y="0"/>
                    <a:pt x="11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7" name="Freeform 23"/>
            <p:cNvSpPr>
              <a:spLocks/>
            </p:cNvSpPr>
            <p:nvPr userDrawn="1"/>
          </p:nvSpPr>
          <p:spPr bwMode="auto">
            <a:xfrm>
              <a:off x="6367404" y="5767466"/>
              <a:ext cx="165409" cy="280476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1" y="52"/>
                </a:cxn>
                <a:cxn ang="0">
                  <a:pos x="9" y="27"/>
                </a:cxn>
                <a:cxn ang="0">
                  <a:pos x="31" y="0"/>
                </a:cxn>
                <a:cxn ang="0">
                  <a:pos x="54" y="27"/>
                </a:cxn>
                <a:cxn ang="0">
                  <a:pos x="41" y="52"/>
                </a:cxn>
                <a:cxn ang="0">
                  <a:pos x="76" y="122"/>
                </a:cxn>
                <a:cxn ang="0">
                  <a:pos x="11" y="126"/>
                </a:cxn>
              </a:cxnLst>
              <a:rect l="0" t="0" r="r" b="b"/>
              <a:pathLst>
                <a:path w="76" h="128">
                  <a:moveTo>
                    <a:pt x="0" y="67"/>
                  </a:moveTo>
                  <a:cubicBezTo>
                    <a:pt x="5" y="59"/>
                    <a:pt x="12" y="54"/>
                    <a:pt x="21" y="52"/>
                  </a:cubicBezTo>
                  <a:cubicBezTo>
                    <a:pt x="16" y="46"/>
                    <a:pt x="9" y="36"/>
                    <a:pt x="9" y="27"/>
                  </a:cubicBezTo>
                  <a:cubicBezTo>
                    <a:pt x="9" y="11"/>
                    <a:pt x="19" y="0"/>
                    <a:pt x="31" y="0"/>
                  </a:cubicBezTo>
                  <a:cubicBezTo>
                    <a:pt x="44" y="0"/>
                    <a:pt x="54" y="11"/>
                    <a:pt x="54" y="27"/>
                  </a:cubicBezTo>
                  <a:cubicBezTo>
                    <a:pt x="54" y="36"/>
                    <a:pt x="47" y="46"/>
                    <a:pt x="41" y="52"/>
                  </a:cubicBezTo>
                  <a:cubicBezTo>
                    <a:pt x="67" y="59"/>
                    <a:pt x="76" y="88"/>
                    <a:pt x="76" y="122"/>
                  </a:cubicBezTo>
                  <a:cubicBezTo>
                    <a:pt x="76" y="126"/>
                    <a:pt x="37" y="128"/>
                    <a:pt x="11" y="126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68" name="Group 76"/>
            <p:cNvGrpSpPr/>
            <p:nvPr userDrawn="1"/>
          </p:nvGrpSpPr>
          <p:grpSpPr>
            <a:xfrm>
              <a:off x="6200395" y="5879336"/>
              <a:ext cx="234931" cy="292862"/>
              <a:chOff x="6200395" y="5879336"/>
              <a:chExt cx="234931" cy="292862"/>
            </a:xfrm>
          </p:grpSpPr>
          <p:sp>
            <p:nvSpPr>
              <p:cNvPr id="69" name="Freeform 24"/>
              <p:cNvSpPr>
                <a:spLocks/>
              </p:cNvSpPr>
              <p:nvPr userDrawn="1"/>
            </p:nvSpPr>
            <p:spPr bwMode="auto">
              <a:xfrm>
                <a:off x="6258729" y="5880934"/>
                <a:ext cx="39155" cy="63926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18" y="0"/>
                  </a:cxn>
                </a:cxnLst>
                <a:rect l="0" t="0" r="r" b="b"/>
                <a:pathLst>
                  <a:path w="18" h="29">
                    <a:moveTo>
                      <a:pt x="0" y="29"/>
                    </a:moveTo>
                    <a:cubicBezTo>
                      <a:pt x="1" y="15"/>
                      <a:pt x="8" y="4"/>
                      <a:pt x="18" y="0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70" name="Freeform 25"/>
              <p:cNvSpPr>
                <a:spLocks/>
              </p:cNvSpPr>
              <p:nvPr userDrawn="1"/>
            </p:nvSpPr>
            <p:spPr bwMode="auto">
              <a:xfrm>
                <a:off x="6200395" y="5944860"/>
                <a:ext cx="91094" cy="227338"/>
              </a:xfrm>
              <a:custGeom>
                <a:avLst/>
                <a:gdLst>
                  <a:gd name="connsiteX0" fmla="*/ 6429 w 10000"/>
                  <a:gd name="connsiteY0" fmla="*/ 0 h 8863"/>
                  <a:gd name="connsiteX1" fmla="*/ 6429 w 10000"/>
                  <a:gd name="connsiteY1" fmla="*/ 171 h 8863"/>
                  <a:gd name="connsiteX2" fmla="*/ 10000 w 10000"/>
                  <a:gd name="connsiteY2" fmla="*/ 2735 h 8863"/>
                  <a:gd name="connsiteX3" fmla="*/ 0 w 10000"/>
                  <a:gd name="connsiteY3" fmla="*/ 8863 h 8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863">
                    <a:moveTo>
                      <a:pt x="6429" y="0"/>
                    </a:moveTo>
                    <a:lnTo>
                      <a:pt x="6429" y="171"/>
                    </a:lnTo>
                    <a:cubicBezTo>
                      <a:pt x="6429" y="1197"/>
                      <a:pt x="8333" y="2222"/>
                      <a:pt x="10000" y="2735"/>
                    </a:cubicBezTo>
                    <a:cubicBezTo>
                      <a:pt x="2381" y="3504"/>
                      <a:pt x="0" y="5359"/>
                      <a:pt x="0" y="8863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72" name="Freeform 26"/>
              <p:cNvSpPr>
                <a:spLocks/>
              </p:cNvSpPr>
              <p:nvPr userDrawn="1"/>
            </p:nvSpPr>
            <p:spPr bwMode="auto">
              <a:xfrm>
                <a:off x="6391376" y="6043146"/>
                <a:ext cx="43950" cy="1206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55"/>
                  </a:cxn>
                </a:cxnLst>
                <a:rect l="0" t="0" r="r" b="b"/>
                <a:pathLst>
                  <a:path w="20" h="55">
                    <a:moveTo>
                      <a:pt x="0" y="0"/>
                    </a:moveTo>
                    <a:cubicBezTo>
                      <a:pt x="12" y="13"/>
                      <a:pt x="18" y="32"/>
                      <a:pt x="20" y="55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76" name="Freeform 27"/>
              <p:cNvSpPr>
                <a:spLocks/>
              </p:cNvSpPr>
              <p:nvPr userDrawn="1"/>
            </p:nvSpPr>
            <p:spPr bwMode="auto">
              <a:xfrm>
                <a:off x="6297884" y="5879336"/>
                <a:ext cx="69519" cy="3516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9" y="0"/>
                  </a:cxn>
                  <a:cxn ang="0">
                    <a:pos x="32" y="16"/>
                  </a:cxn>
                </a:cxnLst>
                <a:rect l="0" t="0" r="r" b="b"/>
                <a:pathLst>
                  <a:path w="32" h="16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  <a:cubicBezTo>
                      <a:pt x="19" y="0"/>
                      <a:pt x="28" y="6"/>
                      <a:pt x="32" y="16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77" name="Freeform 28"/>
              <p:cNvSpPr>
                <a:spLocks/>
              </p:cNvSpPr>
              <p:nvPr userDrawn="1"/>
            </p:nvSpPr>
            <p:spPr bwMode="auto">
              <a:xfrm>
                <a:off x="6343430" y="5914495"/>
                <a:ext cx="47944" cy="12865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16"/>
                  </a:cxn>
                  <a:cxn ang="0">
                    <a:pos x="0" y="46"/>
                  </a:cxn>
                  <a:cxn ang="0">
                    <a:pos x="22" y="59"/>
                  </a:cxn>
                </a:cxnLst>
                <a:rect l="0" t="0" r="r" b="b"/>
                <a:pathLst>
                  <a:path w="22" h="59">
                    <a:moveTo>
                      <a:pt x="11" y="0"/>
                    </a:moveTo>
                    <a:cubicBezTo>
                      <a:pt x="13" y="4"/>
                      <a:pt x="15" y="10"/>
                      <a:pt x="15" y="16"/>
                    </a:cubicBezTo>
                    <a:cubicBezTo>
                      <a:pt x="15" y="28"/>
                      <a:pt x="7" y="40"/>
                      <a:pt x="0" y="46"/>
                    </a:cubicBezTo>
                    <a:cubicBezTo>
                      <a:pt x="9" y="49"/>
                      <a:pt x="16" y="53"/>
                      <a:pt x="22" y="59"/>
                    </a:cubicBez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</p:grpSp>
      <p:sp>
        <p:nvSpPr>
          <p:cNvPr id="78" name="Line 65"/>
          <p:cNvSpPr>
            <a:spLocks noChangeShapeType="1"/>
          </p:cNvSpPr>
          <p:nvPr userDrawn="1"/>
        </p:nvSpPr>
        <p:spPr bwMode="auto">
          <a:xfrm>
            <a:off x="7962901" y="6011923"/>
            <a:ext cx="279400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84" name="Line 66"/>
          <p:cNvSpPr>
            <a:spLocks noChangeShapeType="1"/>
          </p:cNvSpPr>
          <p:nvPr userDrawn="1"/>
        </p:nvSpPr>
        <p:spPr bwMode="auto">
          <a:xfrm>
            <a:off x="6721075" y="6086535"/>
            <a:ext cx="327426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85" name="Group 85"/>
          <p:cNvGrpSpPr/>
          <p:nvPr userDrawn="1"/>
        </p:nvGrpSpPr>
        <p:grpSpPr>
          <a:xfrm>
            <a:off x="7043322" y="5790326"/>
            <a:ext cx="447482" cy="451477"/>
            <a:chOff x="6773882" y="5879779"/>
            <a:chExt cx="447482" cy="451477"/>
          </a:xfrm>
        </p:grpSpPr>
        <p:sp>
          <p:nvSpPr>
            <p:cNvPr id="86" name="Freeform 56"/>
            <p:cNvSpPr>
              <a:spLocks/>
            </p:cNvSpPr>
            <p:nvPr userDrawn="1"/>
          </p:nvSpPr>
          <p:spPr bwMode="auto">
            <a:xfrm>
              <a:off x="6773882" y="5960486"/>
              <a:ext cx="51940" cy="208559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66"/>
                </a:cxn>
                <a:cxn ang="0">
                  <a:pos x="4" y="95"/>
                </a:cxn>
              </a:cxnLst>
              <a:rect l="0" t="0" r="r" b="b"/>
              <a:pathLst>
                <a:path w="24" h="95">
                  <a:moveTo>
                    <a:pt x="24" y="0"/>
                  </a:moveTo>
                  <a:cubicBezTo>
                    <a:pt x="9" y="18"/>
                    <a:pt x="0" y="41"/>
                    <a:pt x="0" y="66"/>
                  </a:cubicBezTo>
                  <a:cubicBezTo>
                    <a:pt x="0" y="76"/>
                    <a:pt x="1" y="86"/>
                    <a:pt x="4" y="95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87" name="Freeform 57"/>
            <p:cNvSpPr>
              <a:spLocks/>
            </p:cNvSpPr>
            <p:nvPr userDrawn="1"/>
          </p:nvSpPr>
          <p:spPr bwMode="auto">
            <a:xfrm>
              <a:off x="6825821" y="5879779"/>
              <a:ext cx="343602" cy="8070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79" y="0"/>
                </a:cxn>
                <a:cxn ang="0">
                  <a:pos x="158" y="37"/>
                </a:cxn>
              </a:cxnLst>
              <a:rect l="0" t="0" r="r" b="b"/>
              <a:pathLst>
                <a:path w="158" h="37">
                  <a:moveTo>
                    <a:pt x="0" y="37"/>
                  </a:moveTo>
                  <a:cubicBezTo>
                    <a:pt x="19" y="15"/>
                    <a:pt x="47" y="0"/>
                    <a:pt x="79" y="0"/>
                  </a:cubicBezTo>
                  <a:cubicBezTo>
                    <a:pt x="111" y="0"/>
                    <a:pt x="139" y="15"/>
                    <a:pt x="158" y="37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88" name="Freeform 58"/>
            <p:cNvSpPr>
              <a:spLocks/>
            </p:cNvSpPr>
            <p:nvPr userDrawn="1"/>
          </p:nvSpPr>
          <p:spPr bwMode="auto">
            <a:xfrm>
              <a:off x="6825821" y="5960486"/>
              <a:ext cx="343602" cy="399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" y="18"/>
                </a:cxn>
                <a:cxn ang="0">
                  <a:pos x="115" y="15"/>
                </a:cxn>
                <a:cxn ang="0">
                  <a:pos x="137" y="9"/>
                </a:cxn>
                <a:cxn ang="0">
                  <a:pos x="158" y="0"/>
                </a:cxn>
              </a:cxnLst>
              <a:rect l="0" t="0" r="r" b="b"/>
              <a:pathLst>
                <a:path w="158" h="18">
                  <a:moveTo>
                    <a:pt x="0" y="0"/>
                  </a:moveTo>
                  <a:cubicBezTo>
                    <a:pt x="19" y="11"/>
                    <a:pt x="47" y="18"/>
                    <a:pt x="79" y="18"/>
                  </a:cubicBezTo>
                  <a:cubicBezTo>
                    <a:pt x="91" y="18"/>
                    <a:pt x="103" y="17"/>
                    <a:pt x="115" y="15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45" y="7"/>
                    <a:pt x="151" y="4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0" name="Freeform 59"/>
            <p:cNvSpPr>
              <a:spLocks/>
            </p:cNvSpPr>
            <p:nvPr userDrawn="1"/>
          </p:nvSpPr>
          <p:spPr bwMode="auto">
            <a:xfrm>
              <a:off x="6825821" y="6210595"/>
              <a:ext cx="343602" cy="39954"/>
            </a:xfrm>
            <a:custGeom>
              <a:avLst/>
              <a:gdLst/>
              <a:ahLst/>
              <a:cxnLst>
                <a:cxn ang="0">
                  <a:pos x="158" y="18"/>
                </a:cxn>
                <a:cxn ang="0">
                  <a:pos x="79" y="0"/>
                </a:cxn>
                <a:cxn ang="0">
                  <a:pos x="0" y="18"/>
                </a:cxn>
              </a:cxnLst>
              <a:rect l="0" t="0" r="r" b="b"/>
              <a:pathLst>
                <a:path w="158" h="18">
                  <a:moveTo>
                    <a:pt x="158" y="18"/>
                  </a:moveTo>
                  <a:cubicBezTo>
                    <a:pt x="139" y="7"/>
                    <a:pt x="111" y="0"/>
                    <a:pt x="79" y="0"/>
                  </a:cubicBezTo>
                  <a:cubicBezTo>
                    <a:pt x="47" y="0"/>
                    <a:pt x="19" y="7"/>
                    <a:pt x="0" y="18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1" name="Line 61"/>
            <p:cNvSpPr>
              <a:spLocks noChangeShapeType="1"/>
            </p:cNvSpPr>
            <p:nvPr userDrawn="1"/>
          </p:nvSpPr>
          <p:spPr bwMode="auto">
            <a:xfrm>
              <a:off x="7082325" y="6105917"/>
              <a:ext cx="139039" cy="800"/>
            </a:xfrm>
            <a:prstGeom prst="line">
              <a:avLst/>
            </a:prstGeom>
            <a:noFill/>
            <a:ln w="19050" cap="flat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2" name="Freeform 55"/>
            <p:cNvSpPr>
              <a:spLocks/>
            </p:cNvSpPr>
            <p:nvPr userDrawn="1"/>
          </p:nvSpPr>
          <p:spPr bwMode="auto">
            <a:xfrm>
              <a:off x="6825821" y="5960486"/>
              <a:ext cx="395543" cy="370770"/>
            </a:xfrm>
            <a:custGeom>
              <a:avLst/>
              <a:gdLst/>
              <a:ahLst/>
              <a:cxnLst>
                <a:cxn ang="0">
                  <a:pos x="0" y="133"/>
                </a:cxn>
                <a:cxn ang="0">
                  <a:pos x="79" y="169"/>
                </a:cxn>
                <a:cxn ang="0">
                  <a:pos x="182" y="66"/>
                </a:cxn>
                <a:cxn ang="0">
                  <a:pos x="158" y="0"/>
                </a:cxn>
              </a:cxnLst>
              <a:rect l="0" t="0" r="r" b="b"/>
              <a:pathLst>
                <a:path w="182" h="169">
                  <a:moveTo>
                    <a:pt x="0" y="133"/>
                  </a:moveTo>
                  <a:cubicBezTo>
                    <a:pt x="19" y="155"/>
                    <a:pt x="47" y="169"/>
                    <a:pt x="79" y="169"/>
                  </a:cubicBezTo>
                  <a:cubicBezTo>
                    <a:pt x="136" y="169"/>
                    <a:pt x="182" y="123"/>
                    <a:pt x="182" y="66"/>
                  </a:cubicBezTo>
                  <a:cubicBezTo>
                    <a:pt x="182" y="41"/>
                    <a:pt x="173" y="18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3" name="Freeform 60"/>
            <p:cNvSpPr>
              <a:spLocks/>
            </p:cNvSpPr>
            <p:nvPr userDrawn="1"/>
          </p:nvSpPr>
          <p:spPr bwMode="auto">
            <a:xfrm>
              <a:off x="6875364" y="5879779"/>
              <a:ext cx="243718" cy="451477"/>
            </a:xfrm>
            <a:custGeom>
              <a:avLst/>
              <a:gdLst/>
              <a:ahLst/>
              <a:cxnLst>
                <a:cxn ang="0">
                  <a:pos x="4" y="66"/>
                </a:cxn>
                <a:cxn ang="0">
                  <a:pos x="56" y="0"/>
                </a:cxn>
                <a:cxn ang="0">
                  <a:pos x="99" y="38"/>
                </a:cxn>
                <a:cxn ang="0">
                  <a:pos x="107" y="60"/>
                </a:cxn>
                <a:cxn ang="0">
                  <a:pos x="112" y="103"/>
                </a:cxn>
                <a:cxn ang="0">
                  <a:pos x="56" y="206"/>
                </a:cxn>
                <a:cxn ang="0">
                  <a:pos x="0" y="103"/>
                </a:cxn>
                <a:cxn ang="0">
                  <a:pos x="1" y="91"/>
                </a:cxn>
                <a:cxn ang="0">
                  <a:pos x="4" y="66"/>
                </a:cxn>
              </a:cxnLst>
              <a:rect l="0" t="0" r="r" b="b"/>
              <a:pathLst>
                <a:path w="112" h="206">
                  <a:moveTo>
                    <a:pt x="4" y="66"/>
                  </a:moveTo>
                  <a:cubicBezTo>
                    <a:pt x="11" y="27"/>
                    <a:pt x="32" y="0"/>
                    <a:pt x="56" y="0"/>
                  </a:cubicBezTo>
                  <a:cubicBezTo>
                    <a:pt x="73" y="0"/>
                    <a:pt x="89" y="15"/>
                    <a:pt x="99" y="38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0" y="73"/>
                    <a:pt x="112" y="87"/>
                    <a:pt x="112" y="103"/>
                  </a:cubicBezTo>
                  <a:cubicBezTo>
                    <a:pt x="112" y="160"/>
                    <a:pt x="87" y="206"/>
                    <a:pt x="56" y="206"/>
                  </a:cubicBezTo>
                  <a:cubicBezTo>
                    <a:pt x="25" y="206"/>
                    <a:pt x="0" y="160"/>
                    <a:pt x="0" y="103"/>
                  </a:cubicBezTo>
                  <a:cubicBezTo>
                    <a:pt x="0" y="99"/>
                    <a:pt x="0" y="95"/>
                    <a:pt x="1" y="91"/>
                  </a:cubicBezTo>
                  <a:lnTo>
                    <a:pt x="4" y="66"/>
                  </a:lnTo>
                  <a:close/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5" name="Line 64"/>
            <p:cNvSpPr>
              <a:spLocks noChangeShapeType="1"/>
            </p:cNvSpPr>
            <p:nvPr userDrawn="1"/>
          </p:nvSpPr>
          <p:spPr bwMode="auto">
            <a:xfrm flipV="1">
              <a:off x="6997622" y="5879779"/>
              <a:ext cx="800" cy="451477"/>
            </a:xfrm>
            <a:prstGeom prst="line">
              <a:avLst/>
            </a:pr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96" name="Freeform 63"/>
            <p:cNvSpPr>
              <a:spLocks/>
            </p:cNvSpPr>
            <p:nvPr userDrawn="1"/>
          </p:nvSpPr>
          <p:spPr bwMode="auto">
            <a:xfrm>
              <a:off x="6774787" y="6105914"/>
              <a:ext cx="308469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  <a:cxn ang="0">
                  <a:pos x="386" y="0"/>
                </a:cxn>
              </a:cxnLst>
              <a:rect l="0" t="0" r="r" b="b"/>
              <a:pathLst>
                <a:path w="386">
                  <a:moveTo>
                    <a:pt x="0" y="0"/>
                  </a:moveTo>
                  <a:lnTo>
                    <a:pt x="326" y="0"/>
                  </a:lnTo>
                  <a:lnTo>
                    <a:pt x="386" y="0"/>
                  </a:ln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98" name="Line 65"/>
          <p:cNvSpPr>
            <a:spLocks noChangeShapeType="1"/>
          </p:cNvSpPr>
          <p:nvPr userDrawn="1"/>
        </p:nvSpPr>
        <p:spPr bwMode="auto">
          <a:xfrm>
            <a:off x="7483475" y="6014305"/>
            <a:ext cx="224632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99" name="Group 119"/>
          <p:cNvGrpSpPr/>
          <p:nvPr userDrawn="1"/>
        </p:nvGrpSpPr>
        <p:grpSpPr>
          <a:xfrm>
            <a:off x="7703025" y="5555115"/>
            <a:ext cx="271804" cy="453811"/>
            <a:chOff x="7764121" y="5644568"/>
            <a:chExt cx="271804" cy="453811"/>
          </a:xfrm>
        </p:grpSpPr>
        <p:sp>
          <p:nvSpPr>
            <p:cNvPr id="100" name="Freeform 99"/>
            <p:cNvSpPr/>
            <p:nvPr userDrawn="1"/>
          </p:nvSpPr>
          <p:spPr>
            <a:xfrm>
              <a:off x="7764121" y="5644568"/>
              <a:ext cx="271804" cy="171034"/>
            </a:xfrm>
            <a:custGeom>
              <a:avLst/>
              <a:gdLst>
                <a:gd name="connsiteX0" fmla="*/ 844550 w 844550"/>
                <a:gd name="connsiteY0" fmla="*/ 234950 h 425450"/>
                <a:gd name="connsiteX1" fmla="*/ 457200 w 844550"/>
                <a:gd name="connsiteY1" fmla="*/ 425450 h 425450"/>
                <a:gd name="connsiteX2" fmla="*/ 0 w 844550"/>
                <a:gd name="connsiteY2" fmla="*/ 222250 h 425450"/>
                <a:gd name="connsiteX3" fmla="*/ 463550 w 844550"/>
                <a:gd name="connsiteY3" fmla="*/ 0 h 425450"/>
                <a:gd name="connsiteX4" fmla="*/ 844550 w 844550"/>
                <a:gd name="connsiteY4" fmla="*/ 234950 h 425450"/>
                <a:gd name="connsiteX0" fmla="*/ 844550 w 935990"/>
                <a:gd name="connsiteY0" fmla="*/ 234950 h 425450"/>
                <a:gd name="connsiteX1" fmla="*/ 457200 w 935990"/>
                <a:gd name="connsiteY1" fmla="*/ 425450 h 425450"/>
                <a:gd name="connsiteX2" fmla="*/ 0 w 935990"/>
                <a:gd name="connsiteY2" fmla="*/ 222250 h 425450"/>
                <a:gd name="connsiteX3" fmla="*/ 463550 w 935990"/>
                <a:gd name="connsiteY3" fmla="*/ 0 h 425450"/>
                <a:gd name="connsiteX4" fmla="*/ 935990 w 935990"/>
                <a:gd name="connsiteY4" fmla="*/ 326390 h 425450"/>
                <a:gd name="connsiteX0" fmla="*/ 844550 w 885983"/>
                <a:gd name="connsiteY0" fmla="*/ 234950 h 425450"/>
                <a:gd name="connsiteX1" fmla="*/ 457200 w 885983"/>
                <a:gd name="connsiteY1" fmla="*/ 425450 h 425450"/>
                <a:gd name="connsiteX2" fmla="*/ 0 w 885983"/>
                <a:gd name="connsiteY2" fmla="*/ 222250 h 425450"/>
                <a:gd name="connsiteX3" fmla="*/ 463550 w 885983"/>
                <a:gd name="connsiteY3" fmla="*/ 0 h 425450"/>
                <a:gd name="connsiteX4" fmla="*/ 885983 w 885983"/>
                <a:gd name="connsiteY4" fmla="*/ 207327 h 425450"/>
                <a:gd name="connsiteX0" fmla="*/ 844550 w 883602"/>
                <a:gd name="connsiteY0" fmla="*/ 234950 h 595471"/>
                <a:gd name="connsiteX1" fmla="*/ 457200 w 883602"/>
                <a:gd name="connsiteY1" fmla="*/ 425450 h 595471"/>
                <a:gd name="connsiteX2" fmla="*/ 0 w 883602"/>
                <a:gd name="connsiteY2" fmla="*/ 222250 h 595471"/>
                <a:gd name="connsiteX3" fmla="*/ 463550 w 883602"/>
                <a:gd name="connsiteY3" fmla="*/ 0 h 595471"/>
                <a:gd name="connsiteX4" fmla="*/ 883602 w 883602"/>
                <a:gd name="connsiteY4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310" h="595471">
                  <a:moveTo>
                    <a:pt x="844550" y="234950"/>
                  </a:moveTo>
                  <a:lnTo>
                    <a:pt x="457200" y="425450"/>
                  </a:lnTo>
                  <a:lnTo>
                    <a:pt x="0" y="222250"/>
                  </a:lnTo>
                  <a:lnTo>
                    <a:pt x="463550" y="0"/>
                  </a:lnTo>
                  <a:cubicBezTo>
                    <a:pt x="634604" y="85858"/>
                    <a:pt x="696755" y="119037"/>
                    <a:pt x="876301" y="206375"/>
                  </a:cubicBezTo>
                  <a:cubicBezTo>
                    <a:pt x="946310" y="305620"/>
                    <a:pt x="859763" y="554831"/>
                    <a:pt x="883602" y="595471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102" name="Group 87"/>
            <p:cNvGrpSpPr/>
            <p:nvPr userDrawn="1"/>
          </p:nvGrpSpPr>
          <p:grpSpPr>
            <a:xfrm>
              <a:off x="7809723" y="5732772"/>
              <a:ext cx="165741" cy="79861"/>
              <a:chOff x="8343123" y="5780395"/>
              <a:chExt cx="165741" cy="65418"/>
            </a:xfrm>
          </p:grpSpPr>
          <p:sp>
            <p:nvSpPr>
              <p:cNvPr id="111" name="Freeform 110"/>
              <p:cNvSpPr/>
              <p:nvPr userDrawn="1"/>
            </p:nvSpPr>
            <p:spPr>
              <a:xfrm>
                <a:off x="8343123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12" name="Freeform 111"/>
              <p:cNvSpPr/>
              <p:nvPr userDrawn="1"/>
            </p:nvSpPr>
            <p:spPr>
              <a:xfrm flipH="1">
                <a:off x="8477178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104" name="Freeform 24"/>
            <p:cNvSpPr>
              <a:spLocks/>
            </p:cNvSpPr>
            <p:nvPr userDrawn="1"/>
          </p:nvSpPr>
          <p:spPr bwMode="auto">
            <a:xfrm>
              <a:off x="7833906" y="5791369"/>
              <a:ext cx="41272" cy="6738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8" y="0"/>
                </a:cxn>
              </a:cxnLst>
              <a:rect l="0" t="0" r="r" b="b"/>
              <a:pathLst>
                <a:path w="18" h="29">
                  <a:moveTo>
                    <a:pt x="0" y="29"/>
                  </a:moveTo>
                  <a:cubicBezTo>
                    <a:pt x="1" y="15"/>
                    <a:pt x="8" y="4"/>
                    <a:pt x="18" y="0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05" name="Freeform 25"/>
            <p:cNvSpPr>
              <a:spLocks/>
            </p:cNvSpPr>
            <p:nvPr userDrawn="1"/>
          </p:nvSpPr>
          <p:spPr bwMode="auto">
            <a:xfrm>
              <a:off x="7772419" y="5858751"/>
              <a:ext cx="96018" cy="239628"/>
            </a:xfrm>
            <a:custGeom>
              <a:avLst/>
              <a:gdLst>
                <a:gd name="connsiteX0" fmla="*/ 6429 w 10000"/>
                <a:gd name="connsiteY0" fmla="*/ 0 h 8863"/>
                <a:gd name="connsiteX1" fmla="*/ 6429 w 10000"/>
                <a:gd name="connsiteY1" fmla="*/ 171 h 8863"/>
                <a:gd name="connsiteX2" fmla="*/ 10000 w 10000"/>
                <a:gd name="connsiteY2" fmla="*/ 2735 h 8863"/>
                <a:gd name="connsiteX3" fmla="*/ 0 w 10000"/>
                <a:gd name="connsiteY3" fmla="*/ 8863 h 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8863">
                  <a:moveTo>
                    <a:pt x="6429" y="0"/>
                  </a:moveTo>
                  <a:lnTo>
                    <a:pt x="6429" y="171"/>
                  </a:lnTo>
                  <a:cubicBezTo>
                    <a:pt x="6429" y="1197"/>
                    <a:pt x="8333" y="2222"/>
                    <a:pt x="10000" y="2735"/>
                  </a:cubicBezTo>
                  <a:cubicBezTo>
                    <a:pt x="2381" y="3504"/>
                    <a:pt x="0" y="5359"/>
                    <a:pt x="0" y="8863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08" name="Freeform 26"/>
            <p:cNvSpPr>
              <a:spLocks/>
            </p:cNvSpPr>
            <p:nvPr userDrawn="1"/>
          </p:nvSpPr>
          <p:spPr bwMode="auto">
            <a:xfrm>
              <a:off x="7973724" y="5962350"/>
              <a:ext cx="46326" cy="129575"/>
            </a:xfrm>
            <a:custGeom>
              <a:avLst/>
              <a:gdLst>
                <a:gd name="connsiteX0" fmla="*/ 0 w 10514"/>
                <a:gd name="connsiteY0" fmla="*/ 0 h 11311"/>
                <a:gd name="connsiteX1" fmla="*/ 10514 w 10514"/>
                <a:gd name="connsiteY1" fmla="*/ 11311 h 11311"/>
                <a:gd name="connsiteX0" fmla="*/ 0 w 10000"/>
                <a:gd name="connsiteY0" fmla="*/ 0 h 10188"/>
                <a:gd name="connsiteX1" fmla="*/ 10000 w 10000"/>
                <a:gd name="connsiteY1" fmla="*/ 10188 h 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188">
                  <a:moveTo>
                    <a:pt x="0" y="0"/>
                  </a:moveTo>
                  <a:cubicBezTo>
                    <a:pt x="6000" y="2364"/>
                    <a:pt x="9000" y="6006"/>
                    <a:pt x="10000" y="10188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09" name="Freeform 27"/>
            <p:cNvSpPr>
              <a:spLocks/>
            </p:cNvSpPr>
            <p:nvPr userDrawn="1"/>
          </p:nvSpPr>
          <p:spPr bwMode="auto">
            <a:xfrm>
              <a:off x="7875178" y="5789685"/>
              <a:ext cx="73277" cy="3706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9" y="0"/>
                </a:cxn>
                <a:cxn ang="0">
                  <a:pos x="32" y="16"/>
                </a:cxn>
              </a:cxnLst>
              <a:rect l="0" t="0" r="r" b="b"/>
              <a:pathLst>
                <a:path w="32" h="16">
                  <a:moveTo>
                    <a:pt x="0" y="1"/>
                  </a:moveTo>
                  <a:cubicBezTo>
                    <a:pt x="3" y="0"/>
                    <a:pt x="6" y="0"/>
                    <a:pt x="9" y="0"/>
                  </a:cubicBezTo>
                  <a:cubicBezTo>
                    <a:pt x="19" y="0"/>
                    <a:pt x="28" y="6"/>
                    <a:pt x="32" y="16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10" name="Freeform 28"/>
            <p:cNvSpPr>
              <a:spLocks/>
            </p:cNvSpPr>
            <p:nvPr userDrawn="1"/>
          </p:nvSpPr>
          <p:spPr bwMode="auto">
            <a:xfrm>
              <a:off x="7923186" y="5826745"/>
              <a:ext cx="50536" cy="13560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5" y="16"/>
                </a:cxn>
                <a:cxn ang="0">
                  <a:pos x="0" y="46"/>
                </a:cxn>
                <a:cxn ang="0">
                  <a:pos x="22" y="59"/>
                </a:cxn>
              </a:cxnLst>
              <a:rect l="0" t="0" r="r" b="b"/>
              <a:pathLst>
                <a:path w="22" h="59">
                  <a:moveTo>
                    <a:pt x="11" y="0"/>
                  </a:moveTo>
                  <a:cubicBezTo>
                    <a:pt x="13" y="4"/>
                    <a:pt x="15" y="10"/>
                    <a:pt x="15" y="16"/>
                  </a:cubicBezTo>
                  <a:cubicBezTo>
                    <a:pt x="15" y="28"/>
                    <a:pt x="7" y="40"/>
                    <a:pt x="0" y="46"/>
                  </a:cubicBezTo>
                  <a:cubicBezTo>
                    <a:pt x="9" y="49"/>
                    <a:pt x="16" y="53"/>
                    <a:pt x="22" y="59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113" name="Line 65"/>
          <p:cNvSpPr>
            <a:spLocks noChangeShapeType="1"/>
          </p:cNvSpPr>
          <p:nvPr userDrawn="1"/>
        </p:nvSpPr>
        <p:spPr bwMode="auto">
          <a:xfrm>
            <a:off x="8840790" y="6064311"/>
            <a:ext cx="303211" cy="0"/>
          </a:xfrm>
          <a:prstGeom prst="line">
            <a:avLst/>
          </a:pr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114" name="Freeform 113"/>
          <p:cNvSpPr/>
          <p:nvPr userDrawn="1"/>
        </p:nvSpPr>
        <p:spPr>
          <a:xfrm flipH="1" flipV="1">
            <a:off x="438361" y="4465476"/>
            <a:ext cx="6039907" cy="1664603"/>
          </a:xfrm>
          <a:custGeom>
            <a:avLst/>
            <a:gdLst>
              <a:gd name="connsiteX0" fmla="*/ 8521700 w 8521700"/>
              <a:gd name="connsiteY0" fmla="*/ 3124200 h 4356100"/>
              <a:gd name="connsiteX1" fmla="*/ 8521700 w 8521700"/>
              <a:gd name="connsiteY1" fmla="*/ 203200 h 4356100"/>
              <a:gd name="connsiteX2" fmla="*/ 8318500 w 8521700"/>
              <a:gd name="connsiteY2" fmla="*/ 0 h 4356100"/>
              <a:gd name="connsiteX3" fmla="*/ 228600 w 8521700"/>
              <a:gd name="connsiteY3" fmla="*/ 0 h 4356100"/>
              <a:gd name="connsiteX4" fmla="*/ 0 w 8521700"/>
              <a:gd name="connsiteY4" fmla="*/ 215900 h 4356100"/>
              <a:gd name="connsiteX5" fmla="*/ 0 w 8521700"/>
              <a:gd name="connsiteY5" fmla="*/ 4356100 h 4356100"/>
              <a:gd name="connsiteX6" fmla="*/ 6578600 w 8521700"/>
              <a:gd name="connsiteY6" fmla="*/ 4318000 h 4356100"/>
              <a:gd name="connsiteX0" fmla="*/ 8532812 w 8532812"/>
              <a:gd name="connsiteY0" fmla="*/ 3124200 h 4318000"/>
              <a:gd name="connsiteX1" fmla="*/ 8532812 w 8532812"/>
              <a:gd name="connsiteY1" fmla="*/ 203200 h 4318000"/>
              <a:gd name="connsiteX2" fmla="*/ 8329612 w 8532812"/>
              <a:gd name="connsiteY2" fmla="*/ 0 h 4318000"/>
              <a:gd name="connsiteX3" fmla="*/ 239712 w 8532812"/>
              <a:gd name="connsiteY3" fmla="*/ 0 h 4318000"/>
              <a:gd name="connsiteX4" fmla="*/ 11112 w 8532812"/>
              <a:gd name="connsiteY4" fmla="*/ 215900 h 4318000"/>
              <a:gd name="connsiteX5" fmla="*/ 0 w 8532812"/>
              <a:gd name="connsiteY5" fmla="*/ 4318000 h 4318000"/>
              <a:gd name="connsiteX6" fmla="*/ 6589712 w 8532812"/>
              <a:gd name="connsiteY6" fmla="*/ 4318000 h 4318000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43819"/>
              <a:gd name="connsiteY0" fmla="*/ 3141768 h 4335568"/>
              <a:gd name="connsiteX1" fmla="*/ 8532812 w 8543819"/>
              <a:gd name="connsiteY1" fmla="*/ 220768 h 4335568"/>
              <a:gd name="connsiteX2" fmla="*/ 8329612 w 8543819"/>
              <a:gd name="connsiteY2" fmla="*/ 17568 h 4335568"/>
              <a:gd name="connsiteX3" fmla="*/ 239712 w 8543819"/>
              <a:gd name="connsiteY3" fmla="*/ 17568 h 4335568"/>
              <a:gd name="connsiteX4" fmla="*/ 11112 w 8543819"/>
              <a:gd name="connsiteY4" fmla="*/ 233468 h 4335568"/>
              <a:gd name="connsiteX5" fmla="*/ 0 w 8543819"/>
              <a:gd name="connsiteY5" fmla="*/ 4335568 h 4335568"/>
              <a:gd name="connsiteX6" fmla="*/ 6589712 w 8543819"/>
              <a:gd name="connsiteY6" fmla="*/ 4335568 h 4335568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77580 w 8588587"/>
              <a:gd name="connsiteY0" fmla="*/ 3174259 h 4368059"/>
              <a:gd name="connsiteX1" fmla="*/ 8577580 w 8588587"/>
              <a:gd name="connsiteY1" fmla="*/ 253259 h 4368059"/>
              <a:gd name="connsiteX2" fmla="*/ 8374380 w 8588587"/>
              <a:gd name="connsiteY2" fmla="*/ 50059 h 4368059"/>
              <a:gd name="connsiteX3" fmla="*/ 284480 w 8588587"/>
              <a:gd name="connsiteY3" fmla="*/ 50059 h 4368059"/>
              <a:gd name="connsiteX4" fmla="*/ 44768 w 8588587"/>
              <a:gd name="connsiteY4" fmla="*/ 308822 h 4368059"/>
              <a:gd name="connsiteX5" fmla="*/ 44768 w 8588587"/>
              <a:gd name="connsiteY5" fmla="*/ 4368059 h 4368059"/>
              <a:gd name="connsiteX6" fmla="*/ 6634480 w 8588587"/>
              <a:gd name="connsiteY6" fmla="*/ 4368059 h 4368059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58534 h 4358534"/>
              <a:gd name="connsiteX6" fmla="*/ 6610668 w 8564775"/>
              <a:gd name="connsiteY6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78106 w 8564775"/>
              <a:gd name="connsiteY7" fmla="*/ 4356948 h 4358534"/>
              <a:gd name="connsiteX8" fmla="*/ 6610668 w 8564775"/>
              <a:gd name="connsiteY8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89492"/>
              <a:gd name="connsiteX1" fmla="*/ 8553768 w 8564775"/>
              <a:gd name="connsiteY1" fmla="*/ 243734 h 4389492"/>
              <a:gd name="connsiteX2" fmla="*/ 8350568 w 8564775"/>
              <a:gd name="connsiteY2" fmla="*/ 40534 h 4389492"/>
              <a:gd name="connsiteX3" fmla="*/ 260668 w 8564775"/>
              <a:gd name="connsiteY3" fmla="*/ 40534 h 4389492"/>
              <a:gd name="connsiteX4" fmla="*/ 20956 w 8564775"/>
              <a:gd name="connsiteY4" fmla="*/ 299297 h 4389492"/>
              <a:gd name="connsiteX5" fmla="*/ 20956 w 8564775"/>
              <a:gd name="connsiteY5" fmla="*/ 4302179 h 4389492"/>
              <a:gd name="connsiteX6" fmla="*/ 78106 w 8564775"/>
              <a:gd name="connsiteY6" fmla="*/ 4356948 h 4389492"/>
              <a:gd name="connsiteX7" fmla="*/ 6610668 w 8564775"/>
              <a:gd name="connsiteY7" fmla="*/ 4358534 h 4389492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256935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5"/>
              <a:gd name="connsiteX1" fmla="*/ 8553768 w 8564775"/>
              <a:gd name="connsiteY1" fmla="*/ 243734 h 4358535"/>
              <a:gd name="connsiteX2" fmla="*/ 8350568 w 8564775"/>
              <a:gd name="connsiteY2" fmla="*/ 40534 h 4358535"/>
              <a:gd name="connsiteX3" fmla="*/ 260668 w 8564775"/>
              <a:gd name="connsiteY3" fmla="*/ 40534 h 4358535"/>
              <a:gd name="connsiteX4" fmla="*/ 20956 w 8564775"/>
              <a:gd name="connsiteY4" fmla="*/ 299297 h 4358535"/>
              <a:gd name="connsiteX5" fmla="*/ 20956 w 8564775"/>
              <a:gd name="connsiteY5" fmla="*/ 4256935 h 4358535"/>
              <a:gd name="connsiteX6" fmla="*/ 113825 w 8564775"/>
              <a:gd name="connsiteY6" fmla="*/ 4358535 h 4358535"/>
              <a:gd name="connsiteX7" fmla="*/ 6610668 w 8564775"/>
              <a:gd name="connsiteY7" fmla="*/ 4358534 h 4358535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260668 w 8564775"/>
              <a:gd name="connsiteY3" fmla="*/ 40534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167799 w 8564775"/>
              <a:gd name="connsiteY3" fmla="*/ 43710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309991 h 4512524"/>
              <a:gd name="connsiteX1" fmla="*/ 8553768 w 8564775"/>
              <a:gd name="connsiteY1" fmla="*/ 388991 h 4512524"/>
              <a:gd name="connsiteX2" fmla="*/ 8350568 w 8564775"/>
              <a:gd name="connsiteY2" fmla="*/ 185791 h 4512524"/>
              <a:gd name="connsiteX3" fmla="*/ 167799 w 8564775"/>
              <a:gd name="connsiteY3" fmla="*/ 188967 h 4512524"/>
              <a:gd name="connsiteX4" fmla="*/ 20956 w 8564775"/>
              <a:gd name="connsiteY4" fmla="*/ 299297 h 4512524"/>
              <a:gd name="connsiteX5" fmla="*/ 20956 w 8564775"/>
              <a:gd name="connsiteY5" fmla="*/ 4402192 h 4512524"/>
              <a:gd name="connsiteX6" fmla="*/ 113825 w 8564775"/>
              <a:gd name="connsiteY6" fmla="*/ 4503792 h 4512524"/>
              <a:gd name="connsiteX7" fmla="*/ 6610668 w 8564775"/>
              <a:gd name="connsiteY7" fmla="*/ 4503791 h 4512524"/>
              <a:gd name="connsiteX0" fmla="*/ 8553768 w 8564775"/>
              <a:gd name="connsiteY0" fmla="*/ 3343329 h 4545862"/>
              <a:gd name="connsiteX1" fmla="*/ 8553768 w 8564775"/>
              <a:gd name="connsiteY1" fmla="*/ 422329 h 4545862"/>
              <a:gd name="connsiteX2" fmla="*/ 8350568 w 8564775"/>
              <a:gd name="connsiteY2" fmla="*/ 219129 h 4545862"/>
              <a:gd name="connsiteX3" fmla="*/ 167799 w 8564775"/>
              <a:gd name="connsiteY3" fmla="*/ 222305 h 4545862"/>
              <a:gd name="connsiteX4" fmla="*/ 20956 w 8564775"/>
              <a:gd name="connsiteY4" fmla="*/ 299297 h 4545862"/>
              <a:gd name="connsiteX5" fmla="*/ 20956 w 8564775"/>
              <a:gd name="connsiteY5" fmla="*/ 4435530 h 4545862"/>
              <a:gd name="connsiteX6" fmla="*/ 113825 w 8564775"/>
              <a:gd name="connsiteY6" fmla="*/ 4537130 h 4545862"/>
              <a:gd name="connsiteX7" fmla="*/ 6610668 w 8564775"/>
              <a:gd name="connsiteY7" fmla="*/ 4537129 h 4545862"/>
              <a:gd name="connsiteX0" fmla="*/ 8545037 w 8556044"/>
              <a:gd name="connsiteY0" fmla="*/ 3152829 h 4355362"/>
              <a:gd name="connsiteX1" fmla="*/ 8545037 w 8556044"/>
              <a:gd name="connsiteY1" fmla="*/ 231829 h 4355362"/>
              <a:gd name="connsiteX2" fmla="*/ 8341837 w 8556044"/>
              <a:gd name="connsiteY2" fmla="*/ 28629 h 4355362"/>
              <a:gd name="connsiteX3" fmla="*/ 159068 w 8556044"/>
              <a:gd name="connsiteY3" fmla="*/ 31805 h 4355362"/>
              <a:gd name="connsiteX4" fmla="*/ 12225 w 8556044"/>
              <a:gd name="connsiteY4" fmla="*/ 108797 h 4355362"/>
              <a:gd name="connsiteX5" fmla="*/ 12225 w 8556044"/>
              <a:gd name="connsiteY5" fmla="*/ 4245030 h 4355362"/>
              <a:gd name="connsiteX6" fmla="*/ 105094 w 8556044"/>
              <a:gd name="connsiteY6" fmla="*/ 4346630 h 4355362"/>
              <a:gd name="connsiteX7" fmla="*/ 6601937 w 8556044"/>
              <a:gd name="connsiteY7" fmla="*/ 4346629 h 4355362"/>
              <a:gd name="connsiteX0" fmla="*/ 8590280 w 8601287"/>
              <a:gd name="connsiteY0" fmla="*/ 3152829 h 4355362"/>
              <a:gd name="connsiteX1" fmla="*/ 8590280 w 8601287"/>
              <a:gd name="connsiteY1" fmla="*/ 231829 h 4355362"/>
              <a:gd name="connsiteX2" fmla="*/ 8387080 w 8601287"/>
              <a:gd name="connsiteY2" fmla="*/ 28629 h 4355362"/>
              <a:gd name="connsiteX3" fmla="*/ 159068 w 8601287"/>
              <a:gd name="connsiteY3" fmla="*/ 31805 h 4355362"/>
              <a:gd name="connsiteX4" fmla="*/ 57468 w 8601287"/>
              <a:gd name="connsiteY4" fmla="*/ 108797 h 4355362"/>
              <a:gd name="connsiteX5" fmla="*/ 57468 w 8601287"/>
              <a:gd name="connsiteY5" fmla="*/ 4245030 h 4355362"/>
              <a:gd name="connsiteX6" fmla="*/ 150337 w 8601287"/>
              <a:gd name="connsiteY6" fmla="*/ 4346630 h 4355362"/>
              <a:gd name="connsiteX7" fmla="*/ 6647180 w 8601287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41768 h 4344301"/>
              <a:gd name="connsiteX1" fmla="*/ 8537575 w 8548582"/>
              <a:gd name="connsiteY1" fmla="*/ 220768 h 4344301"/>
              <a:gd name="connsiteX2" fmla="*/ 8334375 w 8548582"/>
              <a:gd name="connsiteY2" fmla="*/ 17568 h 4344301"/>
              <a:gd name="connsiteX3" fmla="*/ 106363 w 8548582"/>
              <a:gd name="connsiteY3" fmla="*/ 20744 h 4344301"/>
              <a:gd name="connsiteX4" fmla="*/ 4762 w 8548582"/>
              <a:gd name="connsiteY4" fmla="*/ 109642 h 4344301"/>
              <a:gd name="connsiteX5" fmla="*/ 4763 w 8548582"/>
              <a:gd name="connsiteY5" fmla="*/ 4233969 h 4344301"/>
              <a:gd name="connsiteX6" fmla="*/ 97632 w 8548582"/>
              <a:gd name="connsiteY6" fmla="*/ 4335569 h 4344301"/>
              <a:gd name="connsiteX7" fmla="*/ 6594475 w 8548582"/>
              <a:gd name="connsiteY7" fmla="*/ 4335568 h 4344301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8270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9230 h 4361763"/>
              <a:gd name="connsiteX1" fmla="*/ 8539482 w 8550489"/>
              <a:gd name="connsiteY1" fmla="*/ 238230 h 4361763"/>
              <a:gd name="connsiteX2" fmla="*/ 8336282 w 8550489"/>
              <a:gd name="connsiteY2" fmla="*/ 35030 h 4361763"/>
              <a:gd name="connsiteX3" fmla="*/ 103508 w 8550489"/>
              <a:gd name="connsiteY3" fmla="*/ 38206 h 4361763"/>
              <a:gd name="connsiteX4" fmla="*/ 6669 w 8550489"/>
              <a:gd name="connsiteY4" fmla="*/ 127104 h 4361763"/>
              <a:gd name="connsiteX5" fmla="*/ 6670 w 8550489"/>
              <a:gd name="connsiteY5" fmla="*/ 4251431 h 4361763"/>
              <a:gd name="connsiteX6" fmla="*/ 99539 w 8550489"/>
              <a:gd name="connsiteY6" fmla="*/ 4353031 h 4361763"/>
              <a:gd name="connsiteX7" fmla="*/ 6596382 w 8550489"/>
              <a:gd name="connsiteY7" fmla="*/ 4353030 h 4361763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1 w 8550488"/>
              <a:gd name="connsiteY0" fmla="*/ 3142511 h 4345044"/>
              <a:gd name="connsiteX1" fmla="*/ 8539481 w 8550488"/>
              <a:gd name="connsiteY1" fmla="*/ 221511 h 4345044"/>
              <a:gd name="connsiteX2" fmla="*/ 8336281 w 8550488"/>
              <a:gd name="connsiteY2" fmla="*/ 18311 h 4345044"/>
              <a:gd name="connsiteX3" fmla="*/ 103507 w 8550488"/>
              <a:gd name="connsiteY3" fmla="*/ 21487 h 4345044"/>
              <a:gd name="connsiteX4" fmla="*/ 6669 w 8550488"/>
              <a:gd name="connsiteY4" fmla="*/ 122291 h 4345044"/>
              <a:gd name="connsiteX5" fmla="*/ 6669 w 8550488"/>
              <a:gd name="connsiteY5" fmla="*/ 4234712 h 4345044"/>
              <a:gd name="connsiteX6" fmla="*/ 99538 w 8550488"/>
              <a:gd name="connsiteY6" fmla="*/ 4336312 h 4345044"/>
              <a:gd name="connsiteX7" fmla="*/ 6596381 w 8550488"/>
              <a:gd name="connsiteY7" fmla="*/ 4336311 h 4345044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336281 w 8550487"/>
              <a:gd name="connsiteY2" fmla="*/ 122343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97847"/>
              <a:gd name="connsiteY0" fmla="*/ 3246543 h 4449076"/>
              <a:gd name="connsiteX1" fmla="*/ 8539480 w 8597847"/>
              <a:gd name="connsiteY1" fmla="*/ 220768 h 4449076"/>
              <a:gd name="connsiteX2" fmla="*/ 8438674 w 8597847"/>
              <a:gd name="connsiteY2" fmla="*/ 125519 h 4449076"/>
              <a:gd name="connsiteX3" fmla="*/ 103507 w 8597847"/>
              <a:gd name="connsiteY3" fmla="*/ 125519 h 4449076"/>
              <a:gd name="connsiteX4" fmla="*/ 6669 w 8597847"/>
              <a:gd name="connsiteY4" fmla="*/ 226323 h 4449076"/>
              <a:gd name="connsiteX5" fmla="*/ 6669 w 8597847"/>
              <a:gd name="connsiteY5" fmla="*/ 4338744 h 4449076"/>
              <a:gd name="connsiteX6" fmla="*/ 99538 w 8597847"/>
              <a:gd name="connsiteY6" fmla="*/ 4440344 h 4449076"/>
              <a:gd name="connsiteX7" fmla="*/ 6596381 w 8597847"/>
              <a:gd name="connsiteY7" fmla="*/ 4440343 h 4449076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438674 w 8550487"/>
              <a:gd name="connsiteY2" fmla="*/ 125519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56837"/>
              <a:gd name="connsiteY0" fmla="*/ 3151293 h 4353826"/>
              <a:gd name="connsiteX1" fmla="*/ 8539480 w 8556837"/>
              <a:gd name="connsiteY1" fmla="*/ 125518 h 4353826"/>
              <a:gd name="connsiteX2" fmla="*/ 8438674 w 8556837"/>
              <a:gd name="connsiteY2" fmla="*/ 30269 h 4353826"/>
              <a:gd name="connsiteX3" fmla="*/ 103507 w 8556837"/>
              <a:gd name="connsiteY3" fmla="*/ 30269 h 4353826"/>
              <a:gd name="connsiteX4" fmla="*/ 6669 w 8556837"/>
              <a:gd name="connsiteY4" fmla="*/ 131073 h 4353826"/>
              <a:gd name="connsiteX5" fmla="*/ 6669 w 8556837"/>
              <a:gd name="connsiteY5" fmla="*/ 4243494 h 4353826"/>
              <a:gd name="connsiteX6" fmla="*/ 99538 w 8556837"/>
              <a:gd name="connsiteY6" fmla="*/ 4345094 h 4353826"/>
              <a:gd name="connsiteX7" fmla="*/ 6596381 w 8556837"/>
              <a:gd name="connsiteY7" fmla="*/ 4345093 h 4353826"/>
              <a:gd name="connsiteX0" fmla="*/ 8539481 w 8539481"/>
              <a:gd name="connsiteY0" fmla="*/ 3142511 h 4345044"/>
              <a:gd name="connsiteX1" fmla="*/ 8539480 w 8539481"/>
              <a:gd name="connsiteY1" fmla="*/ 116736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49428"/>
              <a:gd name="connsiteY0" fmla="*/ 3142511 h 4345044"/>
              <a:gd name="connsiteX1" fmla="*/ 8539481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49428"/>
              <a:gd name="connsiteY0" fmla="*/ 3142511 h 4345044"/>
              <a:gd name="connsiteX1" fmla="*/ 8539480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22005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10099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10099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46253"/>
              <a:gd name="connsiteY0" fmla="*/ 3162407 h 4364940"/>
              <a:gd name="connsiteX1" fmla="*/ 8539481 w 8546253"/>
              <a:gd name="connsiteY1" fmla="*/ 122344 h 4364940"/>
              <a:gd name="connsiteX2" fmla="*/ 8410099 w 8546253"/>
              <a:gd name="connsiteY2" fmla="*/ 41383 h 4364940"/>
              <a:gd name="connsiteX3" fmla="*/ 103507 w 8546253"/>
              <a:gd name="connsiteY3" fmla="*/ 41383 h 4364940"/>
              <a:gd name="connsiteX4" fmla="*/ 6669 w 8546253"/>
              <a:gd name="connsiteY4" fmla="*/ 142187 h 4364940"/>
              <a:gd name="connsiteX5" fmla="*/ 6669 w 8546253"/>
              <a:gd name="connsiteY5" fmla="*/ 4254608 h 4364940"/>
              <a:gd name="connsiteX6" fmla="*/ 99538 w 8546253"/>
              <a:gd name="connsiteY6" fmla="*/ 4356208 h 4364940"/>
              <a:gd name="connsiteX7" fmla="*/ 6596381 w 8546253"/>
              <a:gd name="connsiteY7" fmla="*/ 4356207 h 4364940"/>
              <a:gd name="connsiteX0" fmla="*/ 8539481 w 8559747"/>
              <a:gd name="connsiteY0" fmla="*/ 3162407 h 4364940"/>
              <a:gd name="connsiteX1" fmla="*/ 8539481 w 8559747"/>
              <a:gd name="connsiteY1" fmla="*/ 122344 h 4364940"/>
              <a:gd name="connsiteX2" fmla="*/ 8410099 w 8559747"/>
              <a:gd name="connsiteY2" fmla="*/ 41383 h 4364940"/>
              <a:gd name="connsiteX3" fmla="*/ 103507 w 8559747"/>
              <a:gd name="connsiteY3" fmla="*/ 41383 h 4364940"/>
              <a:gd name="connsiteX4" fmla="*/ 6669 w 8559747"/>
              <a:gd name="connsiteY4" fmla="*/ 142187 h 4364940"/>
              <a:gd name="connsiteX5" fmla="*/ 6669 w 8559747"/>
              <a:gd name="connsiteY5" fmla="*/ 4254608 h 4364940"/>
              <a:gd name="connsiteX6" fmla="*/ 99538 w 8559747"/>
              <a:gd name="connsiteY6" fmla="*/ 4356208 h 4364940"/>
              <a:gd name="connsiteX7" fmla="*/ 6596381 w 8559747"/>
              <a:gd name="connsiteY7" fmla="*/ 4356207 h 4364940"/>
              <a:gd name="connsiteX0" fmla="*/ 8539481 w 8582766"/>
              <a:gd name="connsiteY0" fmla="*/ 3162407 h 4364940"/>
              <a:gd name="connsiteX1" fmla="*/ 8539481 w 8582766"/>
              <a:gd name="connsiteY1" fmla="*/ 122344 h 4364940"/>
              <a:gd name="connsiteX2" fmla="*/ 8410099 w 8582766"/>
              <a:gd name="connsiteY2" fmla="*/ 41383 h 4364940"/>
              <a:gd name="connsiteX3" fmla="*/ 103507 w 8582766"/>
              <a:gd name="connsiteY3" fmla="*/ 41383 h 4364940"/>
              <a:gd name="connsiteX4" fmla="*/ 6669 w 8582766"/>
              <a:gd name="connsiteY4" fmla="*/ 142187 h 4364940"/>
              <a:gd name="connsiteX5" fmla="*/ 6669 w 8582766"/>
              <a:gd name="connsiteY5" fmla="*/ 4254608 h 4364940"/>
              <a:gd name="connsiteX6" fmla="*/ 99538 w 8582766"/>
              <a:gd name="connsiteY6" fmla="*/ 4356208 h 4364940"/>
              <a:gd name="connsiteX7" fmla="*/ 6596381 w 8582766"/>
              <a:gd name="connsiteY7" fmla="*/ 4356207 h 4364940"/>
              <a:gd name="connsiteX0" fmla="*/ 8539481 w 8628010"/>
              <a:gd name="connsiteY0" fmla="*/ 3162407 h 4364940"/>
              <a:gd name="connsiteX1" fmla="*/ 8539481 w 8628010"/>
              <a:gd name="connsiteY1" fmla="*/ 122344 h 4364940"/>
              <a:gd name="connsiteX2" fmla="*/ 8455343 w 8628010"/>
              <a:gd name="connsiteY2" fmla="*/ 41383 h 4364940"/>
              <a:gd name="connsiteX3" fmla="*/ 103507 w 8628010"/>
              <a:gd name="connsiteY3" fmla="*/ 41383 h 4364940"/>
              <a:gd name="connsiteX4" fmla="*/ 6669 w 8628010"/>
              <a:gd name="connsiteY4" fmla="*/ 142187 h 4364940"/>
              <a:gd name="connsiteX5" fmla="*/ 6669 w 8628010"/>
              <a:gd name="connsiteY5" fmla="*/ 4254608 h 4364940"/>
              <a:gd name="connsiteX6" fmla="*/ 99538 w 8628010"/>
              <a:gd name="connsiteY6" fmla="*/ 4356208 h 4364940"/>
              <a:gd name="connsiteX7" fmla="*/ 6596381 w 8628010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42511 h 4345044"/>
              <a:gd name="connsiteX1" fmla="*/ 8539481 w 8539481"/>
              <a:gd name="connsiteY1" fmla="*/ 102448 h 4345044"/>
              <a:gd name="connsiteX2" fmla="*/ 8455343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42656 w 8542656"/>
              <a:gd name="connsiteY0" fmla="*/ 558061 h 4345044"/>
              <a:gd name="connsiteX1" fmla="*/ 8539481 w 8542656"/>
              <a:gd name="connsiteY1" fmla="*/ 102448 h 4345044"/>
              <a:gd name="connsiteX2" fmla="*/ 8455343 w 8542656"/>
              <a:gd name="connsiteY2" fmla="*/ 21487 h 4345044"/>
              <a:gd name="connsiteX3" fmla="*/ 103507 w 8542656"/>
              <a:gd name="connsiteY3" fmla="*/ 21487 h 4345044"/>
              <a:gd name="connsiteX4" fmla="*/ 6669 w 8542656"/>
              <a:gd name="connsiteY4" fmla="*/ 122291 h 4345044"/>
              <a:gd name="connsiteX5" fmla="*/ 6669 w 8542656"/>
              <a:gd name="connsiteY5" fmla="*/ 4234712 h 4345044"/>
              <a:gd name="connsiteX6" fmla="*/ 99538 w 8542656"/>
              <a:gd name="connsiteY6" fmla="*/ 4336312 h 4345044"/>
              <a:gd name="connsiteX7" fmla="*/ 6596381 w 8542656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7" fmla="*/ 6596381 w 8542655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0" fmla="*/ 8542655 w 8542655"/>
              <a:gd name="connsiteY0" fmla="*/ 881912 h 4234712"/>
              <a:gd name="connsiteX1" fmla="*/ 8539481 w 8542655"/>
              <a:gd name="connsiteY1" fmla="*/ 102448 h 4234712"/>
              <a:gd name="connsiteX2" fmla="*/ 8455343 w 8542655"/>
              <a:gd name="connsiteY2" fmla="*/ 21487 h 4234712"/>
              <a:gd name="connsiteX3" fmla="*/ 103507 w 8542655"/>
              <a:gd name="connsiteY3" fmla="*/ 21487 h 4234712"/>
              <a:gd name="connsiteX4" fmla="*/ 6669 w 8542655"/>
              <a:gd name="connsiteY4" fmla="*/ 122291 h 4234712"/>
              <a:gd name="connsiteX5" fmla="*/ 6669 w 8542655"/>
              <a:gd name="connsiteY5" fmla="*/ 4234712 h 4234712"/>
              <a:gd name="connsiteX0" fmla="*/ 8542655 w 8542655"/>
              <a:gd name="connsiteY0" fmla="*/ 881912 h 881912"/>
              <a:gd name="connsiteX1" fmla="*/ 8539481 w 8542655"/>
              <a:gd name="connsiteY1" fmla="*/ 102448 h 881912"/>
              <a:gd name="connsiteX2" fmla="*/ 8455343 w 8542655"/>
              <a:gd name="connsiteY2" fmla="*/ 21487 h 881912"/>
              <a:gd name="connsiteX3" fmla="*/ 103507 w 8542655"/>
              <a:gd name="connsiteY3" fmla="*/ 21487 h 881912"/>
              <a:gd name="connsiteX4" fmla="*/ 6669 w 8542655"/>
              <a:gd name="connsiteY4" fmla="*/ 122291 h 881912"/>
              <a:gd name="connsiteX0" fmla="*/ 8439148 w 8439148"/>
              <a:gd name="connsiteY0" fmla="*/ 870852 h 870852"/>
              <a:gd name="connsiteX1" fmla="*/ 8435974 w 8439148"/>
              <a:gd name="connsiteY1" fmla="*/ 91388 h 870852"/>
              <a:gd name="connsiteX2" fmla="*/ 8351836 w 8439148"/>
              <a:gd name="connsiteY2" fmla="*/ 10427 h 870852"/>
              <a:gd name="connsiteX3" fmla="*/ 0 w 8439148"/>
              <a:gd name="connsiteY3" fmla="*/ 10427 h 870852"/>
              <a:gd name="connsiteX0" fmla="*/ 5356223 w 5356223"/>
              <a:gd name="connsiteY0" fmla="*/ 870852 h 870852"/>
              <a:gd name="connsiteX1" fmla="*/ 5353049 w 5356223"/>
              <a:gd name="connsiteY1" fmla="*/ 91388 h 870852"/>
              <a:gd name="connsiteX2" fmla="*/ 5268911 w 5356223"/>
              <a:gd name="connsiteY2" fmla="*/ 10427 h 870852"/>
              <a:gd name="connsiteX3" fmla="*/ 0 w 53562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0427 h 870852"/>
              <a:gd name="connsiteX3" fmla="*/ 0 w 60420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7515 h 870852"/>
              <a:gd name="connsiteX3" fmla="*/ 0 w 6042023"/>
              <a:gd name="connsiteY3" fmla="*/ 17515 h 870852"/>
              <a:gd name="connsiteX0" fmla="*/ 603217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  <a:gd name="connsiteX0" fmla="*/ 603852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9907" h="1664602">
                <a:moveTo>
                  <a:pt x="6038528" y="1664602"/>
                </a:moveTo>
                <a:cubicBezTo>
                  <a:pt x="6037470" y="1512731"/>
                  <a:pt x="6039907" y="243259"/>
                  <a:pt x="6038849" y="91388"/>
                </a:cubicBezTo>
                <a:cubicBezTo>
                  <a:pt x="6034775" y="0"/>
                  <a:pt x="5986091" y="23970"/>
                  <a:pt x="5954711" y="17515"/>
                </a:cubicBezTo>
                <a:lnTo>
                  <a:pt x="0" y="17515"/>
                </a:lnTo>
              </a:path>
            </a:pathLst>
          </a:custGeom>
          <a:noFill/>
          <a:ln w="19050" cap="rnd">
            <a:solidFill>
              <a:schemeClr val="tx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115" name="Group 118"/>
          <p:cNvGrpSpPr/>
          <p:nvPr userDrawn="1"/>
        </p:nvGrpSpPr>
        <p:grpSpPr>
          <a:xfrm>
            <a:off x="8187052" y="5695937"/>
            <a:ext cx="651247" cy="411523"/>
            <a:chOff x="7715563" y="5785391"/>
            <a:chExt cx="651247" cy="411523"/>
          </a:xfrm>
        </p:grpSpPr>
        <p:sp>
          <p:nvSpPr>
            <p:cNvPr id="117" name="Freeform 29"/>
            <p:cNvSpPr>
              <a:spLocks/>
            </p:cNvSpPr>
            <p:nvPr userDrawn="1"/>
          </p:nvSpPr>
          <p:spPr bwMode="auto">
            <a:xfrm>
              <a:off x="7715563" y="5785391"/>
              <a:ext cx="651247" cy="411523"/>
            </a:xfrm>
            <a:custGeom>
              <a:avLst/>
              <a:gdLst/>
              <a:ahLst/>
              <a:cxnLst>
                <a:cxn ang="0">
                  <a:pos x="300" y="168"/>
                </a:cxn>
                <a:cxn ang="0">
                  <a:pos x="280" y="188"/>
                </a:cxn>
                <a:cxn ang="0">
                  <a:pos x="20" y="188"/>
                </a:cxn>
                <a:cxn ang="0">
                  <a:pos x="0" y="168"/>
                </a:cxn>
                <a:cxn ang="0">
                  <a:pos x="273" y="168"/>
                </a:cxn>
                <a:cxn ang="0">
                  <a:pos x="273" y="0"/>
                </a:cxn>
                <a:cxn ang="0">
                  <a:pos x="27" y="0"/>
                </a:cxn>
                <a:cxn ang="0">
                  <a:pos x="27" y="145"/>
                </a:cxn>
              </a:cxnLst>
              <a:rect l="0" t="0" r="r" b="b"/>
              <a:pathLst>
                <a:path w="300" h="188">
                  <a:moveTo>
                    <a:pt x="300" y="168"/>
                  </a:moveTo>
                  <a:cubicBezTo>
                    <a:pt x="300" y="179"/>
                    <a:pt x="291" y="188"/>
                    <a:pt x="280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9" y="188"/>
                    <a:pt x="0" y="179"/>
                    <a:pt x="0" y="168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5"/>
                    <a:pt x="27" y="145"/>
                    <a:pt x="27" y="145"/>
                  </a:cubicBezTo>
                </a:path>
              </a:pathLst>
            </a:custGeom>
            <a:noFill/>
            <a:ln w="19050" cap="rnd">
              <a:solidFill>
                <a:schemeClr val="tx1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118" name="Group 116"/>
            <p:cNvGrpSpPr/>
            <p:nvPr userDrawn="1"/>
          </p:nvGrpSpPr>
          <p:grpSpPr>
            <a:xfrm>
              <a:off x="7905159" y="5833696"/>
              <a:ext cx="272054" cy="272054"/>
              <a:chOff x="7192487" y="5529300"/>
              <a:chExt cx="482282" cy="482282"/>
            </a:xfrm>
          </p:grpSpPr>
          <p:sp>
            <p:nvSpPr>
              <p:cNvPr id="119" name="Donut 118"/>
              <p:cNvSpPr/>
              <p:nvPr userDrawn="1"/>
            </p:nvSpPr>
            <p:spPr>
              <a:xfrm>
                <a:off x="7192487" y="5529300"/>
                <a:ext cx="482282" cy="482282"/>
              </a:xfrm>
              <a:prstGeom prst="donut">
                <a:avLst>
                  <a:gd name="adj" fmla="val 28950"/>
                </a:avLst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cxnSp>
            <p:nvCxnSpPr>
              <p:cNvPr id="120" name="Straight Connector 119"/>
              <p:cNvCxnSpPr/>
              <p:nvPr userDrawn="1"/>
            </p:nvCxnSpPr>
            <p:spPr>
              <a:xfrm>
                <a:off x="7433628" y="5536407"/>
                <a:ext cx="0" cy="13096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21" name="Straight Connector 120"/>
              <p:cNvCxnSpPr/>
              <p:nvPr userDrawn="1"/>
            </p:nvCxnSpPr>
            <p:spPr>
              <a:xfrm>
                <a:off x="7495541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22" name="Straight Connector 121"/>
              <p:cNvCxnSpPr/>
              <p:nvPr userDrawn="1"/>
            </p:nvCxnSpPr>
            <p:spPr>
              <a:xfrm flipH="1">
                <a:off x="7297897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23" name="Straight Connector 122"/>
              <p:cNvCxnSpPr/>
              <p:nvPr userDrawn="1"/>
            </p:nvCxnSpPr>
            <p:spPr>
              <a:xfrm flipH="1" flipV="1">
                <a:off x="7205030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24" name="Straight Connector 123"/>
              <p:cNvCxnSpPr/>
              <p:nvPr userDrawn="1"/>
            </p:nvCxnSpPr>
            <p:spPr>
              <a:xfrm flipV="1">
                <a:off x="7536022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tx1">
                    <a:lumMod val="50000"/>
                  </a:schemeClr>
                </a:solidFill>
                <a:prstDash val="solid"/>
                <a:round/>
                <a:headEnd/>
                <a:tailEnd/>
              </a:ln>
            </p:spPr>
          </p:cxnSp>
        </p:grpSp>
      </p:grpSp>
      <p:pic>
        <p:nvPicPr>
          <p:cNvPr id="126" name="Picture 2" descr="C:\Documents and Settings\sarumuga\Desktop\Subha\CG Univerity\CG Univerity Jobs\University_logo_Col.jpg"/>
          <p:cNvPicPr>
            <a:picLocks noChangeAspect="1" noChangeArrowheads="1"/>
          </p:cNvPicPr>
          <p:nvPr userDrawn="1"/>
        </p:nvPicPr>
        <p:blipFill>
          <a:blip r:embed="rId13" cstate="print"/>
          <a:srcRect l="10027" t="21415" r="9454" b="21009"/>
          <a:stretch>
            <a:fillRect/>
          </a:stretch>
        </p:blipFill>
        <p:spPr bwMode="auto">
          <a:xfrm>
            <a:off x="6356494" y="688082"/>
            <a:ext cx="2520000" cy="600647"/>
          </a:xfrm>
          <a:prstGeom prst="rect">
            <a:avLst/>
          </a:prstGeom>
          <a:noFill/>
        </p:spPr>
      </p:pic>
      <p:pic>
        <p:nvPicPr>
          <p:cNvPr id="127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990" y="683782"/>
            <a:ext cx="2757684" cy="6152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7975"/>
            <a:ext cx="6362700" cy="180022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2" name="Group 83"/>
          <p:cNvGrpSpPr/>
          <p:nvPr userDrawn="1"/>
        </p:nvGrpSpPr>
        <p:grpSpPr>
          <a:xfrm>
            <a:off x="6402787" y="5744818"/>
            <a:ext cx="395544" cy="463864"/>
            <a:chOff x="6137269" y="5708334"/>
            <a:chExt cx="395544" cy="463864"/>
          </a:xfrm>
        </p:grpSpPr>
        <p:sp>
          <p:nvSpPr>
            <p:cNvPr id="103" name="Freeform 21"/>
            <p:cNvSpPr>
              <a:spLocks/>
            </p:cNvSpPr>
            <p:nvPr userDrawn="1"/>
          </p:nvSpPr>
          <p:spPr bwMode="auto">
            <a:xfrm>
              <a:off x="6137269" y="5708334"/>
              <a:ext cx="160614" cy="227736"/>
            </a:xfrm>
            <a:custGeom>
              <a:avLst/>
              <a:gdLst/>
              <a:ahLst/>
              <a:cxnLst>
                <a:cxn ang="0">
                  <a:pos x="74" y="79"/>
                </a:cxn>
                <a:cxn ang="0">
                  <a:pos x="47" y="44"/>
                </a:cxn>
                <a:cxn ang="0">
                  <a:pos x="57" y="23"/>
                </a:cxn>
                <a:cxn ang="0">
                  <a:pos x="39" y="0"/>
                </a:cxn>
                <a:cxn ang="0">
                  <a:pos x="20" y="23"/>
                </a:cxn>
                <a:cxn ang="0">
                  <a:pos x="30" y="44"/>
                </a:cxn>
                <a:cxn ang="0">
                  <a:pos x="0" y="104"/>
                </a:cxn>
              </a:cxnLst>
              <a:rect l="0" t="0" r="r" b="b"/>
              <a:pathLst>
                <a:path w="74" h="104">
                  <a:moveTo>
                    <a:pt x="74" y="79"/>
                  </a:moveTo>
                  <a:cubicBezTo>
                    <a:pt x="71" y="62"/>
                    <a:pt x="62" y="49"/>
                    <a:pt x="47" y="44"/>
                  </a:cubicBezTo>
                  <a:cubicBezTo>
                    <a:pt x="52" y="40"/>
                    <a:pt x="57" y="31"/>
                    <a:pt x="57" y="23"/>
                  </a:cubicBezTo>
                  <a:cubicBezTo>
                    <a:pt x="57" y="10"/>
                    <a:pt x="49" y="0"/>
                    <a:pt x="39" y="0"/>
                  </a:cubicBezTo>
                  <a:cubicBezTo>
                    <a:pt x="28" y="0"/>
                    <a:pt x="20" y="10"/>
                    <a:pt x="20" y="23"/>
                  </a:cubicBezTo>
                  <a:cubicBezTo>
                    <a:pt x="20" y="31"/>
                    <a:pt x="26" y="40"/>
                    <a:pt x="30" y="44"/>
                  </a:cubicBezTo>
                  <a:cubicBezTo>
                    <a:pt x="8" y="51"/>
                    <a:pt x="0" y="75"/>
                    <a:pt x="0" y="104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4" name="Freeform 22"/>
            <p:cNvSpPr>
              <a:spLocks/>
            </p:cNvSpPr>
            <p:nvPr userDrawn="1"/>
          </p:nvSpPr>
          <p:spPr bwMode="auto">
            <a:xfrm>
              <a:off x="6185213" y="5944860"/>
              <a:ext cx="73515" cy="8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0" y="0"/>
                </a:cxn>
              </a:cxnLst>
              <a:rect l="0" t="0" r="r" b="b"/>
              <a:pathLst>
                <a:path w="34">
                  <a:moveTo>
                    <a:pt x="34" y="0"/>
                  </a:moveTo>
                  <a:cubicBezTo>
                    <a:pt x="24" y="0"/>
                    <a:pt x="11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5" name="Freeform 23"/>
            <p:cNvSpPr>
              <a:spLocks/>
            </p:cNvSpPr>
            <p:nvPr userDrawn="1"/>
          </p:nvSpPr>
          <p:spPr bwMode="auto">
            <a:xfrm>
              <a:off x="6367404" y="5767466"/>
              <a:ext cx="165409" cy="280476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1" y="52"/>
                </a:cxn>
                <a:cxn ang="0">
                  <a:pos x="9" y="27"/>
                </a:cxn>
                <a:cxn ang="0">
                  <a:pos x="31" y="0"/>
                </a:cxn>
                <a:cxn ang="0">
                  <a:pos x="54" y="27"/>
                </a:cxn>
                <a:cxn ang="0">
                  <a:pos x="41" y="52"/>
                </a:cxn>
                <a:cxn ang="0">
                  <a:pos x="76" y="122"/>
                </a:cxn>
                <a:cxn ang="0">
                  <a:pos x="11" y="126"/>
                </a:cxn>
              </a:cxnLst>
              <a:rect l="0" t="0" r="r" b="b"/>
              <a:pathLst>
                <a:path w="76" h="128">
                  <a:moveTo>
                    <a:pt x="0" y="67"/>
                  </a:moveTo>
                  <a:cubicBezTo>
                    <a:pt x="5" y="59"/>
                    <a:pt x="12" y="54"/>
                    <a:pt x="21" y="52"/>
                  </a:cubicBezTo>
                  <a:cubicBezTo>
                    <a:pt x="16" y="46"/>
                    <a:pt x="9" y="36"/>
                    <a:pt x="9" y="27"/>
                  </a:cubicBezTo>
                  <a:cubicBezTo>
                    <a:pt x="9" y="11"/>
                    <a:pt x="19" y="0"/>
                    <a:pt x="31" y="0"/>
                  </a:cubicBezTo>
                  <a:cubicBezTo>
                    <a:pt x="44" y="0"/>
                    <a:pt x="54" y="11"/>
                    <a:pt x="54" y="27"/>
                  </a:cubicBezTo>
                  <a:cubicBezTo>
                    <a:pt x="54" y="36"/>
                    <a:pt x="47" y="46"/>
                    <a:pt x="41" y="52"/>
                  </a:cubicBezTo>
                  <a:cubicBezTo>
                    <a:pt x="67" y="59"/>
                    <a:pt x="76" y="88"/>
                    <a:pt x="76" y="122"/>
                  </a:cubicBezTo>
                  <a:cubicBezTo>
                    <a:pt x="76" y="126"/>
                    <a:pt x="37" y="128"/>
                    <a:pt x="11" y="126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106" name="Group 76"/>
            <p:cNvGrpSpPr/>
            <p:nvPr userDrawn="1"/>
          </p:nvGrpSpPr>
          <p:grpSpPr>
            <a:xfrm>
              <a:off x="6200395" y="5879336"/>
              <a:ext cx="234931" cy="292862"/>
              <a:chOff x="6200395" y="5879336"/>
              <a:chExt cx="234931" cy="292862"/>
            </a:xfrm>
          </p:grpSpPr>
          <p:sp>
            <p:nvSpPr>
              <p:cNvPr id="107" name="Freeform 24"/>
              <p:cNvSpPr>
                <a:spLocks/>
              </p:cNvSpPr>
              <p:nvPr userDrawn="1"/>
            </p:nvSpPr>
            <p:spPr bwMode="auto">
              <a:xfrm>
                <a:off x="6258729" y="5880934"/>
                <a:ext cx="39155" cy="63926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18" y="0"/>
                  </a:cxn>
                </a:cxnLst>
                <a:rect l="0" t="0" r="r" b="b"/>
                <a:pathLst>
                  <a:path w="18" h="29">
                    <a:moveTo>
                      <a:pt x="0" y="29"/>
                    </a:moveTo>
                    <a:cubicBezTo>
                      <a:pt x="1" y="15"/>
                      <a:pt x="8" y="4"/>
                      <a:pt x="18" y="0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 25"/>
              <p:cNvSpPr>
                <a:spLocks/>
              </p:cNvSpPr>
              <p:nvPr userDrawn="1"/>
            </p:nvSpPr>
            <p:spPr bwMode="auto">
              <a:xfrm>
                <a:off x="6200395" y="5944860"/>
                <a:ext cx="91094" cy="227338"/>
              </a:xfrm>
              <a:custGeom>
                <a:avLst/>
                <a:gdLst>
                  <a:gd name="connsiteX0" fmla="*/ 6429 w 10000"/>
                  <a:gd name="connsiteY0" fmla="*/ 0 h 8863"/>
                  <a:gd name="connsiteX1" fmla="*/ 6429 w 10000"/>
                  <a:gd name="connsiteY1" fmla="*/ 171 h 8863"/>
                  <a:gd name="connsiteX2" fmla="*/ 10000 w 10000"/>
                  <a:gd name="connsiteY2" fmla="*/ 2735 h 8863"/>
                  <a:gd name="connsiteX3" fmla="*/ 0 w 10000"/>
                  <a:gd name="connsiteY3" fmla="*/ 8863 h 8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863">
                    <a:moveTo>
                      <a:pt x="6429" y="0"/>
                    </a:moveTo>
                    <a:lnTo>
                      <a:pt x="6429" y="171"/>
                    </a:lnTo>
                    <a:cubicBezTo>
                      <a:pt x="6429" y="1197"/>
                      <a:pt x="8333" y="2222"/>
                      <a:pt x="10000" y="2735"/>
                    </a:cubicBezTo>
                    <a:cubicBezTo>
                      <a:pt x="2381" y="3504"/>
                      <a:pt x="0" y="5359"/>
                      <a:pt x="0" y="8863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 26"/>
              <p:cNvSpPr>
                <a:spLocks/>
              </p:cNvSpPr>
              <p:nvPr userDrawn="1"/>
            </p:nvSpPr>
            <p:spPr bwMode="auto">
              <a:xfrm>
                <a:off x="6391376" y="6043146"/>
                <a:ext cx="43950" cy="1206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55"/>
                  </a:cxn>
                </a:cxnLst>
                <a:rect l="0" t="0" r="r" b="b"/>
                <a:pathLst>
                  <a:path w="20" h="55">
                    <a:moveTo>
                      <a:pt x="0" y="0"/>
                    </a:moveTo>
                    <a:cubicBezTo>
                      <a:pt x="12" y="13"/>
                      <a:pt x="18" y="32"/>
                      <a:pt x="20" y="55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 27"/>
              <p:cNvSpPr>
                <a:spLocks/>
              </p:cNvSpPr>
              <p:nvPr userDrawn="1"/>
            </p:nvSpPr>
            <p:spPr bwMode="auto">
              <a:xfrm>
                <a:off x="6297884" y="5879336"/>
                <a:ext cx="69519" cy="3516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9" y="0"/>
                  </a:cxn>
                  <a:cxn ang="0">
                    <a:pos x="32" y="16"/>
                  </a:cxn>
                </a:cxnLst>
                <a:rect l="0" t="0" r="r" b="b"/>
                <a:pathLst>
                  <a:path w="32" h="16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  <a:cubicBezTo>
                      <a:pt x="19" y="0"/>
                      <a:pt x="28" y="6"/>
                      <a:pt x="32" y="16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 28"/>
              <p:cNvSpPr>
                <a:spLocks/>
              </p:cNvSpPr>
              <p:nvPr userDrawn="1"/>
            </p:nvSpPr>
            <p:spPr bwMode="auto">
              <a:xfrm>
                <a:off x="6343430" y="5914495"/>
                <a:ext cx="47944" cy="12865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16"/>
                  </a:cxn>
                  <a:cxn ang="0">
                    <a:pos x="0" y="46"/>
                  </a:cxn>
                  <a:cxn ang="0">
                    <a:pos x="22" y="59"/>
                  </a:cxn>
                </a:cxnLst>
                <a:rect l="0" t="0" r="r" b="b"/>
                <a:pathLst>
                  <a:path w="22" h="59">
                    <a:moveTo>
                      <a:pt x="11" y="0"/>
                    </a:moveTo>
                    <a:cubicBezTo>
                      <a:pt x="13" y="4"/>
                      <a:pt x="15" y="10"/>
                      <a:pt x="15" y="16"/>
                    </a:cubicBezTo>
                    <a:cubicBezTo>
                      <a:pt x="15" y="28"/>
                      <a:pt x="7" y="40"/>
                      <a:pt x="0" y="46"/>
                    </a:cubicBezTo>
                    <a:cubicBezTo>
                      <a:pt x="9" y="49"/>
                      <a:pt x="16" y="53"/>
                      <a:pt x="22" y="59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12" name="Line 65"/>
          <p:cNvSpPr>
            <a:spLocks noChangeShapeType="1"/>
          </p:cNvSpPr>
          <p:nvPr userDrawn="1"/>
        </p:nvSpPr>
        <p:spPr bwMode="auto">
          <a:xfrm>
            <a:off x="7942669" y="6134686"/>
            <a:ext cx="279400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" name="Line 66"/>
          <p:cNvSpPr>
            <a:spLocks noChangeShapeType="1"/>
          </p:cNvSpPr>
          <p:nvPr userDrawn="1"/>
        </p:nvSpPr>
        <p:spPr bwMode="auto">
          <a:xfrm>
            <a:off x="6700843" y="6209297"/>
            <a:ext cx="327426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14" name="Group 85"/>
          <p:cNvGrpSpPr/>
          <p:nvPr userDrawn="1"/>
        </p:nvGrpSpPr>
        <p:grpSpPr>
          <a:xfrm>
            <a:off x="7023090" y="5913088"/>
            <a:ext cx="447482" cy="451477"/>
            <a:chOff x="6773882" y="5879779"/>
            <a:chExt cx="447482" cy="451477"/>
          </a:xfrm>
        </p:grpSpPr>
        <p:sp>
          <p:nvSpPr>
            <p:cNvPr id="115" name="Freeform 56"/>
            <p:cNvSpPr>
              <a:spLocks/>
            </p:cNvSpPr>
            <p:nvPr userDrawn="1"/>
          </p:nvSpPr>
          <p:spPr bwMode="auto">
            <a:xfrm>
              <a:off x="6773882" y="5960486"/>
              <a:ext cx="51940" cy="208559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66"/>
                </a:cxn>
                <a:cxn ang="0">
                  <a:pos x="4" y="95"/>
                </a:cxn>
              </a:cxnLst>
              <a:rect l="0" t="0" r="r" b="b"/>
              <a:pathLst>
                <a:path w="24" h="95">
                  <a:moveTo>
                    <a:pt x="24" y="0"/>
                  </a:moveTo>
                  <a:cubicBezTo>
                    <a:pt x="9" y="18"/>
                    <a:pt x="0" y="41"/>
                    <a:pt x="0" y="66"/>
                  </a:cubicBezTo>
                  <a:cubicBezTo>
                    <a:pt x="0" y="76"/>
                    <a:pt x="1" y="86"/>
                    <a:pt x="4" y="95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6" name="Freeform 57"/>
            <p:cNvSpPr>
              <a:spLocks/>
            </p:cNvSpPr>
            <p:nvPr userDrawn="1"/>
          </p:nvSpPr>
          <p:spPr bwMode="auto">
            <a:xfrm>
              <a:off x="6825821" y="5879779"/>
              <a:ext cx="343602" cy="8070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79" y="0"/>
                </a:cxn>
                <a:cxn ang="0">
                  <a:pos x="158" y="37"/>
                </a:cxn>
              </a:cxnLst>
              <a:rect l="0" t="0" r="r" b="b"/>
              <a:pathLst>
                <a:path w="158" h="37">
                  <a:moveTo>
                    <a:pt x="0" y="37"/>
                  </a:moveTo>
                  <a:cubicBezTo>
                    <a:pt x="19" y="15"/>
                    <a:pt x="47" y="0"/>
                    <a:pt x="79" y="0"/>
                  </a:cubicBezTo>
                  <a:cubicBezTo>
                    <a:pt x="111" y="0"/>
                    <a:pt x="139" y="15"/>
                    <a:pt x="158" y="37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7" name="Freeform 58"/>
            <p:cNvSpPr>
              <a:spLocks/>
            </p:cNvSpPr>
            <p:nvPr userDrawn="1"/>
          </p:nvSpPr>
          <p:spPr bwMode="auto">
            <a:xfrm>
              <a:off x="6825821" y="5960486"/>
              <a:ext cx="343602" cy="399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" y="18"/>
                </a:cxn>
                <a:cxn ang="0">
                  <a:pos x="115" y="15"/>
                </a:cxn>
                <a:cxn ang="0">
                  <a:pos x="137" y="9"/>
                </a:cxn>
                <a:cxn ang="0">
                  <a:pos x="158" y="0"/>
                </a:cxn>
              </a:cxnLst>
              <a:rect l="0" t="0" r="r" b="b"/>
              <a:pathLst>
                <a:path w="158" h="18">
                  <a:moveTo>
                    <a:pt x="0" y="0"/>
                  </a:moveTo>
                  <a:cubicBezTo>
                    <a:pt x="19" y="11"/>
                    <a:pt x="47" y="18"/>
                    <a:pt x="79" y="18"/>
                  </a:cubicBezTo>
                  <a:cubicBezTo>
                    <a:pt x="91" y="18"/>
                    <a:pt x="103" y="17"/>
                    <a:pt x="115" y="15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45" y="7"/>
                    <a:pt x="151" y="4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8" name="Freeform 59"/>
            <p:cNvSpPr>
              <a:spLocks/>
            </p:cNvSpPr>
            <p:nvPr userDrawn="1"/>
          </p:nvSpPr>
          <p:spPr bwMode="auto">
            <a:xfrm>
              <a:off x="6825821" y="6210595"/>
              <a:ext cx="343602" cy="39954"/>
            </a:xfrm>
            <a:custGeom>
              <a:avLst/>
              <a:gdLst/>
              <a:ahLst/>
              <a:cxnLst>
                <a:cxn ang="0">
                  <a:pos x="158" y="18"/>
                </a:cxn>
                <a:cxn ang="0">
                  <a:pos x="79" y="0"/>
                </a:cxn>
                <a:cxn ang="0">
                  <a:pos x="0" y="18"/>
                </a:cxn>
              </a:cxnLst>
              <a:rect l="0" t="0" r="r" b="b"/>
              <a:pathLst>
                <a:path w="158" h="18">
                  <a:moveTo>
                    <a:pt x="158" y="18"/>
                  </a:moveTo>
                  <a:cubicBezTo>
                    <a:pt x="139" y="7"/>
                    <a:pt x="111" y="0"/>
                    <a:pt x="79" y="0"/>
                  </a:cubicBezTo>
                  <a:cubicBezTo>
                    <a:pt x="47" y="0"/>
                    <a:pt x="19" y="7"/>
                    <a:pt x="0" y="18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9" name="Line 61"/>
            <p:cNvSpPr>
              <a:spLocks noChangeShapeType="1"/>
            </p:cNvSpPr>
            <p:nvPr userDrawn="1"/>
          </p:nvSpPr>
          <p:spPr bwMode="auto">
            <a:xfrm>
              <a:off x="7082325" y="6105917"/>
              <a:ext cx="139039" cy="800"/>
            </a:xfrm>
            <a:prstGeom prst="line">
              <a:avLst/>
            </a:prstGeom>
            <a:noFill/>
            <a:ln w="19050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0" name="Freeform 55"/>
            <p:cNvSpPr>
              <a:spLocks/>
            </p:cNvSpPr>
            <p:nvPr userDrawn="1"/>
          </p:nvSpPr>
          <p:spPr bwMode="auto">
            <a:xfrm>
              <a:off x="6825821" y="5960486"/>
              <a:ext cx="395543" cy="370770"/>
            </a:xfrm>
            <a:custGeom>
              <a:avLst/>
              <a:gdLst/>
              <a:ahLst/>
              <a:cxnLst>
                <a:cxn ang="0">
                  <a:pos x="0" y="133"/>
                </a:cxn>
                <a:cxn ang="0">
                  <a:pos x="79" y="169"/>
                </a:cxn>
                <a:cxn ang="0">
                  <a:pos x="182" y="66"/>
                </a:cxn>
                <a:cxn ang="0">
                  <a:pos x="158" y="0"/>
                </a:cxn>
              </a:cxnLst>
              <a:rect l="0" t="0" r="r" b="b"/>
              <a:pathLst>
                <a:path w="182" h="169">
                  <a:moveTo>
                    <a:pt x="0" y="133"/>
                  </a:moveTo>
                  <a:cubicBezTo>
                    <a:pt x="19" y="155"/>
                    <a:pt x="47" y="169"/>
                    <a:pt x="79" y="169"/>
                  </a:cubicBezTo>
                  <a:cubicBezTo>
                    <a:pt x="136" y="169"/>
                    <a:pt x="182" y="123"/>
                    <a:pt x="182" y="66"/>
                  </a:cubicBezTo>
                  <a:cubicBezTo>
                    <a:pt x="182" y="41"/>
                    <a:pt x="173" y="18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1" name="Freeform 60"/>
            <p:cNvSpPr>
              <a:spLocks/>
            </p:cNvSpPr>
            <p:nvPr userDrawn="1"/>
          </p:nvSpPr>
          <p:spPr bwMode="auto">
            <a:xfrm>
              <a:off x="6875364" y="5879779"/>
              <a:ext cx="243718" cy="451477"/>
            </a:xfrm>
            <a:custGeom>
              <a:avLst/>
              <a:gdLst/>
              <a:ahLst/>
              <a:cxnLst>
                <a:cxn ang="0">
                  <a:pos x="4" y="66"/>
                </a:cxn>
                <a:cxn ang="0">
                  <a:pos x="56" y="0"/>
                </a:cxn>
                <a:cxn ang="0">
                  <a:pos x="99" y="38"/>
                </a:cxn>
                <a:cxn ang="0">
                  <a:pos x="107" y="60"/>
                </a:cxn>
                <a:cxn ang="0">
                  <a:pos x="112" y="103"/>
                </a:cxn>
                <a:cxn ang="0">
                  <a:pos x="56" y="206"/>
                </a:cxn>
                <a:cxn ang="0">
                  <a:pos x="0" y="103"/>
                </a:cxn>
                <a:cxn ang="0">
                  <a:pos x="1" y="91"/>
                </a:cxn>
                <a:cxn ang="0">
                  <a:pos x="4" y="66"/>
                </a:cxn>
              </a:cxnLst>
              <a:rect l="0" t="0" r="r" b="b"/>
              <a:pathLst>
                <a:path w="112" h="206">
                  <a:moveTo>
                    <a:pt x="4" y="66"/>
                  </a:moveTo>
                  <a:cubicBezTo>
                    <a:pt x="11" y="27"/>
                    <a:pt x="32" y="0"/>
                    <a:pt x="56" y="0"/>
                  </a:cubicBezTo>
                  <a:cubicBezTo>
                    <a:pt x="73" y="0"/>
                    <a:pt x="89" y="15"/>
                    <a:pt x="99" y="38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0" y="73"/>
                    <a:pt x="112" y="87"/>
                    <a:pt x="112" y="103"/>
                  </a:cubicBezTo>
                  <a:cubicBezTo>
                    <a:pt x="112" y="160"/>
                    <a:pt x="87" y="206"/>
                    <a:pt x="56" y="206"/>
                  </a:cubicBezTo>
                  <a:cubicBezTo>
                    <a:pt x="25" y="206"/>
                    <a:pt x="0" y="160"/>
                    <a:pt x="0" y="103"/>
                  </a:cubicBezTo>
                  <a:cubicBezTo>
                    <a:pt x="0" y="99"/>
                    <a:pt x="0" y="95"/>
                    <a:pt x="1" y="91"/>
                  </a:cubicBezTo>
                  <a:lnTo>
                    <a:pt x="4" y="66"/>
                  </a:lnTo>
                  <a:close/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2" name="Line 64"/>
            <p:cNvSpPr>
              <a:spLocks noChangeShapeType="1"/>
            </p:cNvSpPr>
            <p:nvPr userDrawn="1"/>
          </p:nvSpPr>
          <p:spPr bwMode="auto">
            <a:xfrm flipV="1">
              <a:off x="6997622" y="5879779"/>
              <a:ext cx="800" cy="451477"/>
            </a:xfrm>
            <a:prstGeom prst="line">
              <a:avLst/>
            </a:pr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3" name="Freeform 63"/>
            <p:cNvSpPr>
              <a:spLocks/>
            </p:cNvSpPr>
            <p:nvPr userDrawn="1"/>
          </p:nvSpPr>
          <p:spPr bwMode="auto">
            <a:xfrm>
              <a:off x="6774787" y="6105914"/>
              <a:ext cx="308469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  <a:cxn ang="0">
                  <a:pos x="386" y="0"/>
                </a:cxn>
              </a:cxnLst>
              <a:rect l="0" t="0" r="r" b="b"/>
              <a:pathLst>
                <a:path w="386">
                  <a:moveTo>
                    <a:pt x="0" y="0"/>
                  </a:moveTo>
                  <a:lnTo>
                    <a:pt x="326" y="0"/>
                  </a:lnTo>
                  <a:lnTo>
                    <a:pt x="386" y="0"/>
                  </a:ln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4" name="Line 65"/>
          <p:cNvSpPr>
            <a:spLocks noChangeShapeType="1"/>
          </p:cNvSpPr>
          <p:nvPr userDrawn="1"/>
        </p:nvSpPr>
        <p:spPr bwMode="auto">
          <a:xfrm>
            <a:off x="7463243" y="6137068"/>
            <a:ext cx="224632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25" name="Group 119"/>
          <p:cNvGrpSpPr/>
          <p:nvPr userDrawn="1"/>
        </p:nvGrpSpPr>
        <p:grpSpPr>
          <a:xfrm>
            <a:off x="7682793" y="5677877"/>
            <a:ext cx="271804" cy="453811"/>
            <a:chOff x="7764121" y="5644568"/>
            <a:chExt cx="271804" cy="453811"/>
          </a:xfrm>
        </p:grpSpPr>
        <p:sp>
          <p:nvSpPr>
            <p:cNvPr id="126" name="Freeform 125"/>
            <p:cNvSpPr/>
            <p:nvPr userDrawn="1"/>
          </p:nvSpPr>
          <p:spPr>
            <a:xfrm>
              <a:off x="7764121" y="5644568"/>
              <a:ext cx="271804" cy="171034"/>
            </a:xfrm>
            <a:custGeom>
              <a:avLst/>
              <a:gdLst>
                <a:gd name="connsiteX0" fmla="*/ 844550 w 844550"/>
                <a:gd name="connsiteY0" fmla="*/ 234950 h 425450"/>
                <a:gd name="connsiteX1" fmla="*/ 457200 w 844550"/>
                <a:gd name="connsiteY1" fmla="*/ 425450 h 425450"/>
                <a:gd name="connsiteX2" fmla="*/ 0 w 844550"/>
                <a:gd name="connsiteY2" fmla="*/ 222250 h 425450"/>
                <a:gd name="connsiteX3" fmla="*/ 463550 w 844550"/>
                <a:gd name="connsiteY3" fmla="*/ 0 h 425450"/>
                <a:gd name="connsiteX4" fmla="*/ 844550 w 844550"/>
                <a:gd name="connsiteY4" fmla="*/ 234950 h 425450"/>
                <a:gd name="connsiteX0" fmla="*/ 844550 w 935990"/>
                <a:gd name="connsiteY0" fmla="*/ 234950 h 425450"/>
                <a:gd name="connsiteX1" fmla="*/ 457200 w 935990"/>
                <a:gd name="connsiteY1" fmla="*/ 425450 h 425450"/>
                <a:gd name="connsiteX2" fmla="*/ 0 w 935990"/>
                <a:gd name="connsiteY2" fmla="*/ 222250 h 425450"/>
                <a:gd name="connsiteX3" fmla="*/ 463550 w 935990"/>
                <a:gd name="connsiteY3" fmla="*/ 0 h 425450"/>
                <a:gd name="connsiteX4" fmla="*/ 935990 w 935990"/>
                <a:gd name="connsiteY4" fmla="*/ 326390 h 425450"/>
                <a:gd name="connsiteX0" fmla="*/ 844550 w 885983"/>
                <a:gd name="connsiteY0" fmla="*/ 234950 h 425450"/>
                <a:gd name="connsiteX1" fmla="*/ 457200 w 885983"/>
                <a:gd name="connsiteY1" fmla="*/ 425450 h 425450"/>
                <a:gd name="connsiteX2" fmla="*/ 0 w 885983"/>
                <a:gd name="connsiteY2" fmla="*/ 222250 h 425450"/>
                <a:gd name="connsiteX3" fmla="*/ 463550 w 885983"/>
                <a:gd name="connsiteY3" fmla="*/ 0 h 425450"/>
                <a:gd name="connsiteX4" fmla="*/ 885983 w 885983"/>
                <a:gd name="connsiteY4" fmla="*/ 207327 h 425450"/>
                <a:gd name="connsiteX0" fmla="*/ 844550 w 883602"/>
                <a:gd name="connsiteY0" fmla="*/ 234950 h 595471"/>
                <a:gd name="connsiteX1" fmla="*/ 457200 w 883602"/>
                <a:gd name="connsiteY1" fmla="*/ 425450 h 595471"/>
                <a:gd name="connsiteX2" fmla="*/ 0 w 883602"/>
                <a:gd name="connsiteY2" fmla="*/ 222250 h 595471"/>
                <a:gd name="connsiteX3" fmla="*/ 463550 w 883602"/>
                <a:gd name="connsiteY3" fmla="*/ 0 h 595471"/>
                <a:gd name="connsiteX4" fmla="*/ 883602 w 883602"/>
                <a:gd name="connsiteY4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310" h="595471">
                  <a:moveTo>
                    <a:pt x="844550" y="234950"/>
                  </a:moveTo>
                  <a:lnTo>
                    <a:pt x="457200" y="425450"/>
                  </a:lnTo>
                  <a:lnTo>
                    <a:pt x="0" y="222250"/>
                  </a:lnTo>
                  <a:lnTo>
                    <a:pt x="463550" y="0"/>
                  </a:lnTo>
                  <a:cubicBezTo>
                    <a:pt x="634604" y="85858"/>
                    <a:pt x="696755" y="119037"/>
                    <a:pt x="876301" y="206375"/>
                  </a:cubicBezTo>
                  <a:cubicBezTo>
                    <a:pt x="946310" y="305620"/>
                    <a:pt x="859763" y="554831"/>
                    <a:pt x="883602" y="595471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grpSp>
          <p:nvGrpSpPr>
            <p:cNvPr id="127" name="Group 87"/>
            <p:cNvGrpSpPr/>
            <p:nvPr userDrawn="1"/>
          </p:nvGrpSpPr>
          <p:grpSpPr>
            <a:xfrm>
              <a:off x="7809723" y="5732772"/>
              <a:ext cx="165741" cy="79861"/>
              <a:chOff x="8343123" y="5780395"/>
              <a:chExt cx="165741" cy="65418"/>
            </a:xfrm>
          </p:grpSpPr>
          <p:sp>
            <p:nvSpPr>
              <p:cNvPr id="133" name="Freeform 132"/>
              <p:cNvSpPr/>
              <p:nvPr userDrawn="1"/>
            </p:nvSpPr>
            <p:spPr>
              <a:xfrm>
                <a:off x="8343123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 133"/>
              <p:cNvSpPr/>
              <p:nvPr userDrawn="1"/>
            </p:nvSpPr>
            <p:spPr>
              <a:xfrm flipH="1">
                <a:off x="8477178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8" name="Freeform 24"/>
            <p:cNvSpPr>
              <a:spLocks/>
            </p:cNvSpPr>
            <p:nvPr userDrawn="1"/>
          </p:nvSpPr>
          <p:spPr bwMode="auto">
            <a:xfrm>
              <a:off x="7833906" y="5791369"/>
              <a:ext cx="41272" cy="6738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8" y="0"/>
                </a:cxn>
              </a:cxnLst>
              <a:rect l="0" t="0" r="r" b="b"/>
              <a:pathLst>
                <a:path w="18" h="29">
                  <a:moveTo>
                    <a:pt x="0" y="29"/>
                  </a:moveTo>
                  <a:cubicBezTo>
                    <a:pt x="1" y="15"/>
                    <a:pt x="8" y="4"/>
                    <a:pt x="1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9" name="Freeform 25"/>
            <p:cNvSpPr>
              <a:spLocks/>
            </p:cNvSpPr>
            <p:nvPr userDrawn="1"/>
          </p:nvSpPr>
          <p:spPr bwMode="auto">
            <a:xfrm>
              <a:off x="7772419" y="5858751"/>
              <a:ext cx="96018" cy="239628"/>
            </a:xfrm>
            <a:custGeom>
              <a:avLst/>
              <a:gdLst>
                <a:gd name="connsiteX0" fmla="*/ 6429 w 10000"/>
                <a:gd name="connsiteY0" fmla="*/ 0 h 8863"/>
                <a:gd name="connsiteX1" fmla="*/ 6429 w 10000"/>
                <a:gd name="connsiteY1" fmla="*/ 171 h 8863"/>
                <a:gd name="connsiteX2" fmla="*/ 10000 w 10000"/>
                <a:gd name="connsiteY2" fmla="*/ 2735 h 8863"/>
                <a:gd name="connsiteX3" fmla="*/ 0 w 10000"/>
                <a:gd name="connsiteY3" fmla="*/ 8863 h 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8863">
                  <a:moveTo>
                    <a:pt x="6429" y="0"/>
                  </a:moveTo>
                  <a:lnTo>
                    <a:pt x="6429" y="171"/>
                  </a:lnTo>
                  <a:cubicBezTo>
                    <a:pt x="6429" y="1197"/>
                    <a:pt x="8333" y="2222"/>
                    <a:pt x="10000" y="2735"/>
                  </a:cubicBezTo>
                  <a:cubicBezTo>
                    <a:pt x="2381" y="3504"/>
                    <a:pt x="0" y="5359"/>
                    <a:pt x="0" y="8863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0" name="Freeform 26"/>
            <p:cNvSpPr>
              <a:spLocks/>
            </p:cNvSpPr>
            <p:nvPr userDrawn="1"/>
          </p:nvSpPr>
          <p:spPr bwMode="auto">
            <a:xfrm>
              <a:off x="7973724" y="5962350"/>
              <a:ext cx="46326" cy="129575"/>
            </a:xfrm>
            <a:custGeom>
              <a:avLst/>
              <a:gdLst>
                <a:gd name="connsiteX0" fmla="*/ 0 w 10514"/>
                <a:gd name="connsiteY0" fmla="*/ 0 h 11311"/>
                <a:gd name="connsiteX1" fmla="*/ 10514 w 10514"/>
                <a:gd name="connsiteY1" fmla="*/ 11311 h 11311"/>
                <a:gd name="connsiteX0" fmla="*/ 0 w 10000"/>
                <a:gd name="connsiteY0" fmla="*/ 0 h 10188"/>
                <a:gd name="connsiteX1" fmla="*/ 10000 w 10000"/>
                <a:gd name="connsiteY1" fmla="*/ 10188 h 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188">
                  <a:moveTo>
                    <a:pt x="0" y="0"/>
                  </a:moveTo>
                  <a:cubicBezTo>
                    <a:pt x="6000" y="2364"/>
                    <a:pt x="9000" y="6006"/>
                    <a:pt x="10000" y="10188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1" name="Freeform 27"/>
            <p:cNvSpPr>
              <a:spLocks/>
            </p:cNvSpPr>
            <p:nvPr userDrawn="1"/>
          </p:nvSpPr>
          <p:spPr bwMode="auto">
            <a:xfrm>
              <a:off x="7875178" y="5789685"/>
              <a:ext cx="73277" cy="3706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9" y="0"/>
                </a:cxn>
                <a:cxn ang="0">
                  <a:pos x="32" y="16"/>
                </a:cxn>
              </a:cxnLst>
              <a:rect l="0" t="0" r="r" b="b"/>
              <a:pathLst>
                <a:path w="32" h="16">
                  <a:moveTo>
                    <a:pt x="0" y="1"/>
                  </a:moveTo>
                  <a:cubicBezTo>
                    <a:pt x="3" y="0"/>
                    <a:pt x="6" y="0"/>
                    <a:pt x="9" y="0"/>
                  </a:cubicBezTo>
                  <a:cubicBezTo>
                    <a:pt x="19" y="0"/>
                    <a:pt x="28" y="6"/>
                    <a:pt x="32" y="16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2" name="Freeform 28"/>
            <p:cNvSpPr>
              <a:spLocks/>
            </p:cNvSpPr>
            <p:nvPr userDrawn="1"/>
          </p:nvSpPr>
          <p:spPr bwMode="auto">
            <a:xfrm>
              <a:off x="7923186" y="5826745"/>
              <a:ext cx="50536" cy="13560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5" y="16"/>
                </a:cxn>
                <a:cxn ang="0">
                  <a:pos x="0" y="46"/>
                </a:cxn>
                <a:cxn ang="0">
                  <a:pos x="22" y="59"/>
                </a:cxn>
              </a:cxnLst>
              <a:rect l="0" t="0" r="r" b="b"/>
              <a:pathLst>
                <a:path w="22" h="59">
                  <a:moveTo>
                    <a:pt x="11" y="0"/>
                  </a:moveTo>
                  <a:cubicBezTo>
                    <a:pt x="13" y="4"/>
                    <a:pt x="15" y="10"/>
                    <a:pt x="15" y="16"/>
                  </a:cubicBezTo>
                  <a:cubicBezTo>
                    <a:pt x="15" y="28"/>
                    <a:pt x="7" y="40"/>
                    <a:pt x="0" y="46"/>
                  </a:cubicBezTo>
                  <a:cubicBezTo>
                    <a:pt x="9" y="49"/>
                    <a:pt x="16" y="53"/>
                    <a:pt x="22" y="59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35" name="Line 65"/>
          <p:cNvSpPr>
            <a:spLocks noChangeShapeType="1"/>
          </p:cNvSpPr>
          <p:nvPr userDrawn="1"/>
        </p:nvSpPr>
        <p:spPr bwMode="auto">
          <a:xfrm>
            <a:off x="8820556" y="6187074"/>
            <a:ext cx="303211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6" name="Freeform 135"/>
          <p:cNvSpPr/>
          <p:nvPr userDrawn="1"/>
        </p:nvSpPr>
        <p:spPr>
          <a:xfrm flipH="1" flipV="1">
            <a:off x="179512" y="4588239"/>
            <a:ext cx="6278522" cy="1664602"/>
          </a:xfrm>
          <a:custGeom>
            <a:avLst/>
            <a:gdLst>
              <a:gd name="connsiteX0" fmla="*/ 8521700 w 8521700"/>
              <a:gd name="connsiteY0" fmla="*/ 3124200 h 4356100"/>
              <a:gd name="connsiteX1" fmla="*/ 8521700 w 8521700"/>
              <a:gd name="connsiteY1" fmla="*/ 203200 h 4356100"/>
              <a:gd name="connsiteX2" fmla="*/ 8318500 w 8521700"/>
              <a:gd name="connsiteY2" fmla="*/ 0 h 4356100"/>
              <a:gd name="connsiteX3" fmla="*/ 228600 w 8521700"/>
              <a:gd name="connsiteY3" fmla="*/ 0 h 4356100"/>
              <a:gd name="connsiteX4" fmla="*/ 0 w 8521700"/>
              <a:gd name="connsiteY4" fmla="*/ 215900 h 4356100"/>
              <a:gd name="connsiteX5" fmla="*/ 0 w 8521700"/>
              <a:gd name="connsiteY5" fmla="*/ 4356100 h 4356100"/>
              <a:gd name="connsiteX6" fmla="*/ 6578600 w 8521700"/>
              <a:gd name="connsiteY6" fmla="*/ 4318000 h 4356100"/>
              <a:gd name="connsiteX0" fmla="*/ 8532812 w 8532812"/>
              <a:gd name="connsiteY0" fmla="*/ 3124200 h 4318000"/>
              <a:gd name="connsiteX1" fmla="*/ 8532812 w 8532812"/>
              <a:gd name="connsiteY1" fmla="*/ 203200 h 4318000"/>
              <a:gd name="connsiteX2" fmla="*/ 8329612 w 8532812"/>
              <a:gd name="connsiteY2" fmla="*/ 0 h 4318000"/>
              <a:gd name="connsiteX3" fmla="*/ 239712 w 8532812"/>
              <a:gd name="connsiteY3" fmla="*/ 0 h 4318000"/>
              <a:gd name="connsiteX4" fmla="*/ 11112 w 8532812"/>
              <a:gd name="connsiteY4" fmla="*/ 215900 h 4318000"/>
              <a:gd name="connsiteX5" fmla="*/ 0 w 8532812"/>
              <a:gd name="connsiteY5" fmla="*/ 4318000 h 4318000"/>
              <a:gd name="connsiteX6" fmla="*/ 6589712 w 8532812"/>
              <a:gd name="connsiteY6" fmla="*/ 4318000 h 4318000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43819"/>
              <a:gd name="connsiteY0" fmla="*/ 3141768 h 4335568"/>
              <a:gd name="connsiteX1" fmla="*/ 8532812 w 8543819"/>
              <a:gd name="connsiteY1" fmla="*/ 220768 h 4335568"/>
              <a:gd name="connsiteX2" fmla="*/ 8329612 w 8543819"/>
              <a:gd name="connsiteY2" fmla="*/ 17568 h 4335568"/>
              <a:gd name="connsiteX3" fmla="*/ 239712 w 8543819"/>
              <a:gd name="connsiteY3" fmla="*/ 17568 h 4335568"/>
              <a:gd name="connsiteX4" fmla="*/ 11112 w 8543819"/>
              <a:gd name="connsiteY4" fmla="*/ 233468 h 4335568"/>
              <a:gd name="connsiteX5" fmla="*/ 0 w 8543819"/>
              <a:gd name="connsiteY5" fmla="*/ 4335568 h 4335568"/>
              <a:gd name="connsiteX6" fmla="*/ 6589712 w 8543819"/>
              <a:gd name="connsiteY6" fmla="*/ 4335568 h 4335568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77580 w 8588587"/>
              <a:gd name="connsiteY0" fmla="*/ 3174259 h 4368059"/>
              <a:gd name="connsiteX1" fmla="*/ 8577580 w 8588587"/>
              <a:gd name="connsiteY1" fmla="*/ 253259 h 4368059"/>
              <a:gd name="connsiteX2" fmla="*/ 8374380 w 8588587"/>
              <a:gd name="connsiteY2" fmla="*/ 50059 h 4368059"/>
              <a:gd name="connsiteX3" fmla="*/ 284480 w 8588587"/>
              <a:gd name="connsiteY3" fmla="*/ 50059 h 4368059"/>
              <a:gd name="connsiteX4" fmla="*/ 44768 w 8588587"/>
              <a:gd name="connsiteY4" fmla="*/ 308822 h 4368059"/>
              <a:gd name="connsiteX5" fmla="*/ 44768 w 8588587"/>
              <a:gd name="connsiteY5" fmla="*/ 4368059 h 4368059"/>
              <a:gd name="connsiteX6" fmla="*/ 6634480 w 8588587"/>
              <a:gd name="connsiteY6" fmla="*/ 4368059 h 4368059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58534 h 4358534"/>
              <a:gd name="connsiteX6" fmla="*/ 6610668 w 8564775"/>
              <a:gd name="connsiteY6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78106 w 8564775"/>
              <a:gd name="connsiteY7" fmla="*/ 4356948 h 4358534"/>
              <a:gd name="connsiteX8" fmla="*/ 6610668 w 8564775"/>
              <a:gd name="connsiteY8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89492"/>
              <a:gd name="connsiteX1" fmla="*/ 8553768 w 8564775"/>
              <a:gd name="connsiteY1" fmla="*/ 243734 h 4389492"/>
              <a:gd name="connsiteX2" fmla="*/ 8350568 w 8564775"/>
              <a:gd name="connsiteY2" fmla="*/ 40534 h 4389492"/>
              <a:gd name="connsiteX3" fmla="*/ 260668 w 8564775"/>
              <a:gd name="connsiteY3" fmla="*/ 40534 h 4389492"/>
              <a:gd name="connsiteX4" fmla="*/ 20956 w 8564775"/>
              <a:gd name="connsiteY4" fmla="*/ 299297 h 4389492"/>
              <a:gd name="connsiteX5" fmla="*/ 20956 w 8564775"/>
              <a:gd name="connsiteY5" fmla="*/ 4302179 h 4389492"/>
              <a:gd name="connsiteX6" fmla="*/ 78106 w 8564775"/>
              <a:gd name="connsiteY6" fmla="*/ 4356948 h 4389492"/>
              <a:gd name="connsiteX7" fmla="*/ 6610668 w 8564775"/>
              <a:gd name="connsiteY7" fmla="*/ 4358534 h 4389492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256935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5"/>
              <a:gd name="connsiteX1" fmla="*/ 8553768 w 8564775"/>
              <a:gd name="connsiteY1" fmla="*/ 243734 h 4358535"/>
              <a:gd name="connsiteX2" fmla="*/ 8350568 w 8564775"/>
              <a:gd name="connsiteY2" fmla="*/ 40534 h 4358535"/>
              <a:gd name="connsiteX3" fmla="*/ 260668 w 8564775"/>
              <a:gd name="connsiteY3" fmla="*/ 40534 h 4358535"/>
              <a:gd name="connsiteX4" fmla="*/ 20956 w 8564775"/>
              <a:gd name="connsiteY4" fmla="*/ 299297 h 4358535"/>
              <a:gd name="connsiteX5" fmla="*/ 20956 w 8564775"/>
              <a:gd name="connsiteY5" fmla="*/ 4256935 h 4358535"/>
              <a:gd name="connsiteX6" fmla="*/ 113825 w 8564775"/>
              <a:gd name="connsiteY6" fmla="*/ 4358535 h 4358535"/>
              <a:gd name="connsiteX7" fmla="*/ 6610668 w 8564775"/>
              <a:gd name="connsiteY7" fmla="*/ 4358534 h 4358535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260668 w 8564775"/>
              <a:gd name="connsiteY3" fmla="*/ 40534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167799 w 8564775"/>
              <a:gd name="connsiteY3" fmla="*/ 43710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309991 h 4512524"/>
              <a:gd name="connsiteX1" fmla="*/ 8553768 w 8564775"/>
              <a:gd name="connsiteY1" fmla="*/ 388991 h 4512524"/>
              <a:gd name="connsiteX2" fmla="*/ 8350568 w 8564775"/>
              <a:gd name="connsiteY2" fmla="*/ 185791 h 4512524"/>
              <a:gd name="connsiteX3" fmla="*/ 167799 w 8564775"/>
              <a:gd name="connsiteY3" fmla="*/ 188967 h 4512524"/>
              <a:gd name="connsiteX4" fmla="*/ 20956 w 8564775"/>
              <a:gd name="connsiteY4" fmla="*/ 299297 h 4512524"/>
              <a:gd name="connsiteX5" fmla="*/ 20956 w 8564775"/>
              <a:gd name="connsiteY5" fmla="*/ 4402192 h 4512524"/>
              <a:gd name="connsiteX6" fmla="*/ 113825 w 8564775"/>
              <a:gd name="connsiteY6" fmla="*/ 4503792 h 4512524"/>
              <a:gd name="connsiteX7" fmla="*/ 6610668 w 8564775"/>
              <a:gd name="connsiteY7" fmla="*/ 4503791 h 4512524"/>
              <a:gd name="connsiteX0" fmla="*/ 8553768 w 8564775"/>
              <a:gd name="connsiteY0" fmla="*/ 3343329 h 4545862"/>
              <a:gd name="connsiteX1" fmla="*/ 8553768 w 8564775"/>
              <a:gd name="connsiteY1" fmla="*/ 422329 h 4545862"/>
              <a:gd name="connsiteX2" fmla="*/ 8350568 w 8564775"/>
              <a:gd name="connsiteY2" fmla="*/ 219129 h 4545862"/>
              <a:gd name="connsiteX3" fmla="*/ 167799 w 8564775"/>
              <a:gd name="connsiteY3" fmla="*/ 222305 h 4545862"/>
              <a:gd name="connsiteX4" fmla="*/ 20956 w 8564775"/>
              <a:gd name="connsiteY4" fmla="*/ 299297 h 4545862"/>
              <a:gd name="connsiteX5" fmla="*/ 20956 w 8564775"/>
              <a:gd name="connsiteY5" fmla="*/ 4435530 h 4545862"/>
              <a:gd name="connsiteX6" fmla="*/ 113825 w 8564775"/>
              <a:gd name="connsiteY6" fmla="*/ 4537130 h 4545862"/>
              <a:gd name="connsiteX7" fmla="*/ 6610668 w 8564775"/>
              <a:gd name="connsiteY7" fmla="*/ 4537129 h 4545862"/>
              <a:gd name="connsiteX0" fmla="*/ 8545037 w 8556044"/>
              <a:gd name="connsiteY0" fmla="*/ 3152829 h 4355362"/>
              <a:gd name="connsiteX1" fmla="*/ 8545037 w 8556044"/>
              <a:gd name="connsiteY1" fmla="*/ 231829 h 4355362"/>
              <a:gd name="connsiteX2" fmla="*/ 8341837 w 8556044"/>
              <a:gd name="connsiteY2" fmla="*/ 28629 h 4355362"/>
              <a:gd name="connsiteX3" fmla="*/ 159068 w 8556044"/>
              <a:gd name="connsiteY3" fmla="*/ 31805 h 4355362"/>
              <a:gd name="connsiteX4" fmla="*/ 12225 w 8556044"/>
              <a:gd name="connsiteY4" fmla="*/ 108797 h 4355362"/>
              <a:gd name="connsiteX5" fmla="*/ 12225 w 8556044"/>
              <a:gd name="connsiteY5" fmla="*/ 4245030 h 4355362"/>
              <a:gd name="connsiteX6" fmla="*/ 105094 w 8556044"/>
              <a:gd name="connsiteY6" fmla="*/ 4346630 h 4355362"/>
              <a:gd name="connsiteX7" fmla="*/ 6601937 w 8556044"/>
              <a:gd name="connsiteY7" fmla="*/ 4346629 h 4355362"/>
              <a:gd name="connsiteX0" fmla="*/ 8590280 w 8601287"/>
              <a:gd name="connsiteY0" fmla="*/ 3152829 h 4355362"/>
              <a:gd name="connsiteX1" fmla="*/ 8590280 w 8601287"/>
              <a:gd name="connsiteY1" fmla="*/ 231829 h 4355362"/>
              <a:gd name="connsiteX2" fmla="*/ 8387080 w 8601287"/>
              <a:gd name="connsiteY2" fmla="*/ 28629 h 4355362"/>
              <a:gd name="connsiteX3" fmla="*/ 159068 w 8601287"/>
              <a:gd name="connsiteY3" fmla="*/ 31805 h 4355362"/>
              <a:gd name="connsiteX4" fmla="*/ 57468 w 8601287"/>
              <a:gd name="connsiteY4" fmla="*/ 108797 h 4355362"/>
              <a:gd name="connsiteX5" fmla="*/ 57468 w 8601287"/>
              <a:gd name="connsiteY5" fmla="*/ 4245030 h 4355362"/>
              <a:gd name="connsiteX6" fmla="*/ 150337 w 8601287"/>
              <a:gd name="connsiteY6" fmla="*/ 4346630 h 4355362"/>
              <a:gd name="connsiteX7" fmla="*/ 6647180 w 8601287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41768 h 4344301"/>
              <a:gd name="connsiteX1" fmla="*/ 8537575 w 8548582"/>
              <a:gd name="connsiteY1" fmla="*/ 220768 h 4344301"/>
              <a:gd name="connsiteX2" fmla="*/ 8334375 w 8548582"/>
              <a:gd name="connsiteY2" fmla="*/ 17568 h 4344301"/>
              <a:gd name="connsiteX3" fmla="*/ 106363 w 8548582"/>
              <a:gd name="connsiteY3" fmla="*/ 20744 h 4344301"/>
              <a:gd name="connsiteX4" fmla="*/ 4762 w 8548582"/>
              <a:gd name="connsiteY4" fmla="*/ 109642 h 4344301"/>
              <a:gd name="connsiteX5" fmla="*/ 4763 w 8548582"/>
              <a:gd name="connsiteY5" fmla="*/ 4233969 h 4344301"/>
              <a:gd name="connsiteX6" fmla="*/ 97632 w 8548582"/>
              <a:gd name="connsiteY6" fmla="*/ 4335569 h 4344301"/>
              <a:gd name="connsiteX7" fmla="*/ 6594475 w 8548582"/>
              <a:gd name="connsiteY7" fmla="*/ 4335568 h 4344301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8270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9230 h 4361763"/>
              <a:gd name="connsiteX1" fmla="*/ 8539482 w 8550489"/>
              <a:gd name="connsiteY1" fmla="*/ 238230 h 4361763"/>
              <a:gd name="connsiteX2" fmla="*/ 8336282 w 8550489"/>
              <a:gd name="connsiteY2" fmla="*/ 35030 h 4361763"/>
              <a:gd name="connsiteX3" fmla="*/ 103508 w 8550489"/>
              <a:gd name="connsiteY3" fmla="*/ 38206 h 4361763"/>
              <a:gd name="connsiteX4" fmla="*/ 6669 w 8550489"/>
              <a:gd name="connsiteY4" fmla="*/ 127104 h 4361763"/>
              <a:gd name="connsiteX5" fmla="*/ 6670 w 8550489"/>
              <a:gd name="connsiteY5" fmla="*/ 4251431 h 4361763"/>
              <a:gd name="connsiteX6" fmla="*/ 99539 w 8550489"/>
              <a:gd name="connsiteY6" fmla="*/ 4353031 h 4361763"/>
              <a:gd name="connsiteX7" fmla="*/ 6596382 w 8550489"/>
              <a:gd name="connsiteY7" fmla="*/ 4353030 h 4361763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1 w 8550488"/>
              <a:gd name="connsiteY0" fmla="*/ 3142511 h 4345044"/>
              <a:gd name="connsiteX1" fmla="*/ 8539481 w 8550488"/>
              <a:gd name="connsiteY1" fmla="*/ 221511 h 4345044"/>
              <a:gd name="connsiteX2" fmla="*/ 8336281 w 8550488"/>
              <a:gd name="connsiteY2" fmla="*/ 18311 h 4345044"/>
              <a:gd name="connsiteX3" fmla="*/ 103507 w 8550488"/>
              <a:gd name="connsiteY3" fmla="*/ 21487 h 4345044"/>
              <a:gd name="connsiteX4" fmla="*/ 6669 w 8550488"/>
              <a:gd name="connsiteY4" fmla="*/ 122291 h 4345044"/>
              <a:gd name="connsiteX5" fmla="*/ 6669 w 8550488"/>
              <a:gd name="connsiteY5" fmla="*/ 4234712 h 4345044"/>
              <a:gd name="connsiteX6" fmla="*/ 99538 w 8550488"/>
              <a:gd name="connsiteY6" fmla="*/ 4336312 h 4345044"/>
              <a:gd name="connsiteX7" fmla="*/ 6596381 w 8550488"/>
              <a:gd name="connsiteY7" fmla="*/ 4336311 h 4345044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336281 w 8550487"/>
              <a:gd name="connsiteY2" fmla="*/ 122343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97847"/>
              <a:gd name="connsiteY0" fmla="*/ 3246543 h 4449076"/>
              <a:gd name="connsiteX1" fmla="*/ 8539480 w 8597847"/>
              <a:gd name="connsiteY1" fmla="*/ 220768 h 4449076"/>
              <a:gd name="connsiteX2" fmla="*/ 8438674 w 8597847"/>
              <a:gd name="connsiteY2" fmla="*/ 125519 h 4449076"/>
              <a:gd name="connsiteX3" fmla="*/ 103507 w 8597847"/>
              <a:gd name="connsiteY3" fmla="*/ 125519 h 4449076"/>
              <a:gd name="connsiteX4" fmla="*/ 6669 w 8597847"/>
              <a:gd name="connsiteY4" fmla="*/ 226323 h 4449076"/>
              <a:gd name="connsiteX5" fmla="*/ 6669 w 8597847"/>
              <a:gd name="connsiteY5" fmla="*/ 4338744 h 4449076"/>
              <a:gd name="connsiteX6" fmla="*/ 99538 w 8597847"/>
              <a:gd name="connsiteY6" fmla="*/ 4440344 h 4449076"/>
              <a:gd name="connsiteX7" fmla="*/ 6596381 w 8597847"/>
              <a:gd name="connsiteY7" fmla="*/ 4440343 h 4449076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438674 w 8550487"/>
              <a:gd name="connsiteY2" fmla="*/ 125519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56837"/>
              <a:gd name="connsiteY0" fmla="*/ 3151293 h 4353826"/>
              <a:gd name="connsiteX1" fmla="*/ 8539480 w 8556837"/>
              <a:gd name="connsiteY1" fmla="*/ 125518 h 4353826"/>
              <a:gd name="connsiteX2" fmla="*/ 8438674 w 8556837"/>
              <a:gd name="connsiteY2" fmla="*/ 30269 h 4353826"/>
              <a:gd name="connsiteX3" fmla="*/ 103507 w 8556837"/>
              <a:gd name="connsiteY3" fmla="*/ 30269 h 4353826"/>
              <a:gd name="connsiteX4" fmla="*/ 6669 w 8556837"/>
              <a:gd name="connsiteY4" fmla="*/ 131073 h 4353826"/>
              <a:gd name="connsiteX5" fmla="*/ 6669 w 8556837"/>
              <a:gd name="connsiteY5" fmla="*/ 4243494 h 4353826"/>
              <a:gd name="connsiteX6" fmla="*/ 99538 w 8556837"/>
              <a:gd name="connsiteY6" fmla="*/ 4345094 h 4353826"/>
              <a:gd name="connsiteX7" fmla="*/ 6596381 w 8556837"/>
              <a:gd name="connsiteY7" fmla="*/ 4345093 h 4353826"/>
              <a:gd name="connsiteX0" fmla="*/ 8539481 w 8539481"/>
              <a:gd name="connsiteY0" fmla="*/ 3142511 h 4345044"/>
              <a:gd name="connsiteX1" fmla="*/ 8539480 w 8539481"/>
              <a:gd name="connsiteY1" fmla="*/ 116736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49428"/>
              <a:gd name="connsiteY0" fmla="*/ 3142511 h 4345044"/>
              <a:gd name="connsiteX1" fmla="*/ 8539481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49428"/>
              <a:gd name="connsiteY0" fmla="*/ 3142511 h 4345044"/>
              <a:gd name="connsiteX1" fmla="*/ 8539480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22005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10099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10099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46253"/>
              <a:gd name="connsiteY0" fmla="*/ 3162407 h 4364940"/>
              <a:gd name="connsiteX1" fmla="*/ 8539481 w 8546253"/>
              <a:gd name="connsiteY1" fmla="*/ 122344 h 4364940"/>
              <a:gd name="connsiteX2" fmla="*/ 8410099 w 8546253"/>
              <a:gd name="connsiteY2" fmla="*/ 41383 h 4364940"/>
              <a:gd name="connsiteX3" fmla="*/ 103507 w 8546253"/>
              <a:gd name="connsiteY3" fmla="*/ 41383 h 4364940"/>
              <a:gd name="connsiteX4" fmla="*/ 6669 w 8546253"/>
              <a:gd name="connsiteY4" fmla="*/ 142187 h 4364940"/>
              <a:gd name="connsiteX5" fmla="*/ 6669 w 8546253"/>
              <a:gd name="connsiteY5" fmla="*/ 4254608 h 4364940"/>
              <a:gd name="connsiteX6" fmla="*/ 99538 w 8546253"/>
              <a:gd name="connsiteY6" fmla="*/ 4356208 h 4364940"/>
              <a:gd name="connsiteX7" fmla="*/ 6596381 w 8546253"/>
              <a:gd name="connsiteY7" fmla="*/ 4356207 h 4364940"/>
              <a:gd name="connsiteX0" fmla="*/ 8539481 w 8559747"/>
              <a:gd name="connsiteY0" fmla="*/ 3162407 h 4364940"/>
              <a:gd name="connsiteX1" fmla="*/ 8539481 w 8559747"/>
              <a:gd name="connsiteY1" fmla="*/ 122344 h 4364940"/>
              <a:gd name="connsiteX2" fmla="*/ 8410099 w 8559747"/>
              <a:gd name="connsiteY2" fmla="*/ 41383 h 4364940"/>
              <a:gd name="connsiteX3" fmla="*/ 103507 w 8559747"/>
              <a:gd name="connsiteY3" fmla="*/ 41383 h 4364940"/>
              <a:gd name="connsiteX4" fmla="*/ 6669 w 8559747"/>
              <a:gd name="connsiteY4" fmla="*/ 142187 h 4364940"/>
              <a:gd name="connsiteX5" fmla="*/ 6669 w 8559747"/>
              <a:gd name="connsiteY5" fmla="*/ 4254608 h 4364940"/>
              <a:gd name="connsiteX6" fmla="*/ 99538 w 8559747"/>
              <a:gd name="connsiteY6" fmla="*/ 4356208 h 4364940"/>
              <a:gd name="connsiteX7" fmla="*/ 6596381 w 8559747"/>
              <a:gd name="connsiteY7" fmla="*/ 4356207 h 4364940"/>
              <a:gd name="connsiteX0" fmla="*/ 8539481 w 8582766"/>
              <a:gd name="connsiteY0" fmla="*/ 3162407 h 4364940"/>
              <a:gd name="connsiteX1" fmla="*/ 8539481 w 8582766"/>
              <a:gd name="connsiteY1" fmla="*/ 122344 h 4364940"/>
              <a:gd name="connsiteX2" fmla="*/ 8410099 w 8582766"/>
              <a:gd name="connsiteY2" fmla="*/ 41383 h 4364940"/>
              <a:gd name="connsiteX3" fmla="*/ 103507 w 8582766"/>
              <a:gd name="connsiteY3" fmla="*/ 41383 h 4364940"/>
              <a:gd name="connsiteX4" fmla="*/ 6669 w 8582766"/>
              <a:gd name="connsiteY4" fmla="*/ 142187 h 4364940"/>
              <a:gd name="connsiteX5" fmla="*/ 6669 w 8582766"/>
              <a:gd name="connsiteY5" fmla="*/ 4254608 h 4364940"/>
              <a:gd name="connsiteX6" fmla="*/ 99538 w 8582766"/>
              <a:gd name="connsiteY6" fmla="*/ 4356208 h 4364940"/>
              <a:gd name="connsiteX7" fmla="*/ 6596381 w 8582766"/>
              <a:gd name="connsiteY7" fmla="*/ 4356207 h 4364940"/>
              <a:gd name="connsiteX0" fmla="*/ 8539481 w 8628010"/>
              <a:gd name="connsiteY0" fmla="*/ 3162407 h 4364940"/>
              <a:gd name="connsiteX1" fmla="*/ 8539481 w 8628010"/>
              <a:gd name="connsiteY1" fmla="*/ 122344 h 4364940"/>
              <a:gd name="connsiteX2" fmla="*/ 8455343 w 8628010"/>
              <a:gd name="connsiteY2" fmla="*/ 41383 h 4364940"/>
              <a:gd name="connsiteX3" fmla="*/ 103507 w 8628010"/>
              <a:gd name="connsiteY3" fmla="*/ 41383 h 4364940"/>
              <a:gd name="connsiteX4" fmla="*/ 6669 w 8628010"/>
              <a:gd name="connsiteY4" fmla="*/ 142187 h 4364940"/>
              <a:gd name="connsiteX5" fmla="*/ 6669 w 8628010"/>
              <a:gd name="connsiteY5" fmla="*/ 4254608 h 4364940"/>
              <a:gd name="connsiteX6" fmla="*/ 99538 w 8628010"/>
              <a:gd name="connsiteY6" fmla="*/ 4356208 h 4364940"/>
              <a:gd name="connsiteX7" fmla="*/ 6596381 w 8628010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42511 h 4345044"/>
              <a:gd name="connsiteX1" fmla="*/ 8539481 w 8539481"/>
              <a:gd name="connsiteY1" fmla="*/ 102448 h 4345044"/>
              <a:gd name="connsiteX2" fmla="*/ 8455343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42656 w 8542656"/>
              <a:gd name="connsiteY0" fmla="*/ 558061 h 4345044"/>
              <a:gd name="connsiteX1" fmla="*/ 8539481 w 8542656"/>
              <a:gd name="connsiteY1" fmla="*/ 102448 h 4345044"/>
              <a:gd name="connsiteX2" fmla="*/ 8455343 w 8542656"/>
              <a:gd name="connsiteY2" fmla="*/ 21487 h 4345044"/>
              <a:gd name="connsiteX3" fmla="*/ 103507 w 8542656"/>
              <a:gd name="connsiteY3" fmla="*/ 21487 h 4345044"/>
              <a:gd name="connsiteX4" fmla="*/ 6669 w 8542656"/>
              <a:gd name="connsiteY4" fmla="*/ 122291 h 4345044"/>
              <a:gd name="connsiteX5" fmla="*/ 6669 w 8542656"/>
              <a:gd name="connsiteY5" fmla="*/ 4234712 h 4345044"/>
              <a:gd name="connsiteX6" fmla="*/ 99538 w 8542656"/>
              <a:gd name="connsiteY6" fmla="*/ 4336312 h 4345044"/>
              <a:gd name="connsiteX7" fmla="*/ 6596381 w 8542656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7" fmla="*/ 6596381 w 8542655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0" fmla="*/ 8542655 w 8542655"/>
              <a:gd name="connsiteY0" fmla="*/ 881912 h 4234712"/>
              <a:gd name="connsiteX1" fmla="*/ 8539481 w 8542655"/>
              <a:gd name="connsiteY1" fmla="*/ 102448 h 4234712"/>
              <a:gd name="connsiteX2" fmla="*/ 8455343 w 8542655"/>
              <a:gd name="connsiteY2" fmla="*/ 21487 h 4234712"/>
              <a:gd name="connsiteX3" fmla="*/ 103507 w 8542655"/>
              <a:gd name="connsiteY3" fmla="*/ 21487 h 4234712"/>
              <a:gd name="connsiteX4" fmla="*/ 6669 w 8542655"/>
              <a:gd name="connsiteY4" fmla="*/ 122291 h 4234712"/>
              <a:gd name="connsiteX5" fmla="*/ 6669 w 8542655"/>
              <a:gd name="connsiteY5" fmla="*/ 4234712 h 4234712"/>
              <a:gd name="connsiteX0" fmla="*/ 8542655 w 8542655"/>
              <a:gd name="connsiteY0" fmla="*/ 881912 h 881912"/>
              <a:gd name="connsiteX1" fmla="*/ 8539481 w 8542655"/>
              <a:gd name="connsiteY1" fmla="*/ 102448 h 881912"/>
              <a:gd name="connsiteX2" fmla="*/ 8455343 w 8542655"/>
              <a:gd name="connsiteY2" fmla="*/ 21487 h 881912"/>
              <a:gd name="connsiteX3" fmla="*/ 103507 w 8542655"/>
              <a:gd name="connsiteY3" fmla="*/ 21487 h 881912"/>
              <a:gd name="connsiteX4" fmla="*/ 6669 w 8542655"/>
              <a:gd name="connsiteY4" fmla="*/ 122291 h 881912"/>
              <a:gd name="connsiteX0" fmla="*/ 8439148 w 8439148"/>
              <a:gd name="connsiteY0" fmla="*/ 870852 h 870852"/>
              <a:gd name="connsiteX1" fmla="*/ 8435974 w 8439148"/>
              <a:gd name="connsiteY1" fmla="*/ 91388 h 870852"/>
              <a:gd name="connsiteX2" fmla="*/ 8351836 w 8439148"/>
              <a:gd name="connsiteY2" fmla="*/ 10427 h 870852"/>
              <a:gd name="connsiteX3" fmla="*/ 0 w 8439148"/>
              <a:gd name="connsiteY3" fmla="*/ 10427 h 870852"/>
              <a:gd name="connsiteX0" fmla="*/ 5356223 w 5356223"/>
              <a:gd name="connsiteY0" fmla="*/ 870852 h 870852"/>
              <a:gd name="connsiteX1" fmla="*/ 5353049 w 5356223"/>
              <a:gd name="connsiteY1" fmla="*/ 91388 h 870852"/>
              <a:gd name="connsiteX2" fmla="*/ 5268911 w 5356223"/>
              <a:gd name="connsiteY2" fmla="*/ 10427 h 870852"/>
              <a:gd name="connsiteX3" fmla="*/ 0 w 53562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0427 h 870852"/>
              <a:gd name="connsiteX3" fmla="*/ 0 w 60420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7515 h 870852"/>
              <a:gd name="connsiteX3" fmla="*/ 0 w 6042023"/>
              <a:gd name="connsiteY3" fmla="*/ 17515 h 870852"/>
              <a:gd name="connsiteX0" fmla="*/ 603217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  <a:gd name="connsiteX0" fmla="*/ 603852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9907" h="1664602">
                <a:moveTo>
                  <a:pt x="6038528" y="1664602"/>
                </a:moveTo>
                <a:cubicBezTo>
                  <a:pt x="6037470" y="1512731"/>
                  <a:pt x="6039907" y="243259"/>
                  <a:pt x="6038849" y="91388"/>
                </a:cubicBezTo>
                <a:cubicBezTo>
                  <a:pt x="6034775" y="0"/>
                  <a:pt x="5986091" y="23970"/>
                  <a:pt x="5954711" y="17515"/>
                </a:cubicBezTo>
                <a:lnTo>
                  <a:pt x="0" y="17515"/>
                </a:lnTo>
              </a:path>
            </a:pathLst>
          </a:cu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defTabSz="457200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rgbClr val="000000"/>
              </a:solidFill>
              <a:latin typeface="Arial" charset="0"/>
              <a:ea typeface="ＭＳ Ｐゴシック" pitchFamily="34" charset="-128"/>
              <a:cs typeface="+mn-cs"/>
            </a:endParaRPr>
          </a:p>
        </p:txBody>
      </p:sp>
      <p:grpSp>
        <p:nvGrpSpPr>
          <p:cNvPr id="137" name="Group 118"/>
          <p:cNvGrpSpPr/>
          <p:nvPr userDrawn="1"/>
        </p:nvGrpSpPr>
        <p:grpSpPr>
          <a:xfrm>
            <a:off x="8166818" y="5818700"/>
            <a:ext cx="651247" cy="411523"/>
            <a:chOff x="7715563" y="5785391"/>
            <a:chExt cx="651247" cy="411523"/>
          </a:xfrm>
        </p:grpSpPr>
        <p:sp>
          <p:nvSpPr>
            <p:cNvPr id="138" name="Freeform 29"/>
            <p:cNvSpPr>
              <a:spLocks/>
            </p:cNvSpPr>
            <p:nvPr userDrawn="1"/>
          </p:nvSpPr>
          <p:spPr bwMode="auto">
            <a:xfrm>
              <a:off x="7715563" y="5785391"/>
              <a:ext cx="651247" cy="411523"/>
            </a:xfrm>
            <a:custGeom>
              <a:avLst/>
              <a:gdLst/>
              <a:ahLst/>
              <a:cxnLst>
                <a:cxn ang="0">
                  <a:pos x="300" y="168"/>
                </a:cxn>
                <a:cxn ang="0">
                  <a:pos x="280" y="188"/>
                </a:cxn>
                <a:cxn ang="0">
                  <a:pos x="20" y="188"/>
                </a:cxn>
                <a:cxn ang="0">
                  <a:pos x="0" y="168"/>
                </a:cxn>
                <a:cxn ang="0">
                  <a:pos x="273" y="168"/>
                </a:cxn>
                <a:cxn ang="0">
                  <a:pos x="273" y="0"/>
                </a:cxn>
                <a:cxn ang="0">
                  <a:pos x="27" y="0"/>
                </a:cxn>
                <a:cxn ang="0">
                  <a:pos x="27" y="145"/>
                </a:cxn>
              </a:cxnLst>
              <a:rect l="0" t="0" r="r" b="b"/>
              <a:pathLst>
                <a:path w="300" h="188">
                  <a:moveTo>
                    <a:pt x="300" y="168"/>
                  </a:moveTo>
                  <a:cubicBezTo>
                    <a:pt x="300" y="179"/>
                    <a:pt x="291" y="188"/>
                    <a:pt x="280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9" y="188"/>
                    <a:pt x="0" y="179"/>
                    <a:pt x="0" y="168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5"/>
                    <a:pt x="27" y="145"/>
                    <a:pt x="27" y="145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139" name="Group 116"/>
            <p:cNvGrpSpPr/>
            <p:nvPr userDrawn="1"/>
          </p:nvGrpSpPr>
          <p:grpSpPr>
            <a:xfrm>
              <a:off x="7905159" y="5833696"/>
              <a:ext cx="272054" cy="272054"/>
              <a:chOff x="7192487" y="5529300"/>
              <a:chExt cx="482282" cy="482282"/>
            </a:xfrm>
          </p:grpSpPr>
          <p:sp>
            <p:nvSpPr>
              <p:cNvPr id="140" name="Donut 139"/>
              <p:cNvSpPr/>
              <p:nvPr userDrawn="1"/>
            </p:nvSpPr>
            <p:spPr>
              <a:xfrm>
                <a:off x="7192487" y="5529300"/>
                <a:ext cx="482282" cy="482282"/>
              </a:xfrm>
              <a:prstGeom prst="donut">
                <a:avLst>
                  <a:gd name="adj" fmla="val 28950"/>
                </a:avLst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457200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kern="12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  <a:cs typeface="+mn-cs"/>
                </a:endParaRPr>
              </a:p>
            </p:txBody>
          </p:sp>
          <p:cxnSp>
            <p:nvCxnSpPr>
              <p:cNvPr id="141" name="Straight Connector 140"/>
              <p:cNvCxnSpPr/>
              <p:nvPr userDrawn="1"/>
            </p:nvCxnSpPr>
            <p:spPr>
              <a:xfrm>
                <a:off x="7433628" y="5536407"/>
                <a:ext cx="0" cy="13096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42" name="Straight Connector 141"/>
              <p:cNvCxnSpPr/>
              <p:nvPr userDrawn="1"/>
            </p:nvCxnSpPr>
            <p:spPr>
              <a:xfrm>
                <a:off x="7495541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43" name="Straight Connector 142"/>
              <p:cNvCxnSpPr/>
              <p:nvPr userDrawn="1"/>
            </p:nvCxnSpPr>
            <p:spPr>
              <a:xfrm flipH="1">
                <a:off x="7297897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44" name="Straight Connector 143"/>
              <p:cNvCxnSpPr/>
              <p:nvPr userDrawn="1"/>
            </p:nvCxnSpPr>
            <p:spPr>
              <a:xfrm flipH="1" flipV="1">
                <a:off x="7205030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45" name="Straight Connector 144"/>
              <p:cNvCxnSpPr/>
              <p:nvPr userDrawn="1"/>
            </p:nvCxnSpPr>
            <p:spPr>
              <a:xfrm flipV="1">
                <a:off x="7536022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</p:grpSp>
      </p:grpSp>
      <p:grpSp>
        <p:nvGrpSpPr>
          <p:cNvPr id="148" name="Group 83"/>
          <p:cNvGrpSpPr/>
          <p:nvPr userDrawn="1"/>
        </p:nvGrpSpPr>
        <p:grpSpPr>
          <a:xfrm>
            <a:off x="6402787" y="5744818"/>
            <a:ext cx="395544" cy="463864"/>
            <a:chOff x="6137269" y="5708334"/>
            <a:chExt cx="395544" cy="463864"/>
          </a:xfrm>
        </p:grpSpPr>
        <p:sp>
          <p:nvSpPr>
            <p:cNvPr id="149" name="Freeform 21"/>
            <p:cNvSpPr>
              <a:spLocks/>
            </p:cNvSpPr>
            <p:nvPr userDrawn="1"/>
          </p:nvSpPr>
          <p:spPr bwMode="auto">
            <a:xfrm>
              <a:off x="6137269" y="5708334"/>
              <a:ext cx="160614" cy="227736"/>
            </a:xfrm>
            <a:custGeom>
              <a:avLst/>
              <a:gdLst/>
              <a:ahLst/>
              <a:cxnLst>
                <a:cxn ang="0">
                  <a:pos x="74" y="79"/>
                </a:cxn>
                <a:cxn ang="0">
                  <a:pos x="47" y="44"/>
                </a:cxn>
                <a:cxn ang="0">
                  <a:pos x="57" y="23"/>
                </a:cxn>
                <a:cxn ang="0">
                  <a:pos x="39" y="0"/>
                </a:cxn>
                <a:cxn ang="0">
                  <a:pos x="20" y="23"/>
                </a:cxn>
                <a:cxn ang="0">
                  <a:pos x="30" y="44"/>
                </a:cxn>
                <a:cxn ang="0">
                  <a:pos x="0" y="104"/>
                </a:cxn>
              </a:cxnLst>
              <a:rect l="0" t="0" r="r" b="b"/>
              <a:pathLst>
                <a:path w="74" h="104">
                  <a:moveTo>
                    <a:pt x="74" y="79"/>
                  </a:moveTo>
                  <a:cubicBezTo>
                    <a:pt x="71" y="62"/>
                    <a:pt x="62" y="49"/>
                    <a:pt x="47" y="44"/>
                  </a:cubicBezTo>
                  <a:cubicBezTo>
                    <a:pt x="52" y="40"/>
                    <a:pt x="57" y="31"/>
                    <a:pt x="57" y="23"/>
                  </a:cubicBezTo>
                  <a:cubicBezTo>
                    <a:pt x="57" y="10"/>
                    <a:pt x="49" y="0"/>
                    <a:pt x="39" y="0"/>
                  </a:cubicBezTo>
                  <a:cubicBezTo>
                    <a:pt x="28" y="0"/>
                    <a:pt x="20" y="10"/>
                    <a:pt x="20" y="23"/>
                  </a:cubicBezTo>
                  <a:cubicBezTo>
                    <a:pt x="20" y="31"/>
                    <a:pt x="26" y="40"/>
                    <a:pt x="30" y="44"/>
                  </a:cubicBezTo>
                  <a:cubicBezTo>
                    <a:pt x="8" y="51"/>
                    <a:pt x="0" y="75"/>
                    <a:pt x="0" y="104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50" name="Freeform 22"/>
            <p:cNvSpPr>
              <a:spLocks/>
            </p:cNvSpPr>
            <p:nvPr userDrawn="1"/>
          </p:nvSpPr>
          <p:spPr bwMode="auto">
            <a:xfrm>
              <a:off x="6185213" y="5944860"/>
              <a:ext cx="73515" cy="80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0" y="0"/>
                </a:cxn>
              </a:cxnLst>
              <a:rect l="0" t="0" r="r" b="b"/>
              <a:pathLst>
                <a:path w="34">
                  <a:moveTo>
                    <a:pt x="34" y="0"/>
                  </a:moveTo>
                  <a:cubicBezTo>
                    <a:pt x="24" y="0"/>
                    <a:pt x="11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51" name="Freeform 23"/>
            <p:cNvSpPr>
              <a:spLocks/>
            </p:cNvSpPr>
            <p:nvPr userDrawn="1"/>
          </p:nvSpPr>
          <p:spPr bwMode="auto">
            <a:xfrm>
              <a:off x="6367404" y="5767466"/>
              <a:ext cx="165409" cy="280476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1" y="52"/>
                </a:cxn>
                <a:cxn ang="0">
                  <a:pos x="9" y="27"/>
                </a:cxn>
                <a:cxn ang="0">
                  <a:pos x="31" y="0"/>
                </a:cxn>
                <a:cxn ang="0">
                  <a:pos x="54" y="27"/>
                </a:cxn>
                <a:cxn ang="0">
                  <a:pos x="41" y="52"/>
                </a:cxn>
                <a:cxn ang="0">
                  <a:pos x="76" y="122"/>
                </a:cxn>
                <a:cxn ang="0">
                  <a:pos x="11" y="126"/>
                </a:cxn>
              </a:cxnLst>
              <a:rect l="0" t="0" r="r" b="b"/>
              <a:pathLst>
                <a:path w="76" h="128">
                  <a:moveTo>
                    <a:pt x="0" y="67"/>
                  </a:moveTo>
                  <a:cubicBezTo>
                    <a:pt x="5" y="59"/>
                    <a:pt x="12" y="54"/>
                    <a:pt x="21" y="52"/>
                  </a:cubicBezTo>
                  <a:cubicBezTo>
                    <a:pt x="16" y="46"/>
                    <a:pt x="9" y="36"/>
                    <a:pt x="9" y="27"/>
                  </a:cubicBezTo>
                  <a:cubicBezTo>
                    <a:pt x="9" y="11"/>
                    <a:pt x="19" y="0"/>
                    <a:pt x="31" y="0"/>
                  </a:cubicBezTo>
                  <a:cubicBezTo>
                    <a:pt x="44" y="0"/>
                    <a:pt x="54" y="11"/>
                    <a:pt x="54" y="27"/>
                  </a:cubicBezTo>
                  <a:cubicBezTo>
                    <a:pt x="54" y="36"/>
                    <a:pt x="47" y="46"/>
                    <a:pt x="41" y="52"/>
                  </a:cubicBezTo>
                  <a:cubicBezTo>
                    <a:pt x="67" y="59"/>
                    <a:pt x="76" y="88"/>
                    <a:pt x="76" y="122"/>
                  </a:cubicBezTo>
                  <a:cubicBezTo>
                    <a:pt x="76" y="126"/>
                    <a:pt x="37" y="128"/>
                    <a:pt x="11" y="126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152" name="Group 76"/>
            <p:cNvGrpSpPr/>
            <p:nvPr userDrawn="1"/>
          </p:nvGrpSpPr>
          <p:grpSpPr>
            <a:xfrm>
              <a:off x="6200395" y="5879336"/>
              <a:ext cx="234931" cy="292862"/>
              <a:chOff x="6200395" y="5879336"/>
              <a:chExt cx="234931" cy="292862"/>
            </a:xfrm>
          </p:grpSpPr>
          <p:sp>
            <p:nvSpPr>
              <p:cNvPr id="153" name="Freeform 24"/>
              <p:cNvSpPr>
                <a:spLocks/>
              </p:cNvSpPr>
              <p:nvPr userDrawn="1"/>
            </p:nvSpPr>
            <p:spPr bwMode="auto">
              <a:xfrm>
                <a:off x="6258729" y="5880934"/>
                <a:ext cx="39155" cy="63926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18" y="0"/>
                  </a:cxn>
                </a:cxnLst>
                <a:rect l="0" t="0" r="r" b="b"/>
                <a:pathLst>
                  <a:path w="18" h="29">
                    <a:moveTo>
                      <a:pt x="0" y="29"/>
                    </a:moveTo>
                    <a:cubicBezTo>
                      <a:pt x="1" y="15"/>
                      <a:pt x="8" y="4"/>
                      <a:pt x="18" y="0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54" name="Freeform 25"/>
              <p:cNvSpPr>
                <a:spLocks/>
              </p:cNvSpPr>
              <p:nvPr userDrawn="1"/>
            </p:nvSpPr>
            <p:spPr bwMode="auto">
              <a:xfrm>
                <a:off x="6200395" y="5944860"/>
                <a:ext cx="91094" cy="227338"/>
              </a:xfrm>
              <a:custGeom>
                <a:avLst/>
                <a:gdLst>
                  <a:gd name="connsiteX0" fmla="*/ 6429 w 10000"/>
                  <a:gd name="connsiteY0" fmla="*/ 0 h 8863"/>
                  <a:gd name="connsiteX1" fmla="*/ 6429 w 10000"/>
                  <a:gd name="connsiteY1" fmla="*/ 171 h 8863"/>
                  <a:gd name="connsiteX2" fmla="*/ 10000 w 10000"/>
                  <a:gd name="connsiteY2" fmla="*/ 2735 h 8863"/>
                  <a:gd name="connsiteX3" fmla="*/ 0 w 10000"/>
                  <a:gd name="connsiteY3" fmla="*/ 8863 h 8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8863">
                    <a:moveTo>
                      <a:pt x="6429" y="0"/>
                    </a:moveTo>
                    <a:lnTo>
                      <a:pt x="6429" y="171"/>
                    </a:lnTo>
                    <a:cubicBezTo>
                      <a:pt x="6429" y="1197"/>
                      <a:pt x="8333" y="2222"/>
                      <a:pt x="10000" y="2735"/>
                    </a:cubicBezTo>
                    <a:cubicBezTo>
                      <a:pt x="2381" y="3504"/>
                      <a:pt x="0" y="5359"/>
                      <a:pt x="0" y="8863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55" name="Freeform 26"/>
              <p:cNvSpPr>
                <a:spLocks/>
              </p:cNvSpPr>
              <p:nvPr userDrawn="1"/>
            </p:nvSpPr>
            <p:spPr bwMode="auto">
              <a:xfrm>
                <a:off x="6391376" y="6043146"/>
                <a:ext cx="43950" cy="1206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55"/>
                  </a:cxn>
                </a:cxnLst>
                <a:rect l="0" t="0" r="r" b="b"/>
                <a:pathLst>
                  <a:path w="20" h="55">
                    <a:moveTo>
                      <a:pt x="0" y="0"/>
                    </a:moveTo>
                    <a:cubicBezTo>
                      <a:pt x="12" y="13"/>
                      <a:pt x="18" y="32"/>
                      <a:pt x="20" y="55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56" name="Freeform 27"/>
              <p:cNvSpPr>
                <a:spLocks/>
              </p:cNvSpPr>
              <p:nvPr userDrawn="1"/>
            </p:nvSpPr>
            <p:spPr bwMode="auto">
              <a:xfrm>
                <a:off x="6297884" y="5879336"/>
                <a:ext cx="69519" cy="3516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9" y="0"/>
                  </a:cxn>
                  <a:cxn ang="0">
                    <a:pos x="32" y="16"/>
                  </a:cxn>
                </a:cxnLst>
                <a:rect l="0" t="0" r="r" b="b"/>
                <a:pathLst>
                  <a:path w="32" h="16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  <a:cubicBezTo>
                      <a:pt x="19" y="0"/>
                      <a:pt x="28" y="6"/>
                      <a:pt x="32" y="16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57" name="Freeform 28"/>
              <p:cNvSpPr>
                <a:spLocks/>
              </p:cNvSpPr>
              <p:nvPr userDrawn="1"/>
            </p:nvSpPr>
            <p:spPr bwMode="auto">
              <a:xfrm>
                <a:off x="6343430" y="5914495"/>
                <a:ext cx="47944" cy="12865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16"/>
                  </a:cxn>
                  <a:cxn ang="0">
                    <a:pos x="0" y="46"/>
                  </a:cxn>
                  <a:cxn ang="0">
                    <a:pos x="22" y="59"/>
                  </a:cxn>
                </a:cxnLst>
                <a:rect l="0" t="0" r="r" b="b"/>
                <a:pathLst>
                  <a:path w="22" h="59">
                    <a:moveTo>
                      <a:pt x="11" y="0"/>
                    </a:moveTo>
                    <a:cubicBezTo>
                      <a:pt x="13" y="4"/>
                      <a:pt x="15" y="10"/>
                      <a:pt x="15" y="16"/>
                    </a:cubicBezTo>
                    <a:cubicBezTo>
                      <a:pt x="15" y="28"/>
                      <a:pt x="7" y="40"/>
                      <a:pt x="0" y="46"/>
                    </a:cubicBezTo>
                    <a:cubicBezTo>
                      <a:pt x="9" y="49"/>
                      <a:pt x="16" y="53"/>
                      <a:pt x="22" y="59"/>
                    </a:cubicBez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</p:grpSp>
      <p:sp>
        <p:nvSpPr>
          <p:cNvPr id="158" name="Line 65"/>
          <p:cNvSpPr>
            <a:spLocks noChangeShapeType="1"/>
          </p:cNvSpPr>
          <p:nvPr userDrawn="1"/>
        </p:nvSpPr>
        <p:spPr bwMode="auto">
          <a:xfrm>
            <a:off x="7942669" y="6134686"/>
            <a:ext cx="279400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159" name="Line 66"/>
          <p:cNvSpPr>
            <a:spLocks noChangeShapeType="1"/>
          </p:cNvSpPr>
          <p:nvPr userDrawn="1"/>
        </p:nvSpPr>
        <p:spPr bwMode="auto">
          <a:xfrm>
            <a:off x="6700843" y="6209298"/>
            <a:ext cx="327426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160" name="Group 85"/>
          <p:cNvGrpSpPr/>
          <p:nvPr userDrawn="1"/>
        </p:nvGrpSpPr>
        <p:grpSpPr>
          <a:xfrm>
            <a:off x="7023090" y="5913089"/>
            <a:ext cx="447482" cy="451477"/>
            <a:chOff x="6773882" y="5879779"/>
            <a:chExt cx="447482" cy="451477"/>
          </a:xfrm>
        </p:grpSpPr>
        <p:sp>
          <p:nvSpPr>
            <p:cNvPr id="161" name="Freeform 56"/>
            <p:cNvSpPr>
              <a:spLocks/>
            </p:cNvSpPr>
            <p:nvPr userDrawn="1"/>
          </p:nvSpPr>
          <p:spPr bwMode="auto">
            <a:xfrm>
              <a:off x="6773882" y="5960486"/>
              <a:ext cx="51940" cy="208559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66"/>
                </a:cxn>
                <a:cxn ang="0">
                  <a:pos x="4" y="95"/>
                </a:cxn>
              </a:cxnLst>
              <a:rect l="0" t="0" r="r" b="b"/>
              <a:pathLst>
                <a:path w="24" h="95">
                  <a:moveTo>
                    <a:pt x="24" y="0"/>
                  </a:moveTo>
                  <a:cubicBezTo>
                    <a:pt x="9" y="18"/>
                    <a:pt x="0" y="41"/>
                    <a:pt x="0" y="66"/>
                  </a:cubicBezTo>
                  <a:cubicBezTo>
                    <a:pt x="0" y="76"/>
                    <a:pt x="1" y="86"/>
                    <a:pt x="4" y="95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2" name="Freeform 57"/>
            <p:cNvSpPr>
              <a:spLocks/>
            </p:cNvSpPr>
            <p:nvPr userDrawn="1"/>
          </p:nvSpPr>
          <p:spPr bwMode="auto">
            <a:xfrm>
              <a:off x="6825821" y="5879779"/>
              <a:ext cx="343602" cy="8070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79" y="0"/>
                </a:cxn>
                <a:cxn ang="0">
                  <a:pos x="158" y="37"/>
                </a:cxn>
              </a:cxnLst>
              <a:rect l="0" t="0" r="r" b="b"/>
              <a:pathLst>
                <a:path w="158" h="37">
                  <a:moveTo>
                    <a:pt x="0" y="37"/>
                  </a:moveTo>
                  <a:cubicBezTo>
                    <a:pt x="19" y="15"/>
                    <a:pt x="47" y="0"/>
                    <a:pt x="79" y="0"/>
                  </a:cubicBezTo>
                  <a:cubicBezTo>
                    <a:pt x="111" y="0"/>
                    <a:pt x="139" y="15"/>
                    <a:pt x="158" y="37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3" name="Freeform 58"/>
            <p:cNvSpPr>
              <a:spLocks/>
            </p:cNvSpPr>
            <p:nvPr userDrawn="1"/>
          </p:nvSpPr>
          <p:spPr bwMode="auto">
            <a:xfrm>
              <a:off x="6825821" y="5960486"/>
              <a:ext cx="343602" cy="399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" y="18"/>
                </a:cxn>
                <a:cxn ang="0">
                  <a:pos x="115" y="15"/>
                </a:cxn>
                <a:cxn ang="0">
                  <a:pos x="137" y="9"/>
                </a:cxn>
                <a:cxn ang="0">
                  <a:pos x="158" y="0"/>
                </a:cxn>
              </a:cxnLst>
              <a:rect l="0" t="0" r="r" b="b"/>
              <a:pathLst>
                <a:path w="158" h="18">
                  <a:moveTo>
                    <a:pt x="0" y="0"/>
                  </a:moveTo>
                  <a:cubicBezTo>
                    <a:pt x="19" y="11"/>
                    <a:pt x="47" y="18"/>
                    <a:pt x="79" y="18"/>
                  </a:cubicBezTo>
                  <a:cubicBezTo>
                    <a:pt x="91" y="18"/>
                    <a:pt x="103" y="17"/>
                    <a:pt x="115" y="15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45" y="7"/>
                    <a:pt x="151" y="4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4" name="Freeform 59"/>
            <p:cNvSpPr>
              <a:spLocks/>
            </p:cNvSpPr>
            <p:nvPr userDrawn="1"/>
          </p:nvSpPr>
          <p:spPr bwMode="auto">
            <a:xfrm>
              <a:off x="6825821" y="6210595"/>
              <a:ext cx="343602" cy="39954"/>
            </a:xfrm>
            <a:custGeom>
              <a:avLst/>
              <a:gdLst/>
              <a:ahLst/>
              <a:cxnLst>
                <a:cxn ang="0">
                  <a:pos x="158" y="18"/>
                </a:cxn>
                <a:cxn ang="0">
                  <a:pos x="79" y="0"/>
                </a:cxn>
                <a:cxn ang="0">
                  <a:pos x="0" y="18"/>
                </a:cxn>
              </a:cxnLst>
              <a:rect l="0" t="0" r="r" b="b"/>
              <a:pathLst>
                <a:path w="158" h="18">
                  <a:moveTo>
                    <a:pt x="158" y="18"/>
                  </a:moveTo>
                  <a:cubicBezTo>
                    <a:pt x="139" y="7"/>
                    <a:pt x="111" y="0"/>
                    <a:pt x="79" y="0"/>
                  </a:cubicBezTo>
                  <a:cubicBezTo>
                    <a:pt x="47" y="0"/>
                    <a:pt x="19" y="7"/>
                    <a:pt x="0" y="18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5" name="Line 61"/>
            <p:cNvSpPr>
              <a:spLocks noChangeShapeType="1"/>
            </p:cNvSpPr>
            <p:nvPr userDrawn="1"/>
          </p:nvSpPr>
          <p:spPr bwMode="auto">
            <a:xfrm>
              <a:off x="7082325" y="6105917"/>
              <a:ext cx="139039" cy="800"/>
            </a:xfrm>
            <a:prstGeom prst="line">
              <a:avLst/>
            </a:prstGeom>
            <a:noFill/>
            <a:ln w="19050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6" name="Freeform 55"/>
            <p:cNvSpPr>
              <a:spLocks/>
            </p:cNvSpPr>
            <p:nvPr userDrawn="1"/>
          </p:nvSpPr>
          <p:spPr bwMode="auto">
            <a:xfrm>
              <a:off x="6825821" y="5960486"/>
              <a:ext cx="395543" cy="370770"/>
            </a:xfrm>
            <a:custGeom>
              <a:avLst/>
              <a:gdLst/>
              <a:ahLst/>
              <a:cxnLst>
                <a:cxn ang="0">
                  <a:pos x="0" y="133"/>
                </a:cxn>
                <a:cxn ang="0">
                  <a:pos x="79" y="169"/>
                </a:cxn>
                <a:cxn ang="0">
                  <a:pos x="182" y="66"/>
                </a:cxn>
                <a:cxn ang="0">
                  <a:pos x="158" y="0"/>
                </a:cxn>
              </a:cxnLst>
              <a:rect l="0" t="0" r="r" b="b"/>
              <a:pathLst>
                <a:path w="182" h="169">
                  <a:moveTo>
                    <a:pt x="0" y="133"/>
                  </a:moveTo>
                  <a:cubicBezTo>
                    <a:pt x="19" y="155"/>
                    <a:pt x="47" y="169"/>
                    <a:pt x="79" y="169"/>
                  </a:cubicBezTo>
                  <a:cubicBezTo>
                    <a:pt x="136" y="169"/>
                    <a:pt x="182" y="123"/>
                    <a:pt x="182" y="66"/>
                  </a:cubicBezTo>
                  <a:cubicBezTo>
                    <a:pt x="182" y="41"/>
                    <a:pt x="173" y="18"/>
                    <a:pt x="15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7" name="Freeform 60"/>
            <p:cNvSpPr>
              <a:spLocks/>
            </p:cNvSpPr>
            <p:nvPr userDrawn="1"/>
          </p:nvSpPr>
          <p:spPr bwMode="auto">
            <a:xfrm>
              <a:off x="6875364" y="5879779"/>
              <a:ext cx="243718" cy="451477"/>
            </a:xfrm>
            <a:custGeom>
              <a:avLst/>
              <a:gdLst/>
              <a:ahLst/>
              <a:cxnLst>
                <a:cxn ang="0">
                  <a:pos x="4" y="66"/>
                </a:cxn>
                <a:cxn ang="0">
                  <a:pos x="56" y="0"/>
                </a:cxn>
                <a:cxn ang="0">
                  <a:pos x="99" y="38"/>
                </a:cxn>
                <a:cxn ang="0">
                  <a:pos x="107" y="60"/>
                </a:cxn>
                <a:cxn ang="0">
                  <a:pos x="112" y="103"/>
                </a:cxn>
                <a:cxn ang="0">
                  <a:pos x="56" y="206"/>
                </a:cxn>
                <a:cxn ang="0">
                  <a:pos x="0" y="103"/>
                </a:cxn>
                <a:cxn ang="0">
                  <a:pos x="1" y="91"/>
                </a:cxn>
                <a:cxn ang="0">
                  <a:pos x="4" y="66"/>
                </a:cxn>
              </a:cxnLst>
              <a:rect l="0" t="0" r="r" b="b"/>
              <a:pathLst>
                <a:path w="112" h="206">
                  <a:moveTo>
                    <a:pt x="4" y="66"/>
                  </a:moveTo>
                  <a:cubicBezTo>
                    <a:pt x="11" y="27"/>
                    <a:pt x="32" y="0"/>
                    <a:pt x="56" y="0"/>
                  </a:cubicBezTo>
                  <a:cubicBezTo>
                    <a:pt x="73" y="0"/>
                    <a:pt x="89" y="15"/>
                    <a:pt x="99" y="38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0" y="73"/>
                    <a:pt x="112" y="87"/>
                    <a:pt x="112" y="103"/>
                  </a:cubicBezTo>
                  <a:cubicBezTo>
                    <a:pt x="112" y="160"/>
                    <a:pt x="87" y="206"/>
                    <a:pt x="56" y="206"/>
                  </a:cubicBezTo>
                  <a:cubicBezTo>
                    <a:pt x="25" y="206"/>
                    <a:pt x="0" y="160"/>
                    <a:pt x="0" y="103"/>
                  </a:cubicBezTo>
                  <a:cubicBezTo>
                    <a:pt x="0" y="99"/>
                    <a:pt x="0" y="95"/>
                    <a:pt x="1" y="91"/>
                  </a:cubicBezTo>
                  <a:lnTo>
                    <a:pt x="4" y="66"/>
                  </a:lnTo>
                  <a:close/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8" name="Line 64"/>
            <p:cNvSpPr>
              <a:spLocks noChangeShapeType="1"/>
            </p:cNvSpPr>
            <p:nvPr userDrawn="1"/>
          </p:nvSpPr>
          <p:spPr bwMode="auto">
            <a:xfrm flipV="1">
              <a:off x="6997622" y="5879779"/>
              <a:ext cx="800" cy="451477"/>
            </a:xfrm>
            <a:prstGeom prst="line">
              <a:avLst/>
            </a:pr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69" name="Freeform 63"/>
            <p:cNvSpPr>
              <a:spLocks/>
            </p:cNvSpPr>
            <p:nvPr userDrawn="1"/>
          </p:nvSpPr>
          <p:spPr bwMode="auto">
            <a:xfrm>
              <a:off x="6774787" y="6105914"/>
              <a:ext cx="308469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6" y="0"/>
                </a:cxn>
                <a:cxn ang="0">
                  <a:pos x="386" y="0"/>
                </a:cxn>
              </a:cxnLst>
              <a:rect l="0" t="0" r="r" b="b"/>
              <a:pathLst>
                <a:path w="386">
                  <a:moveTo>
                    <a:pt x="0" y="0"/>
                  </a:moveTo>
                  <a:lnTo>
                    <a:pt x="326" y="0"/>
                  </a:lnTo>
                  <a:lnTo>
                    <a:pt x="386" y="0"/>
                  </a:ln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170" name="Line 65"/>
          <p:cNvSpPr>
            <a:spLocks noChangeShapeType="1"/>
          </p:cNvSpPr>
          <p:nvPr userDrawn="1"/>
        </p:nvSpPr>
        <p:spPr bwMode="auto">
          <a:xfrm>
            <a:off x="7463243" y="6137068"/>
            <a:ext cx="224632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171" name="Group 119"/>
          <p:cNvGrpSpPr/>
          <p:nvPr userDrawn="1"/>
        </p:nvGrpSpPr>
        <p:grpSpPr>
          <a:xfrm>
            <a:off x="7682793" y="5677878"/>
            <a:ext cx="271804" cy="453811"/>
            <a:chOff x="7764121" y="5644568"/>
            <a:chExt cx="271804" cy="453811"/>
          </a:xfrm>
        </p:grpSpPr>
        <p:sp>
          <p:nvSpPr>
            <p:cNvPr id="172" name="Freeform 171"/>
            <p:cNvSpPr/>
            <p:nvPr userDrawn="1"/>
          </p:nvSpPr>
          <p:spPr>
            <a:xfrm>
              <a:off x="7764121" y="5644568"/>
              <a:ext cx="271804" cy="171034"/>
            </a:xfrm>
            <a:custGeom>
              <a:avLst/>
              <a:gdLst>
                <a:gd name="connsiteX0" fmla="*/ 844550 w 844550"/>
                <a:gd name="connsiteY0" fmla="*/ 234950 h 425450"/>
                <a:gd name="connsiteX1" fmla="*/ 457200 w 844550"/>
                <a:gd name="connsiteY1" fmla="*/ 425450 h 425450"/>
                <a:gd name="connsiteX2" fmla="*/ 0 w 844550"/>
                <a:gd name="connsiteY2" fmla="*/ 222250 h 425450"/>
                <a:gd name="connsiteX3" fmla="*/ 463550 w 844550"/>
                <a:gd name="connsiteY3" fmla="*/ 0 h 425450"/>
                <a:gd name="connsiteX4" fmla="*/ 844550 w 844550"/>
                <a:gd name="connsiteY4" fmla="*/ 234950 h 425450"/>
                <a:gd name="connsiteX0" fmla="*/ 844550 w 935990"/>
                <a:gd name="connsiteY0" fmla="*/ 234950 h 425450"/>
                <a:gd name="connsiteX1" fmla="*/ 457200 w 935990"/>
                <a:gd name="connsiteY1" fmla="*/ 425450 h 425450"/>
                <a:gd name="connsiteX2" fmla="*/ 0 w 935990"/>
                <a:gd name="connsiteY2" fmla="*/ 222250 h 425450"/>
                <a:gd name="connsiteX3" fmla="*/ 463550 w 935990"/>
                <a:gd name="connsiteY3" fmla="*/ 0 h 425450"/>
                <a:gd name="connsiteX4" fmla="*/ 935990 w 935990"/>
                <a:gd name="connsiteY4" fmla="*/ 326390 h 425450"/>
                <a:gd name="connsiteX0" fmla="*/ 844550 w 885983"/>
                <a:gd name="connsiteY0" fmla="*/ 234950 h 425450"/>
                <a:gd name="connsiteX1" fmla="*/ 457200 w 885983"/>
                <a:gd name="connsiteY1" fmla="*/ 425450 h 425450"/>
                <a:gd name="connsiteX2" fmla="*/ 0 w 885983"/>
                <a:gd name="connsiteY2" fmla="*/ 222250 h 425450"/>
                <a:gd name="connsiteX3" fmla="*/ 463550 w 885983"/>
                <a:gd name="connsiteY3" fmla="*/ 0 h 425450"/>
                <a:gd name="connsiteX4" fmla="*/ 885983 w 885983"/>
                <a:gd name="connsiteY4" fmla="*/ 207327 h 425450"/>
                <a:gd name="connsiteX0" fmla="*/ 844550 w 883602"/>
                <a:gd name="connsiteY0" fmla="*/ 234950 h 595471"/>
                <a:gd name="connsiteX1" fmla="*/ 457200 w 883602"/>
                <a:gd name="connsiteY1" fmla="*/ 425450 h 595471"/>
                <a:gd name="connsiteX2" fmla="*/ 0 w 883602"/>
                <a:gd name="connsiteY2" fmla="*/ 222250 h 595471"/>
                <a:gd name="connsiteX3" fmla="*/ 463550 w 883602"/>
                <a:gd name="connsiteY3" fmla="*/ 0 h 595471"/>
                <a:gd name="connsiteX4" fmla="*/ 883602 w 883602"/>
                <a:gd name="connsiteY4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  <a:gd name="connsiteX0" fmla="*/ 844550 w 946310"/>
                <a:gd name="connsiteY0" fmla="*/ 234950 h 595471"/>
                <a:gd name="connsiteX1" fmla="*/ 457200 w 946310"/>
                <a:gd name="connsiteY1" fmla="*/ 425450 h 595471"/>
                <a:gd name="connsiteX2" fmla="*/ 0 w 946310"/>
                <a:gd name="connsiteY2" fmla="*/ 222250 h 595471"/>
                <a:gd name="connsiteX3" fmla="*/ 463550 w 946310"/>
                <a:gd name="connsiteY3" fmla="*/ 0 h 595471"/>
                <a:gd name="connsiteX4" fmla="*/ 876301 w 946310"/>
                <a:gd name="connsiteY4" fmla="*/ 206375 h 595471"/>
                <a:gd name="connsiteX5" fmla="*/ 883602 w 946310"/>
                <a:gd name="connsiteY5" fmla="*/ 595471 h 595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310" h="595471">
                  <a:moveTo>
                    <a:pt x="844550" y="234950"/>
                  </a:moveTo>
                  <a:lnTo>
                    <a:pt x="457200" y="425450"/>
                  </a:lnTo>
                  <a:lnTo>
                    <a:pt x="0" y="222250"/>
                  </a:lnTo>
                  <a:lnTo>
                    <a:pt x="463550" y="0"/>
                  </a:lnTo>
                  <a:cubicBezTo>
                    <a:pt x="634604" y="85858"/>
                    <a:pt x="696755" y="119037"/>
                    <a:pt x="876301" y="206375"/>
                  </a:cubicBezTo>
                  <a:cubicBezTo>
                    <a:pt x="946310" y="305620"/>
                    <a:pt x="859763" y="554831"/>
                    <a:pt x="883602" y="595471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173" name="Group 87"/>
            <p:cNvGrpSpPr/>
            <p:nvPr userDrawn="1"/>
          </p:nvGrpSpPr>
          <p:grpSpPr>
            <a:xfrm>
              <a:off x="7809723" y="5732772"/>
              <a:ext cx="165741" cy="79861"/>
              <a:chOff x="8343123" y="5780395"/>
              <a:chExt cx="165741" cy="65418"/>
            </a:xfrm>
          </p:grpSpPr>
          <p:sp>
            <p:nvSpPr>
              <p:cNvPr id="179" name="Freeform 178"/>
              <p:cNvSpPr/>
              <p:nvPr userDrawn="1"/>
            </p:nvSpPr>
            <p:spPr>
              <a:xfrm>
                <a:off x="8343123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180" name="Freeform 179"/>
              <p:cNvSpPr/>
              <p:nvPr userDrawn="1"/>
            </p:nvSpPr>
            <p:spPr>
              <a:xfrm flipH="1">
                <a:off x="8477178" y="5780395"/>
                <a:ext cx="31686" cy="65418"/>
              </a:xfrm>
              <a:custGeom>
                <a:avLst/>
                <a:gdLst>
                  <a:gd name="connsiteX0" fmla="*/ 2381 w 52387"/>
                  <a:gd name="connsiteY0" fmla="*/ 0 h 216694"/>
                  <a:gd name="connsiteX1" fmla="*/ 0 w 52387"/>
                  <a:gd name="connsiteY1" fmla="*/ 188119 h 216694"/>
                  <a:gd name="connsiteX2" fmla="*/ 52387 w 52387"/>
                  <a:gd name="connsiteY2" fmla="*/ 216694 h 216694"/>
                  <a:gd name="connsiteX0" fmla="*/ 2381 w 52387"/>
                  <a:gd name="connsiteY0" fmla="*/ 0 h 216694"/>
                  <a:gd name="connsiteX1" fmla="*/ 0 w 52387"/>
                  <a:gd name="connsiteY1" fmla="*/ 159544 h 216694"/>
                  <a:gd name="connsiteX2" fmla="*/ 52387 w 52387"/>
                  <a:gd name="connsiteY2" fmla="*/ 216694 h 216694"/>
                  <a:gd name="connsiteX0" fmla="*/ 2381 w 97630"/>
                  <a:gd name="connsiteY0" fmla="*/ 0 h 178594"/>
                  <a:gd name="connsiteX1" fmla="*/ 0 w 97630"/>
                  <a:gd name="connsiteY1" fmla="*/ 159544 h 178594"/>
                  <a:gd name="connsiteX2" fmla="*/ 97630 w 97630"/>
                  <a:gd name="connsiteY2" fmla="*/ 178594 h 178594"/>
                  <a:gd name="connsiteX0" fmla="*/ 19050 w 114299"/>
                  <a:gd name="connsiteY0" fmla="*/ 0 h 178594"/>
                  <a:gd name="connsiteX1" fmla="*/ 14286 w 114299"/>
                  <a:gd name="connsiteY1" fmla="*/ 119062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19050 w 114299"/>
                  <a:gd name="connsiteY0" fmla="*/ 0 h 178594"/>
                  <a:gd name="connsiteX1" fmla="*/ 16669 w 114299"/>
                  <a:gd name="connsiteY1" fmla="*/ 85724 h 178594"/>
                  <a:gd name="connsiteX2" fmla="*/ 16669 w 114299"/>
                  <a:gd name="connsiteY2" fmla="*/ 159544 h 178594"/>
                  <a:gd name="connsiteX3" fmla="*/ 114299 w 114299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8572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9544 h 178594"/>
                  <a:gd name="connsiteX3" fmla="*/ 103583 w 103583"/>
                  <a:gd name="connsiteY3" fmla="*/ 178594 h 178594"/>
                  <a:gd name="connsiteX0" fmla="*/ 8334 w 103583"/>
                  <a:gd name="connsiteY0" fmla="*/ 0 h 178594"/>
                  <a:gd name="connsiteX1" fmla="*/ 5953 w 103583"/>
                  <a:gd name="connsiteY1" fmla="*/ 66674 h 178594"/>
                  <a:gd name="connsiteX2" fmla="*/ 44053 w 103583"/>
                  <a:gd name="connsiteY2" fmla="*/ 150019 h 178594"/>
                  <a:gd name="connsiteX3" fmla="*/ 103583 w 103583"/>
                  <a:gd name="connsiteY3" fmla="*/ 178594 h 178594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127395"/>
                  <a:gd name="connsiteY0" fmla="*/ 0 h 171450"/>
                  <a:gd name="connsiteX1" fmla="*/ 5953 w 127395"/>
                  <a:gd name="connsiteY1" fmla="*/ 66674 h 171450"/>
                  <a:gd name="connsiteX2" fmla="*/ 44053 w 127395"/>
                  <a:gd name="connsiteY2" fmla="*/ 150019 h 171450"/>
                  <a:gd name="connsiteX3" fmla="*/ 127395 w 127395"/>
                  <a:gd name="connsiteY3" fmla="*/ 171450 h 171450"/>
                  <a:gd name="connsiteX0" fmla="*/ 8334 w 92928"/>
                  <a:gd name="connsiteY0" fmla="*/ 0 h 171450"/>
                  <a:gd name="connsiteX1" fmla="*/ 5953 w 92928"/>
                  <a:gd name="connsiteY1" fmla="*/ 66674 h 171450"/>
                  <a:gd name="connsiteX2" fmla="*/ 44053 w 92928"/>
                  <a:gd name="connsiteY2" fmla="*/ 150019 h 171450"/>
                  <a:gd name="connsiteX3" fmla="*/ 92928 w 92928"/>
                  <a:gd name="connsiteY3" fmla="*/ 171450 h 171450"/>
                  <a:gd name="connsiteX0" fmla="*/ 8334 w 83858"/>
                  <a:gd name="connsiteY0" fmla="*/ 0 h 167515"/>
                  <a:gd name="connsiteX1" fmla="*/ 5953 w 83858"/>
                  <a:gd name="connsiteY1" fmla="*/ 66674 h 167515"/>
                  <a:gd name="connsiteX2" fmla="*/ 44053 w 83858"/>
                  <a:gd name="connsiteY2" fmla="*/ 150019 h 167515"/>
                  <a:gd name="connsiteX3" fmla="*/ 83858 w 83858"/>
                  <a:gd name="connsiteY3" fmla="*/ 167515 h 167515"/>
                  <a:gd name="connsiteX0" fmla="*/ 8514 w 84038"/>
                  <a:gd name="connsiteY0" fmla="*/ 20667 h 188182"/>
                  <a:gd name="connsiteX1" fmla="*/ 7435 w 84038"/>
                  <a:gd name="connsiteY1" fmla="*/ 11112 h 188182"/>
                  <a:gd name="connsiteX2" fmla="*/ 6133 w 84038"/>
                  <a:gd name="connsiteY2" fmla="*/ 87341 h 188182"/>
                  <a:gd name="connsiteX3" fmla="*/ 44233 w 84038"/>
                  <a:gd name="connsiteY3" fmla="*/ 170686 h 188182"/>
                  <a:gd name="connsiteX4" fmla="*/ 84038 w 84038"/>
                  <a:gd name="connsiteY4" fmla="*/ 188182 h 18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38" h="188182">
                    <a:moveTo>
                      <a:pt x="8514" y="20667"/>
                    </a:moveTo>
                    <a:cubicBezTo>
                      <a:pt x="8334" y="21042"/>
                      <a:pt x="7832" y="0"/>
                      <a:pt x="7435" y="11112"/>
                    </a:cubicBezTo>
                    <a:cubicBezTo>
                      <a:pt x="7038" y="22224"/>
                      <a:pt x="0" y="60745"/>
                      <a:pt x="6133" y="87341"/>
                    </a:cubicBezTo>
                    <a:cubicBezTo>
                      <a:pt x="12266" y="113937"/>
                      <a:pt x="8514" y="141714"/>
                      <a:pt x="44233" y="170686"/>
                    </a:cubicBezTo>
                    <a:lnTo>
                      <a:pt x="84038" y="188182"/>
                    </a:lnTo>
                  </a:path>
                </a:pathLst>
              </a:cu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174" name="Freeform 24"/>
            <p:cNvSpPr>
              <a:spLocks/>
            </p:cNvSpPr>
            <p:nvPr userDrawn="1"/>
          </p:nvSpPr>
          <p:spPr bwMode="auto">
            <a:xfrm>
              <a:off x="7833906" y="5791369"/>
              <a:ext cx="41272" cy="67382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8" y="0"/>
                </a:cxn>
              </a:cxnLst>
              <a:rect l="0" t="0" r="r" b="b"/>
              <a:pathLst>
                <a:path w="18" h="29">
                  <a:moveTo>
                    <a:pt x="0" y="29"/>
                  </a:moveTo>
                  <a:cubicBezTo>
                    <a:pt x="1" y="15"/>
                    <a:pt x="8" y="4"/>
                    <a:pt x="18" y="0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75" name="Freeform 25"/>
            <p:cNvSpPr>
              <a:spLocks/>
            </p:cNvSpPr>
            <p:nvPr userDrawn="1"/>
          </p:nvSpPr>
          <p:spPr bwMode="auto">
            <a:xfrm>
              <a:off x="7772419" y="5858751"/>
              <a:ext cx="96018" cy="239628"/>
            </a:xfrm>
            <a:custGeom>
              <a:avLst/>
              <a:gdLst>
                <a:gd name="connsiteX0" fmla="*/ 6429 w 10000"/>
                <a:gd name="connsiteY0" fmla="*/ 0 h 8863"/>
                <a:gd name="connsiteX1" fmla="*/ 6429 w 10000"/>
                <a:gd name="connsiteY1" fmla="*/ 171 h 8863"/>
                <a:gd name="connsiteX2" fmla="*/ 10000 w 10000"/>
                <a:gd name="connsiteY2" fmla="*/ 2735 h 8863"/>
                <a:gd name="connsiteX3" fmla="*/ 0 w 10000"/>
                <a:gd name="connsiteY3" fmla="*/ 8863 h 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8863">
                  <a:moveTo>
                    <a:pt x="6429" y="0"/>
                  </a:moveTo>
                  <a:lnTo>
                    <a:pt x="6429" y="171"/>
                  </a:lnTo>
                  <a:cubicBezTo>
                    <a:pt x="6429" y="1197"/>
                    <a:pt x="8333" y="2222"/>
                    <a:pt x="10000" y="2735"/>
                  </a:cubicBezTo>
                  <a:cubicBezTo>
                    <a:pt x="2381" y="3504"/>
                    <a:pt x="0" y="5359"/>
                    <a:pt x="0" y="8863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76" name="Freeform 26"/>
            <p:cNvSpPr>
              <a:spLocks/>
            </p:cNvSpPr>
            <p:nvPr userDrawn="1"/>
          </p:nvSpPr>
          <p:spPr bwMode="auto">
            <a:xfrm>
              <a:off x="7973724" y="5962350"/>
              <a:ext cx="46326" cy="129575"/>
            </a:xfrm>
            <a:custGeom>
              <a:avLst/>
              <a:gdLst>
                <a:gd name="connsiteX0" fmla="*/ 0 w 10514"/>
                <a:gd name="connsiteY0" fmla="*/ 0 h 11311"/>
                <a:gd name="connsiteX1" fmla="*/ 10514 w 10514"/>
                <a:gd name="connsiteY1" fmla="*/ 11311 h 11311"/>
                <a:gd name="connsiteX0" fmla="*/ 0 w 10000"/>
                <a:gd name="connsiteY0" fmla="*/ 0 h 10188"/>
                <a:gd name="connsiteX1" fmla="*/ 10000 w 10000"/>
                <a:gd name="connsiteY1" fmla="*/ 10188 h 1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188">
                  <a:moveTo>
                    <a:pt x="0" y="0"/>
                  </a:moveTo>
                  <a:cubicBezTo>
                    <a:pt x="6000" y="2364"/>
                    <a:pt x="9000" y="6006"/>
                    <a:pt x="10000" y="10188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77" name="Freeform 27"/>
            <p:cNvSpPr>
              <a:spLocks/>
            </p:cNvSpPr>
            <p:nvPr userDrawn="1"/>
          </p:nvSpPr>
          <p:spPr bwMode="auto">
            <a:xfrm>
              <a:off x="7875178" y="5789685"/>
              <a:ext cx="73277" cy="3706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9" y="0"/>
                </a:cxn>
                <a:cxn ang="0">
                  <a:pos x="32" y="16"/>
                </a:cxn>
              </a:cxnLst>
              <a:rect l="0" t="0" r="r" b="b"/>
              <a:pathLst>
                <a:path w="32" h="16">
                  <a:moveTo>
                    <a:pt x="0" y="1"/>
                  </a:moveTo>
                  <a:cubicBezTo>
                    <a:pt x="3" y="0"/>
                    <a:pt x="6" y="0"/>
                    <a:pt x="9" y="0"/>
                  </a:cubicBezTo>
                  <a:cubicBezTo>
                    <a:pt x="19" y="0"/>
                    <a:pt x="28" y="6"/>
                    <a:pt x="32" y="16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178" name="Freeform 28"/>
            <p:cNvSpPr>
              <a:spLocks/>
            </p:cNvSpPr>
            <p:nvPr userDrawn="1"/>
          </p:nvSpPr>
          <p:spPr bwMode="auto">
            <a:xfrm>
              <a:off x="7923186" y="5826745"/>
              <a:ext cx="50536" cy="13560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5" y="16"/>
                </a:cxn>
                <a:cxn ang="0">
                  <a:pos x="0" y="46"/>
                </a:cxn>
                <a:cxn ang="0">
                  <a:pos x="22" y="59"/>
                </a:cxn>
              </a:cxnLst>
              <a:rect l="0" t="0" r="r" b="b"/>
              <a:pathLst>
                <a:path w="22" h="59">
                  <a:moveTo>
                    <a:pt x="11" y="0"/>
                  </a:moveTo>
                  <a:cubicBezTo>
                    <a:pt x="13" y="4"/>
                    <a:pt x="15" y="10"/>
                    <a:pt x="15" y="16"/>
                  </a:cubicBezTo>
                  <a:cubicBezTo>
                    <a:pt x="15" y="28"/>
                    <a:pt x="7" y="40"/>
                    <a:pt x="0" y="46"/>
                  </a:cubicBezTo>
                  <a:cubicBezTo>
                    <a:pt x="9" y="49"/>
                    <a:pt x="16" y="53"/>
                    <a:pt x="22" y="59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181" name="Line 65"/>
          <p:cNvSpPr>
            <a:spLocks noChangeShapeType="1"/>
          </p:cNvSpPr>
          <p:nvPr userDrawn="1"/>
        </p:nvSpPr>
        <p:spPr bwMode="auto">
          <a:xfrm>
            <a:off x="8820558" y="6187074"/>
            <a:ext cx="303211" cy="0"/>
          </a:xfrm>
          <a:prstGeom prst="line">
            <a:avLst/>
          </a:pr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182" name="Freeform 181"/>
          <p:cNvSpPr/>
          <p:nvPr userDrawn="1"/>
        </p:nvSpPr>
        <p:spPr>
          <a:xfrm flipH="1" flipV="1">
            <a:off x="179512" y="4588238"/>
            <a:ext cx="6278524" cy="1664603"/>
          </a:xfrm>
          <a:custGeom>
            <a:avLst/>
            <a:gdLst>
              <a:gd name="connsiteX0" fmla="*/ 8521700 w 8521700"/>
              <a:gd name="connsiteY0" fmla="*/ 3124200 h 4356100"/>
              <a:gd name="connsiteX1" fmla="*/ 8521700 w 8521700"/>
              <a:gd name="connsiteY1" fmla="*/ 203200 h 4356100"/>
              <a:gd name="connsiteX2" fmla="*/ 8318500 w 8521700"/>
              <a:gd name="connsiteY2" fmla="*/ 0 h 4356100"/>
              <a:gd name="connsiteX3" fmla="*/ 228600 w 8521700"/>
              <a:gd name="connsiteY3" fmla="*/ 0 h 4356100"/>
              <a:gd name="connsiteX4" fmla="*/ 0 w 8521700"/>
              <a:gd name="connsiteY4" fmla="*/ 215900 h 4356100"/>
              <a:gd name="connsiteX5" fmla="*/ 0 w 8521700"/>
              <a:gd name="connsiteY5" fmla="*/ 4356100 h 4356100"/>
              <a:gd name="connsiteX6" fmla="*/ 6578600 w 8521700"/>
              <a:gd name="connsiteY6" fmla="*/ 4318000 h 4356100"/>
              <a:gd name="connsiteX0" fmla="*/ 8532812 w 8532812"/>
              <a:gd name="connsiteY0" fmla="*/ 3124200 h 4318000"/>
              <a:gd name="connsiteX1" fmla="*/ 8532812 w 8532812"/>
              <a:gd name="connsiteY1" fmla="*/ 203200 h 4318000"/>
              <a:gd name="connsiteX2" fmla="*/ 8329612 w 8532812"/>
              <a:gd name="connsiteY2" fmla="*/ 0 h 4318000"/>
              <a:gd name="connsiteX3" fmla="*/ 239712 w 8532812"/>
              <a:gd name="connsiteY3" fmla="*/ 0 h 4318000"/>
              <a:gd name="connsiteX4" fmla="*/ 11112 w 8532812"/>
              <a:gd name="connsiteY4" fmla="*/ 215900 h 4318000"/>
              <a:gd name="connsiteX5" fmla="*/ 0 w 8532812"/>
              <a:gd name="connsiteY5" fmla="*/ 4318000 h 4318000"/>
              <a:gd name="connsiteX6" fmla="*/ 6589712 w 8532812"/>
              <a:gd name="connsiteY6" fmla="*/ 4318000 h 4318000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32812"/>
              <a:gd name="connsiteY0" fmla="*/ 3125893 h 4319693"/>
              <a:gd name="connsiteX1" fmla="*/ 8532812 w 8532812"/>
              <a:gd name="connsiteY1" fmla="*/ 204893 h 4319693"/>
              <a:gd name="connsiteX2" fmla="*/ 8329612 w 8532812"/>
              <a:gd name="connsiteY2" fmla="*/ 1693 h 4319693"/>
              <a:gd name="connsiteX3" fmla="*/ 239712 w 8532812"/>
              <a:gd name="connsiteY3" fmla="*/ 1693 h 4319693"/>
              <a:gd name="connsiteX4" fmla="*/ 11112 w 8532812"/>
              <a:gd name="connsiteY4" fmla="*/ 217593 h 4319693"/>
              <a:gd name="connsiteX5" fmla="*/ 0 w 8532812"/>
              <a:gd name="connsiteY5" fmla="*/ 4319693 h 4319693"/>
              <a:gd name="connsiteX6" fmla="*/ 6589712 w 8532812"/>
              <a:gd name="connsiteY6" fmla="*/ 4319693 h 4319693"/>
              <a:gd name="connsiteX0" fmla="*/ 8532812 w 8543819"/>
              <a:gd name="connsiteY0" fmla="*/ 3141768 h 4335568"/>
              <a:gd name="connsiteX1" fmla="*/ 8532812 w 8543819"/>
              <a:gd name="connsiteY1" fmla="*/ 220768 h 4335568"/>
              <a:gd name="connsiteX2" fmla="*/ 8329612 w 8543819"/>
              <a:gd name="connsiteY2" fmla="*/ 17568 h 4335568"/>
              <a:gd name="connsiteX3" fmla="*/ 239712 w 8543819"/>
              <a:gd name="connsiteY3" fmla="*/ 17568 h 4335568"/>
              <a:gd name="connsiteX4" fmla="*/ 11112 w 8543819"/>
              <a:gd name="connsiteY4" fmla="*/ 233468 h 4335568"/>
              <a:gd name="connsiteX5" fmla="*/ 0 w 8543819"/>
              <a:gd name="connsiteY5" fmla="*/ 4335568 h 4335568"/>
              <a:gd name="connsiteX6" fmla="*/ 6589712 w 8543819"/>
              <a:gd name="connsiteY6" fmla="*/ 4335568 h 4335568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82660 w 8593667"/>
              <a:gd name="connsiteY0" fmla="*/ 3163147 h 4356947"/>
              <a:gd name="connsiteX1" fmla="*/ 8582660 w 8593667"/>
              <a:gd name="connsiteY1" fmla="*/ 242147 h 4356947"/>
              <a:gd name="connsiteX2" fmla="*/ 8379460 w 8593667"/>
              <a:gd name="connsiteY2" fmla="*/ 38947 h 4356947"/>
              <a:gd name="connsiteX3" fmla="*/ 289560 w 8593667"/>
              <a:gd name="connsiteY3" fmla="*/ 38947 h 4356947"/>
              <a:gd name="connsiteX4" fmla="*/ 60960 w 8593667"/>
              <a:gd name="connsiteY4" fmla="*/ 254847 h 4356947"/>
              <a:gd name="connsiteX5" fmla="*/ 49848 w 8593667"/>
              <a:gd name="connsiteY5" fmla="*/ 4356947 h 4356947"/>
              <a:gd name="connsiteX6" fmla="*/ 6639560 w 8593667"/>
              <a:gd name="connsiteY6" fmla="*/ 4356947 h 4356947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66468 w 8577475"/>
              <a:gd name="connsiteY0" fmla="*/ 3217122 h 4410922"/>
              <a:gd name="connsiteX1" fmla="*/ 8566468 w 8577475"/>
              <a:gd name="connsiteY1" fmla="*/ 296122 h 4410922"/>
              <a:gd name="connsiteX2" fmla="*/ 8363268 w 8577475"/>
              <a:gd name="connsiteY2" fmla="*/ 92922 h 4410922"/>
              <a:gd name="connsiteX3" fmla="*/ 273368 w 8577475"/>
              <a:gd name="connsiteY3" fmla="*/ 92922 h 4410922"/>
              <a:gd name="connsiteX4" fmla="*/ 44768 w 8577475"/>
              <a:gd name="connsiteY4" fmla="*/ 308822 h 4410922"/>
              <a:gd name="connsiteX5" fmla="*/ 33656 w 8577475"/>
              <a:gd name="connsiteY5" fmla="*/ 4410922 h 4410922"/>
              <a:gd name="connsiteX6" fmla="*/ 6623368 w 8577475"/>
              <a:gd name="connsiteY6" fmla="*/ 4410922 h 4410922"/>
              <a:gd name="connsiteX0" fmla="*/ 8577580 w 8588587"/>
              <a:gd name="connsiteY0" fmla="*/ 3174259 h 4368059"/>
              <a:gd name="connsiteX1" fmla="*/ 8577580 w 8588587"/>
              <a:gd name="connsiteY1" fmla="*/ 253259 h 4368059"/>
              <a:gd name="connsiteX2" fmla="*/ 8374380 w 8588587"/>
              <a:gd name="connsiteY2" fmla="*/ 50059 h 4368059"/>
              <a:gd name="connsiteX3" fmla="*/ 284480 w 8588587"/>
              <a:gd name="connsiteY3" fmla="*/ 50059 h 4368059"/>
              <a:gd name="connsiteX4" fmla="*/ 44768 w 8588587"/>
              <a:gd name="connsiteY4" fmla="*/ 308822 h 4368059"/>
              <a:gd name="connsiteX5" fmla="*/ 44768 w 8588587"/>
              <a:gd name="connsiteY5" fmla="*/ 4368059 h 4368059"/>
              <a:gd name="connsiteX6" fmla="*/ 6634480 w 8588587"/>
              <a:gd name="connsiteY6" fmla="*/ 4368059 h 4368059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58534 h 4358534"/>
              <a:gd name="connsiteX6" fmla="*/ 6610668 w 8564775"/>
              <a:gd name="connsiteY6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20956 w 8564775"/>
              <a:gd name="connsiteY6" fmla="*/ 4358534 h 4358534"/>
              <a:gd name="connsiteX7" fmla="*/ 78106 w 8564775"/>
              <a:gd name="connsiteY7" fmla="*/ 4356948 h 4358534"/>
              <a:gd name="connsiteX8" fmla="*/ 6610668 w 8564775"/>
              <a:gd name="connsiteY8" fmla="*/ 4358534 h 4358534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302179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89492"/>
              <a:gd name="connsiteX1" fmla="*/ 8553768 w 8564775"/>
              <a:gd name="connsiteY1" fmla="*/ 243734 h 4389492"/>
              <a:gd name="connsiteX2" fmla="*/ 8350568 w 8564775"/>
              <a:gd name="connsiteY2" fmla="*/ 40534 h 4389492"/>
              <a:gd name="connsiteX3" fmla="*/ 260668 w 8564775"/>
              <a:gd name="connsiteY3" fmla="*/ 40534 h 4389492"/>
              <a:gd name="connsiteX4" fmla="*/ 20956 w 8564775"/>
              <a:gd name="connsiteY4" fmla="*/ 299297 h 4389492"/>
              <a:gd name="connsiteX5" fmla="*/ 20956 w 8564775"/>
              <a:gd name="connsiteY5" fmla="*/ 4302179 h 4389492"/>
              <a:gd name="connsiteX6" fmla="*/ 78106 w 8564775"/>
              <a:gd name="connsiteY6" fmla="*/ 4356948 h 4389492"/>
              <a:gd name="connsiteX7" fmla="*/ 6610668 w 8564775"/>
              <a:gd name="connsiteY7" fmla="*/ 4358534 h 4389492"/>
              <a:gd name="connsiteX0" fmla="*/ 8553768 w 8564775"/>
              <a:gd name="connsiteY0" fmla="*/ 3164734 h 4358534"/>
              <a:gd name="connsiteX1" fmla="*/ 8553768 w 8564775"/>
              <a:gd name="connsiteY1" fmla="*/ 243734 h 4358534"/>
              <a:gd name="connsiteX2" fmla="*/ 8350568 w 8564775"/>
              <a:gd name="connsiteY2" fmla="*/ 40534 h 4358534"/>
              <a:gd name="connsiteX3" fmla="*/ 260668 w 8564775"/>
              <a:gd name="connsiteY3" fmla="*/ 40534 h 4358534"/>
              <a:gd name="connsiteX4" fmla="*/ 20956 w 8564775"/>
              <a:gd name="connsiteY4" fmla="*/ 299297 h 4358534"/>
              <a:gd name="connsiteX5" fmla="*/ 20956 w 8564775"/>
              <a:gd name="connsiteY5" fmla="*/ 4256935 h 4358534"/>
              <a:gd name="connsiteX6" fmla="*/ 78106 w 8564775"/>
              <a:gd name="connsiteY6" fmla="*/ 4356948 h 4358534"/>
              <a:gd name="connsiteX7" fmla="*/ 6610668 w 8564775"/>
              <a:gd name="connsiteY7" fmla="*/ 4358534 h 4358534"/>
              <a:gd name="connsiteX0" fmla="*/ 8553768 w 8564775"/>
              <a:gd name="connsiteY0" fmla="*/ 3164734 h 4358535"/>
              <a:gd name="connsiteX1" fmla="*/ 8553768 w 8564775"/>
              <a:gd name="connsiteY1" fmla="*/ 243734 h 4358535"/>
              <a:gd name="connsiteX2" fmla="*/ 8350568 w 8564775"/>
              <a:gd name="connsiteY2" fmla="*/ 40534 h 4358535"/>
              <a:gd name="connsiteX3" fmla="*/ 260668 w 8564775"/>
              <a:gd name="connsiteY3" fmla="*/ 40534 h 4358535"/>
              <a:gd name="connsiteX4" fmla="*/ 20956 w 8564775"/>
              <a:gd name="connsiteY4" fmla="*/ 299297 h 4358535"/>
              <a:gd name="connsiteX5" fmla="*/ 20956 w 8564775"/>
              <a:gd name="connsiteY5" fmla="*/ 4256935 h 4358535"/>
              <a:gd name="connsiteX6" fmla="*/ 113825 w 8564775"/>
              <a:gd name="connsiteY6" fmla="*/ 4358535 h 4358535"/>
              <a:gd name="connsiteX7" fmla="*/ 6610668 w 8564775"/>
              <a:gd name="connsiteY7" fmla="*/ 4358534 h 4358535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260668 w 8564775"/>
              <a:gd name="connsiteY3" fmla="*/ 40534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164734 h 4367267"/>
              <a:gd name="connsiteX1" fmla="*/ 8553768 w 8564775"/>
              <a:gd name="connsiteY1" fmla="*/ 243734 h 4367267"/>
              <a:gd name="connsiteX2" fmla="*/ 8350568 w 8564775"/>
              <a:gd name="connsiteY2" fmla="*/ 40534 h 4367267"/>
              <a:gd name="connsiteX3" fmla="*/ 167799 w 8564775"/>
              <a:gd name="connsiteY3" fmla="*/ 43710 h 4367267"/>
              <a:gd name="connsiteX4" fmla="*/ 20956 w 8564775"/>
              <a:gd name="connsiteY4" fmla="*/ 299297 h 4367267"/>
              <a:gd name="connsiteX5" fmla="*/ 20956 w 8564775"/>
              <a:gd name="connsiteY5" fmla="*/ 4256935 h 4367267"/>
              <a:gd name="connsiteX6" fmla="*/ 113825 w 8564775"/>
              <a:gd name="connsiteY6" fmla="*/ 4358535 h 4367267"/>
              <a:gd name="connsiteX7" fmla="*/ 6610668 w 8564775"/>
              <a:gd name="connsiteY7" fmla="*/ 4358534 h 4367267"/>
              <a:gd name="connsiteX0" fmla="*/ 8553768 w 8564775"/>
              <a:gd name="connsiteY0" fmla="*/ 3309991 h 4512524"/>
              <a:gd name="connsiteX1" fmla="*/ 8553768 w 8564775"/>
              <a:gd name="connsiteY1" fmla="*/ 388991 h 4512524"/>
              <a:gd name="connsiteX2" fmla="*/ 8350568 w 8564775"/>
              <a:gd name="connsiteY2" fmla="*/ 185791 h 4512524"/>
              <a:gd name="connsiteX3" fmla="*/ 167799 w 8564775"/>
              <a:gd name="connsiteY3" fmla="*/ 188967 h 4512524"/>
              <a:gd name="connsiteX4" fmla="*/ 20956 w 8564775"/>
              <a:gd name="connsiteY4" fmla="*/ 299297 h 4512524"/>
              <a:gd name="connsiteX5" fmla="*/ 20956 w 8564775"/>
              <a:gd name="connsiteY5" fmla="*/ 4402192 h 4512524"/>
              <a:gd name="connsiteX6" fmla="*/ 113825 w 8564775"/>
              <a:gd name="connsiteY6" fmla="*/ 4503792 h 4512524"/>
              <a:gd name="connsiteX7" fmla="*/ 6610668 w 8564775"/>
              <a:gd name="connsiteY7" fmla="*/ 4503791 h 4512524"/>
              <a:gd name="connsiteX0" fmla="*/ 8553768 w 8564775"/>
              <a:gd name="connsiteY0" fmla="*/ 3343329 h 4545862"/>
              <a:gd name="connsiteX1" fmla="*/ 8553768 w 8564775"/>
              <a:gd name="connsiteY1" fmla="*/ 422329 h 4545862"/>
              <a:gd name="connsiteX2" fmla="*/ 8350568 w 8564775"/>
              <a:gd name="connsiteY2" fmla="*/ 219129 h 4545862"/>
              <a:gd name="connsiteX3" fmla="*/ 167799 w 8564775"/>
              <a:gd name="connsiteY3" fmla="*/ 222305 h 4545862"/>
              <a:gd name="connsiteX4" fmla="*/ 20956 w 8564775"/>
              <a:gd name="connsiteY4" fmla="*/ 299297 h 4545862"/>
              <a:gd name="connsiteX5" fmla="*/ 20956 w 8564775"/>
              <a:gd name="connsiteY5" fmla="*/ 4435530 h 4545862"/>
              <a:gd name="connsiteX6" fmla="*/ 113825 w 8564775"/>
              <a:gd name="connsiteY6" fmla="*/ 4537130 h 4545862"/>
              <a:gd name="connsiteX7" fmla="*/ 6610668 w 8564775"/>
              <a:gd name="connsiteY7" fmla="*/ 4537129 h 4545862"/>
              <a:gd name="connsiteX0" fmla="*/ 8545037 w 8556044"/>
              <a:gd name="connsiteY0" fmla="*/ 3152829 h 4355362"/>
              <a:gd name="connsiteX1" fmla="*/ 8545037 w 8556044"/>
              <a:gd name="connsiteY1" fmla="*/ 231829 h 4355362"/>
              <a:gd name="connsiteX2" fmla="*/ 8341837 w 8556044"/>
              <a:gd name="connsiteY2" fmla="*/ 28629 h 4355362"/>
              <a:gd name="connsiteX3" fmla="*/ 159068 w 8556044"/>
              <a:gd name="connsiteY3" fmla="*/ 31805 h 4355362"/>
              <a:gd name="connsiteX4" fmla="*/ 12225 w 8556044"/>
              <a:gd name="connsiteY4" fmla="*/ 108797 h 4355362"/>
              <a:gd name="connsiteX5" fmla="*/ 12225 w 8556044"/>
              <a:gd name="connsiteY5" fmla="*/ 4245030 h 4355362"/>
              <a:gd name="connsiteX6" fmla="*/ 105094 w 8556044"/>
              <a:gd name="connsiteY6" fmla="*/ 4346630 h 4355362"/>
              <a:gd name="connsiteX7" fmla="*/ 6601937 w 8556044"/>
              <a:gd name="connsiteY7" fmla="*/ 4346629 h 4355362"/>
              <a:gd name="connsiteX0" fmla="*/ 8590280 w 8601287"/>
              <a:gd name="connsiteY0" fmla="*/ 3152829 h 4355362"/>
              <a:gd name="connsiteX1" fmla="*/ 8590280 w 8601287"/>
              <a:gd name="connsiteY1" fmla="*/ 231829 h 4355362"/>
              <a:gd name="connsiteX2" fmla="*/ 8387080 w 8601287"/>
              <a:gd name="connsiteY2" fmla="*/ 28629 h 4355362"/>
              <a:gd name="connsiteX3" fmla="*/ 159068 w 8601287"/>
              <a:gd name="connsiteY3" fmla="*/ 31805 h 4355362"/>
              <a:gd name="connsiteX4" fmla="*/ 57468 w 8601287"/>
              <a:gd name="connsiteY4" fmla="*/ 108797 h 4355362"/>
              <a:gd name="connsiteX5" fmla="*/ 57468 w 8601287"/>
              <a:gd name="connsiteY5" fmla="*/ 4245030 h 4355362"/>
              <a:gd name="connsiteX6" fmla="*/ 150337 w 8601287"/>
              <a:gd name="connsiteY6" fmla="*/ 4346630 h 4355362"/>
              <a:gd name="connsiteX7" fmla="*/ 6647180 w 8601287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52829 h 4355362"/>
              <a:gd name="connsiteX1" fmla="*/ 8537575 w 8548582"/>
              <a:gd name="connsiteY1" fmla="*/ 231829 h 4355362"/>
              <a:gd name="connsiteX2" fmla="*/ 8334375 w 8548582"/>
              <a:gd name="connsiteY2" fmla="*/ 28629 h 4355362"/>
              <a:gd name="connsiteX3" fmla="*/ 106363 w 8548582"/>
              <a:gd name="connsiteY3" fmla="*/ 31805 h 4355362"/>
              <a:gd name="connsiteX4" fmla="*/ 4763 w 8548582"/>
              <a:gd name="connsiteY4" fmla="*/ 108797 h 4355362"/>
              <a:gd name="connsiteX5" fmla="*/ 4763 w 8548582"/>
              <a:gd name="connsiteY5" fmla="*/ 4245030 h 4355362"/>
              <a:gd name="connsiteX6" fmla="*/ 97632 w 8548582"/>
              <a:gd name="connsiteY6" fmla="*/ 4346630 h 4355362"/>
              <a:gd name="connsiteX7" fmla="*/ 6594475 w 8548582"/>
              <a:gd name="connsiteY7" fmla="*/ 4346629 h 4355362"/>
              <a:gd name="connsiteX0" fmla="*/ 8537575 w 8548582"/>
              <a:gd name="connsiteY0" fmla="*/ 3141768 h 4344301"/>
              <a:gd name="connsiteX1" fmla="*/ 8537575 w 8548582"/>
              <a:gd name="connsiteY1" fmla="*/ 220768 h 4344301"/>
              <a:gd name="connsiteX2" fmla="*/ 8334375 w 8548582"/>
              <a:gd name="connsiteY2" fmla="*/ 17568 h 4344301"/>
              <a:gd name="connsiteX3" fmla="*/ 106363 w 8548582"/>
              <a:gd name="connsiteY3" fmla="*/ 20744 h 4344301"/>
              <a:gd name="connsiteX4" fmla="*/ 4762 w 8548582"/>
              <a:gd name="connsiteY4" fmla="*/ 109642 h 4344301"/>
              <a:gd name="connsiteX5" fmla="*/ 4763 w 8548582"/>
              <a:gd name="connsiteY5" fmla="*/ 4233969 h 4344301"/>
              <a:gd name="connsiteX6" fmla="*/ 97632 w 8548582"/>
              <a:gd name="connsiteY6" fmla="*/ 4335569 h 4344301"/>
              <a:gd name="connsiteX7" fmla="*/ 6594475 w 8548582"/>
              <a:gd name="connsiteY7" fmla="*/ 4335568 h 4344301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8270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9230 h 4361763"/>
              <a:gd name="connsiteX1" fmla="*/ 8539482 w 8550489"/>
              <a:gd name="connsiteY1" fmla="*/ 238230 h 4361763"/>
              <a:gd name="connsiteX2" fmla="*/ 8336282 w 8550489"/>
              <a:gd name="connsiteY2" fmla="*/ 35030 h 4361763"/>
              <a:gd name="connsiteX3" fmla="*/ 103508 w 8550489"/>
              <a:gd name="connsiteY3" fmla="*/ 38206 h 4361763"/>
              <a:gd name="connsiteX4" fmla="*/ 6669 w 8550489"/>
              <a:gd name="connsiteY4" fmla="*/ 127104 h 4361763"/>
              <a:gd name="connsiteX5" fmla="*/ 6670 w 8550489"/>
              <a:gd name="connsiteY5" fmla="*/ 4251431 h 4361763"/>
              <a:gd name="connsiteX6" fmla="*/ 99539 w 8550489"/>
              <a:gd name="connsiteY6" fmla="*/ 4353031 h 4361763"/>
              <a:gd name="connsiteX7" fmla="*/ 6596382 w 8550489"/>
              <a:gd name="connsiteY7" fmla="*/ 4353030 h 4361763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2 w 8550489"/>
              <a:gd name="connsiteY0" fmla="*/ 3154417 h 4356950"/>
              <a:gd name="connsiteX1" fmla="*/ 8539482 w 8550489"/>
              <a:gd name="connsiteY1" fmla="*/ 233417 h 4356950"/>
              <a:gd name="connsiteX2" fmla="*/ 8336282 w 8550489"/>
              <a:gd name="connsiteY2" fmla="*/ 30217 h 4356950"/>
              <a:gd name="connsiteX3" fmla="*/ 103508 w 8550489"/>
              <a:gd name="connsiteY3" fmla="*/ 33393 h 4356950"/>
              <a:gd name="connsiteX4" fmla="*/ 6669 w 8550489"/>
              <a:gd name="connsiteY4" fmla="*/ 122291 h 4356950"/>
              <a:gd name="connsiteX5" fmla="*/ 6670 w 8550489"/>
              <a:gd name="connsiteY5" fmla="*/ 4246618 h 4356950"/>
              <a:gd name="connsiteX6" fmla="*/ 99539 w 8550489"/>
              <a:gd name="connsiteY6" fmla="*/ 4348218 h 4356950"/>
              <a:gd name="connsiteX7" fmla="*/ 6596382 w 8550489"/>
              <a:gd name="connsiteY7" fmla="*/ 4348217 h 4356950"/>
              <a:gd name="connsiteX0" fmla="*/ 8539481 w 8550488"/>
              <a:gd name="connsiteY0" fmla="*/ 3142511 h 4345044"/>
              <a:gd name="connsiteX1" fmla="*/ 8539481 w 8550488"/>
              <a:gd name="connsiteY1" fmla="*/ 221511 h 4345044"/>
              <a:gd name="connsiteX2" fmla="*/ 8336281 w 8550488"/>
              <a:gd name="connsiteY2" fmla="*/ 18311 h 4345044"/>
              <a:gd name="connsiteX3" fmla="*/ 103507 w 8550488"/>
              <a:gd name="connsiteY3" fmla="*/ 21487 h 4345044"/>
              <a:gd name="connsiteX4" fmla="*/ 6669 w 8550488"/>
              <a:gd name="connsiteY4" fmla="*/ 122291 h 4345044"/>
              <a:gd name="connsiteX5" fmla="*/ 6669 w 8550488"/>
              <a:gd name="connsiteY5" fmla="*/ 4234712 h 4345044"/>
              <a:gd name="connsiteX6" fmla="*/ 99538 w 8550488"/>
              <a:gd name="connsiteY6" fmla="*/ 4336312 h 4345044"/>
              <a:gd name="connsiteX7" fmla="*/ 6596381 w 8550488"/>
              <a:gd name="connsiteY7" fmla="*/ 4336311 h 4345044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336281 w 8550487"/>
              <a:gd name="connsiteY2" fmla="*/ 122343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97847"/>
              <a:gd name="connsiteY0" fmla="*/ 3246543 h 4449076"/>
              <a:gd name="connsiteX1" fmla="*/ 8539480 w 8597847"/>
              <a:gd name="connsiteY1" fmla="*/ 220768 h 4449076"/>
              <a:gd name="connsiteX2" fmla="*/ 8438674 w 8597847"/>
              <a:gd name="connsiteY2" fmla="*/ 125519 h 4449076"/>
              <a:gd name="connsiteX3" fmla="*/ 103507 w 8597847"/>
              <a:gd name="connsiteY3" fmla="*/ 125519 h 4449076"/>
              <a:gd name="connsiteX4" fmla="*/ 6669 w 8597847"/>
              <a:gd name="connsiteY4" fmla="*/ 226323 h 4449076"/>
              <a:gd name="connsiteX5" fmla="*/ 6669 w 8597847"/>
              <a:gd name="connsiteY5" fmla="*/ 4338744 h 4449076"/>
              <a:gd name="connsiteX6" fmla="*/ 99538 w 8597847"/>
              <a:gd name="connsiteY6" fmla="*/ 4440344 h 4449076"/>
              <a:gd name="connsiteX7" fmla="*/ 6596381 w 8597847"/>
              <a:gd name="connsiteY7" fmla="*/ 4440343 h 4449076"/>
              <a:gd name="connsiteX0" fmla="*/ 8539481 w 8550487"/>
              <a:gd name="connsiteY0" fmla="*/ 3246543 h 4449076"/>
              <a:gd name="connsiteX1" fmla="*/ 8539480 w 8550487"/>
              <a:gd name="connsiteY1" fmla="*/ 220768 h 4449076"/>
              <a:gd name="connsiteX2" fmla="*/ 8438674 w 8550487"/>
              <a:gd name="connsiteY2" fmla="*/ 125519 h 4449076"/>
              <a:gd name="connsiteX3" fmla="*/ 103507 w 8550487"/>
              <a:gd name="connsiteY3" fmla="*/ 125519 h 4449076"/>
              <a:gd name="connsiteX4" fmla="*/ 6669 w 8550487"/>
              <a:gd name="connsiteY4" fmla="*/ 226323 h 4449076"/>
              <a:gd name="connsiteX5" fmla="*/ 6669 w 8550487"/>
              <a:gd name="connsiteY5" fmla="*/ 4338744 h 4449076"/>
              <a:gd name="connsiteX6" fmla="*/ 99538 w 8550487"/>
              <a:gd name="connsiteY6" fmla="*/ 4440344 h 4449076"/>
              <a:gd name="connsiteX7" fmla="*/ 6596381 w 8550487"/>
              <a:gd name="connsiteY7" fmla="*/ 4440343 h 4449076"/>
              <a:gd name="connsiteX0" fmla="*/ 8539481 w 8556837"/>
              <a:gd name="connsiteY0" fmla="*/ 3151293 h 4353826"/>
              <a:gd name="connsiteX1" fmla="*/ 8539480 w 8556837"/>
              <a:gd name="connsiteY1" fmla="*/ 125518 h 4353826"/>
              <a:gd name="connsiteX2" fmla="*/ 8438674 w 8556837"/>
              <a:gd name="connsiteY2" fmla="*/ 30269 h 4353826"/>
              <a:gd name="connsiteX3" fmla="*/ 103507 w 8556837"/>
              <a:gd name="connsiteY3" fmla="*/ 30269 h 4353826"/>
              <a:gd name="connsiteX4" fmla="*/ 6669 w 8556837"/>
              <a:gd name="connsiteY4" fmla="*/ 131073 h 4353826"/>
              <a:gd name="connsiteX5" fmla="*/ 6669 w 8556837"/>
              <a:gd name="connsiteY5" fmla="*/ 4243494 h 4353826"/>
              <a:gd name="connsiteX6" fmla="*/ 99538 w 8556837"/>
              <a:gd name="connsiteY6" fmla="*/ 4345094 h 4353826"/>
              <a:gd name="connsiteX7" fmla="*/ 6596381 w 8556837"/>
              <a:gd name="connsiteY7" fmla="*/ 4345093 h 4353826"/>
              <a:gd name="connsiteX0" fmla="*/ 8539481 w 8539481"/>
              <a:gd name="connsiteY0" fmla="*/ 3142511 h 4345044"/>
              <a:gd name="connsiteX1" fmla="*/ 8539480 w 8539481"/>
              <a:gd name="connsiteY1" fmla="*/ 116736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8119 h 4350652"/>
              <a:gd name="connsiteX1" fmla="*/ 8539480 w 8539481"/>
              <a:gd name="connsiteY1" fmla="*/ 122344 h 4350652"/>
              <a:gd name="connsiteX2" fmla="*/ 8438674 w 8539481"/>
              <a:gd name="connsiteY2" fmla="*/ 27095 h 4350652"/>
              <a:gd name="connsiteX3" fmla="*/ 103507 w 8539481"/>
              <a:gd name="connsiteY3" fmla="*/ 27095 h 4350652"/>
              <a:gd name="connsiteX4" fmla="*/ 6669 w 8539481"/>
              <a:gd name="connsiteY4" fmla="*/ 127899 h 4350652"/>
              <a:gd name="connsiteX5" fmla="*/ 6669 w 8539481"/>
              <a:gd name="connsiteY5" fmla="*/ 4240320 h 4350652"/>
              <a:gd name="connsiteX6" fmla="*/ 99538 w 8539481"/>
              <a:gd name="connsiteY6" fmla="*/ 4341920 h 4350652"/>
              <a:gd name="connsiteX7" fmla="*/ 6596381 w 8539481"/>
              <a:gd name="connsiteY7" fmla="*/ 4341919 h 4350652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1 w 8539481"/>
              <a:gd name="connsiteY1" fmla="*/ 131023 h 4345044"/>
              <a:gd name="connsiteX2" fmla="*/ 8438674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49428"/>
              <a:gd name="connsiteY0" fmla="*/ 3142511 h 4345044"/>
              <a:gd name="connsiteX1" fmla="*/ 8539481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49428"/>
              <a:gd name="connsiteY0" fmla="*/ 3142511 h 4345044"/>
              <a:gd name="connsiteX1" fmla="*/ 8539480 w 8549428"/>
              <a:gd name="connsiteY1" fmla="*/ 131023 h 4345044"/>
              <a:gd name="connsiteX2" fmla="*/ 8438674 w 8549428"/>
              <a:gd name="connsiteY2" fmla="*/ 21487 h 4345044"/>
              <a:gd name="connsiteX3" fmla="*/ 103507 w 8549428"/>
              <a:gd name="connsiteY3" fmla="*/ 21487 h 4345044"/>
              <a:gd name="connsiteX4" fmla="*/ 6669 w 8549428"/>
              <a:gd name="connsiteY4" fmla="*/ 122291 h 4345044"/>
              <a:gd name="connsiteX5" fmla="*/ 6669 w 8549428"/>
              <a:gd name="connsiteY5" fmla="*/ 4234712 h 4345044"/>
              <a:gd name="connsiteX6" fmla="*/ 99538 w 8549428"/>
              <a:gd name="connsiteY6" fmla="*/ 4336312 h 4345044"/>
              <a:gd name="connsiteX7" fmla="*/ 6596381 w 8549428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22005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42511 h 4345044"/>
              <a:gd name="connsiteX1" fmla="*/ 8539480 w 8539481"/>
              <a:gd name="connsiteY1" fmla="*/ 131023 h 4345044"/>
              <a:gd name="connsiteX2" fmla="*/ 8410099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10099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46253"/>
              <a:gd name="connsiteY0" fmla="*/ 3162407 h 4364940"/>
              <a:gd name="connsiteX1" fmla="*/ 8539481 w 8546253"/>
              <a:gd name="connsiteY1" fmla="*/ 122344 h 4364940"/>
              <a:gd name="connsiteX2" fmla="*/ 8410099 w 8546253"/>
              <a:gd name="connsiteY2" fmla="*/ 41383 h 4364940"/>
              <a:gd name="connsiteX3" fmla="*/ 103507 w 8546253"/>
              <a:gd name="connsiteY3" fmla="*/ 41383 h 4364940"/>
              <a:gd name="connsiteX4" fmla="*/ 6669 w 8546253"/>
              <a:gd name="connsiteY4" fmla="*/ 142187 h 4364940"/>
              <a:gd name="connsiteX5" fmla="*/ 6669 w 8546253"/>
              <a:gd name="connsiteY5" fmla="*/ 4254608 h 4364940"/>
              <a:gd name="connsiteX6" fmla="*/ 99538 w 8546253"/>
              <a:gd name="connsiteY6" fmla="*/ 4356208 h 4364940"/>
              <a:gd name="connsiteX7" fmla="*/ 6596381 w 8546253"/>
              <a:gd name="connsiteY7" fmla="*/ 4356207 h 4364940"/>
              <a:gd name="connsiteX0" fmla="*/ 8539481 w 8559747"/>
              <a:gd name="connsiteY0" fmla="*/ 3162407 h 4364940"/>
              <a:gd name="connsiteX1" fmla="*/ 8539481 w 8559747"/>
              <a:gd name="connsiteY1" fmla="*/ 122344 h 4364940"/>
              <a:gd name="connsiteX2" fmla="*/ 8410099 w 8559747"/>
              <a:gd name="connsiteY2" fmla="*/ 41383 h 4364940"/>
              <a:gd name="connsiteX3" fmla="*/ 103507 w 8559747"/>
              <a:gd name="connsiteY3" fmla="*/ 41383 h 4364940"/>
              <a:gd name="connsiteX4" fmla="*/ 6669 w 8559747"/>
              <a:gd name="connsiteY4" fmla="*/ 142187 h 4364940"/>
              <a:gd name="connsiteX5" fmla="*/ 6669 w 8559747"/>
              <a:gd name="connsiteY5" fmla="*/ 4254608 h 4364940"/>
              <a:gd name="connsiteX6" fmla="*/ 99538 w 8559747"/>
              <a:gd name="connsiteY6" fmla="*/ 4356208 h 4364940"/>
              <a:gd name="connsiteX7" fmla="*/ 6596381 w 8559747"/>
              <a:gd name="connsiteY7" fmla="*/ 4356207 h 4364940"/>
              <a:gd name="connsiteX0" fmla="*/ 8539481 w 8582766"/>
              <a:gd name="connsiteY0" fmla="*/ 3162407 h 4364940"/>
              <a:gd name="connsiteX1" fmla="*/ 8539481 w 8582766"/>
              <a:gd name="connsiteY1" fmla="*/ 122344 h 4364940"/>
              <a:gd name="connsiteX2" fmla="*/ 8410099 w 8582766"/>
              <a:gd name="connsiteY2" fmla="*/ 41383 h 4364940"/>
              <a:gd name="connsiteX3" fmla="*/ 103507 w 8582766"/>
              <a:gd name="connsiteY3" fmla="*/ 41383 h 4364940"/>
              <a:gd name="connsiteX4" fmla="*/ 6669 w 8582766"/>
              <a:gd name="connsiteY4" fmla="*/ 142187 h 4364940"/>
              <a:gd name="connsiteX5" fmla="*/ 6669 w 8582766"/>
              <a:gd name="connsiteY5" fmla="*/ 4254608 h 4364940"/>
              <a:gd name="connsiteX6" fmla="*/ 99538 w 8582766"/>
              <a:gd name="connsiteY6" fmla="*/ 4356208 h 4364940"/>
              <a:gd name="connsiteX7" fmla="*/ 6596381 w 8582766"/>
              <a:gd name="connsiteY7" fmla="*/ 4356207 h 4364940"/>
              <a:gd name="connsiteX0" fmla="*/ 8539481 w 8628010"/>
              <a:gd name="connsiteY0" fmla="*/ 3162407 h 4364940"/>
              <a:gd name="connsiteX1" fmla="*/ 8539481 w 8628010"/>
              <a:gd name="connsiteY1" fmla="*/ 122344 h 4364940"/>
              <a:gd name="connsiteX2" fmla="*/ 8455343 w 8628010"/>
              <a:gd name="connsiteY2" fmla="*/ 41383 h 4364940"/>
              <a:gd name="connsiteX3" fmla="*/ 103507 w 8628010"/>
              <a:gd name="connsiteY3" fmla="*/ 41383 h 4364940"/>
              <a:gd name="connsiteX4" fmla="*/ 6669 w 8628010"/>
              <a:gd name="connsiteY4" fmla="*/ 142187 h 4364940"/>
              <a:gd name="connsiteX5" fmla="*/ 6669 w 8628010"/>
              <a:gd name="connsiteY5" fmla="*/ 4254608 h 4364940"/>
              <a:gd name="connsiteX6" fmla="*/ 99538 w 8628010"/>
              <a:gd name="connsiteY6" fmla="*/ 4356208 h 4364940"/>
              <a:gd name="connsiteX7" fmla="*/ 6596381 w 8628010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62407 h 4364940"/>
              <a:gd name="connsiteX1" fmla="*/ 8539481 w 8539481"/>
              <a:gd name="connsiteY1" fmla="*/ 122344 h 4364940"/>
              <a:gd name="connsiteX2" fmla="*/ 8455343 w 8539481"/>
              <a:gd name="connsiteY2" fmla="*/ 41383 h 4364940"/>
              <a:gd name="connsiteX3" fmla="*/ 103507 w 8539481"/>
              <a:gd name="connsiteY3" fmla="*/ 41383 h 4364940"/>
              <a:gd name="connsiteX4" fmla="*/ 6669 w 8539481"/>
              <a:gd name="connsiteY4" fmla="*/ 142187 h 4364940"/>
              <a:gd name="connsiteX5" fmla="*/ 6669 w 8539481"/>
              <a:gd name="connsiteY5" fmla="*/ 4254608 h 4364940"/>
              <a:gd name="connsiteX6" fmla="*/ 99538 w 8539481"/>
              <a:gd name="connsiteY6" fmla="*/ 4356208 h 4364940"/>
              <a:gd name="connsiteX7" fmla="*/ 6596381 w 8539481"/>
              <a:gd name="connsiteY7" fmla="*/ 4356207 h 4364940"/>
              <a:gd name="connsiteX0" fmla="*/ 8539481 w 8539481"/>
              <a:gd name="connsiteY0" fmla="*/ 3142511 h 4345044"/>
              <a:gd name="connsiteX1" fmla="*/ 8539481 w 8539481"/>
              <a:gd name="connsiteY1" fmla="*/ 102448 h 4345044"/>
              <a:gd name="connsiteX2" fmla="*/ 8455343 w 8539481"/>
              <a:gd name="connsiteY2" fmla="*/ 21487 h 4345044"/>
              <a:gd name="connsiteX3" fmla="*/ 103507 w 8539481"/>
              <a:gd name="connsiteY3" fmla="*/ 21487 h 4345044"/>
              <a:gd name="connsiteX4" fmla="*/ 6669 w 8539481"/>
              <a:gd name="connsiteY4" fmla="*/ 122291 h 4345044"/>
              <a:gd name="connsiteX5" fmla="*/ 6669 w 8539481"/>
              <a:gd name="connsiteY5" fmla="*/ 4234712 h 4345044"/>
              <a:gd name="connsiteX6" fmla="*/ 99538 w 8539481"/>
              <a:gd name="connsiteY6" fmla="*/ 4336312 h 4345044"/>
              <a:gd name="connsiteX7" fmla="*/ 6596381 w 8539481"/>
              <a:gd name="connsiteY7" fmla="*/ 4336311 h 4345044"/>
              <a:gd name="connsiteX0" fmla="*/ 8542656 w 8542656"/>
              <a:gd name="connsiteY0" fmla="*/ 558061 h 4345044"/>
              <a:gd name="connsiteX1" fmla="*/ 8539481 w 8542656"/>
              <a:gd name="connsiteY1" fmla="*/ 102448 h 4345044"/>
              <a:gd name="connsiteX2" fmla="*/ 8455343 w 8542656"/>
              <a:gd name="connsiteY2" fmla="*/ 21487 h 4345044"/>
              <a:gd name="connsiteX3" fmla="*/ 103507 w 8542656"/>
              <a:gd name="connsiteY3" fmla="*/ 21487 h 4345044"/>
              <a:gd name="connsiteX4" fmla="*/ 6669 w 8542656"/>
              <a:gd name="connsiteY4" fmla="*/ 122291 h 4345044"/>
              <a:gd name="connsiteX5" fmla="*/ 6669 w 8542656"/>
              <a:gd name="connsiteY5" fmla="*/ 4234712 h 4345044"/>
              <a:gd name="connsiteX6" fmla="*/ 99538 w 8542656"/>
              <a:gd name="connsiteY6" fmla="*/ 4336312 h 4345044"/>
              <a:gd name="connsiteX7" fmla="*/ 6596381 w 8542656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7" fmla="*/ 6596381 w 8542655"/>
              <a:gd name="connsiteY7" fmla="*/ 4336311 h 4345044"/>
              <a:gd name="connsiteX0" fmla="*/ 8542655 w 8542655"/>
              <a:gd name="connsiteY0" fmla="*/ 881912 h 4345044"/>
              <a:gd name="connsiteX1" fmla="*/ 8539481 w 8542655"/>
              <a:gd name="connsiteY1" fmla="*/ 102448 h 4345044"/>
              <a:gd name="connsiteX2" fmla="*/ 8455343 w 8542655"/>
              <a:gd name="connsiteY2" fmla="*/ 21487 h 4345044"/>
              <a:gd name="connsiteX3" fmla="*/ 103507 w 8542655"/>
              <a:gd name="connsiteY3" fmla="*/ 21487 h 4345044"/>
              <a:gd name="connsiteX4" fmla="*/ 6669 w 8542655"/>
              <a:gd name="connsiteY4" fmla="*/ 122291 h 4345044"/>
              <a:gd name="connsiteX5" fmla="*/ 6669 w 8542655"/>
              <a:gd name="connsiteY5" fmla="*/ 4234712 h 4345044"/>
              <a:gd name="connsiteX6" fmla="*/ 99538 w 8542655"/>
              <a:gd name="connsiteY6" fmla="*/ 4336312 h 4345044"/>
              <a:gd name="connsiteX0" fmla="*/ 8542655 w 8542655"/>
              <a:gd name="connsiteY0" fmla="*/ 881912 h 4234712"/>
              <a:gd name="connsiteX1" fmla="*/ 8539481 w 8542655"/>
              <a:gd name="connsiteY1" fmla="*/ 102448 h 4234712"/>
              <a:gd name="connsiteX2" fmla="*/ 8455343 w 8542655"/>
              <a:gd name="connsiteY2" fmla="*/ 21487 h 4234712"/>
              <a:gd name="connsiteX3" fmla="*/ 103507 w 8542655"/>
              <a:gd name="connsiteY3" fmla="*/ 21487 h 4234712"/>
              <a:gd name="connsiteX4" fmla="*/ 6669 w 8542655"/>
              <a:gd name="connsiteY4" fmla="*/ 122291 h 4234712"/>
              <a:gd name="connsiteX5" fmla="*/ 6669 w 8542655"/>
              <a:gd name="connsiteY5" fmla="*/ 4234712 h 4234712"/>
              <a:gd name="connsiteX0" fmla="*/ 8542655 w 8542655"/>
              <a:gd name="connsiteY0" fmla="*/ 881912 h 881912"/>
              <a:gd name="connsiteX1" fmla="*/ 8539481 w 8542655"/>
              <a:gd name="connsiteY1" fmla="*/ 102448 h 881912"/>
              <a:gd name="connsiteX2" fmla="*/ 8455343 w 8542655"/>
              <a:gd name="connsiteY2" fmla="*/ 21487 h 881912"/>
              <a:gd name="connsiteX3" fmla="*/ 103507 w 8542655"/>
              <a:gd name="connsiteY3" fmla="*/ 21487 h 881912"/>
              <a:gd name="connsiteX4" fmla="*/ 6669 w 8542655"/>
              <a:gd name="connsiteY4" fmla="*/ 122291 h 881912"/>
              <a:gd name="connsiteX0" fmla="*/ 8439148 w 8439148"/>
              <a:gd name="connsiteY0" fmla="*/ 870852 h 870852"/>
              <a:gd name="connsiteX1" fmla="*/ 8435974 w 8439148"/>
              <a:gd name="connsiteY1" fmla="*/ 91388 h 870852"/>
              <a:gd name="connsiteX2" fmla="*/ 8351836 w 8439148"/>
              <a:gd name="connsiteY2" fmla="*/ 10427 h 870852"/>
              <a:gd name="connsiteX3" fmla="*/ 0 w 8439148"/>
              <a:gd name="connsiteY3" fmla="*/ 10427 h 870852"/>
              <a:gd name="connsiteX0" fmla="*/ 5356223 w 5356223"/>
              <a:gd name="connsiteY0" fmla="*/ 870852 h 870852"/>
              <a:gd name="connsiteX1" fmla="*/ 5353049 w 5356223"/>
              <a:gd name="connsiteY1" fmla="*/ 91388 h 870852"/>
              <a:gd name="connsiteX2" fmla="*/ 5268911 w 5356223"/>
              <a:gd name="connsiteY2" fmla="*/ 10427 h 870852"/>
              <a:gd name="connsiteX3" fmla="*/ 0 w 53562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0427 h 870852"/>
              <a:gd name="connsiteX3" fmla="*/ 0 w 6042023"/>
              <a:gd name="connsiteY3" fmla="*/ 17515 h 870852"/>
              <a:gd name="connsiteX0" fmla="*/ 6042023 w 6042023"/>
              <a:gd name="connsiteY0" fmla="*/ 870852 h 870852"/>
              <a:gd name="connsiteX1" fmla="*/ 6038849 w 6042023"/>
              <a:gd name="connsiteY1" fmla="*/ 91388 h 870852"/>
              <a:gd name="connsiteX2" fmla="*/ 5954711 w 6042023"/>
              <a:gd name="connsiteY2" fmla="*/ 17515 h 870852"/>
              <a:gd name="connsiteX3" fmla="*/ 0 w 6042023"/>
              <a:gd name="connsiteY3" fmla="*/ 17515 h 870852"/>
              <a:gd name="connsiteX0" fmla="*/ 603217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  <a:gd name="connsiteX0" fmla="*/ 6038528 w 6039907"/>
              <a:gd name="connsiteY0" fmla="*/ 1664602 h 1664602"/>
              <a:gd name="connsiteX1" fmla="*/ 6038849 w 6039907"/>
              <a:gd name="connsiteY1" fmla="*/ 91388 h 1664602"/>
              <a:gd name="connsiteX2" fmla="*/ 5954711 w 6039907"/>
              <a:gd name="connsiteY2" fmla="*/ 17515 h 1664602"/>
              <a:gd name="connsiteX3" fmla="*/ 0 w 6039907"/>
              <a:gd name="connsiteY3" fmla="*/ 17515 h 166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9907" h="1664602">
                <a:moveTo>
                  <a:pt x="6038528" y="1664602"/>
                </a:moveTo>
                <a:cubicBezTo>
                  <a:pt x="6037470" y="1512731"/>
                  <a:pt x="6039907" y="243259"/>
                  <a:pt x="6038849" y="91388"/>
                </a:cubicBezTo>
                <a:cubicBezTo>
                  <a:pt x="6034775" y="0"/>
                  <a:pt x="5986091" y="23970"/>
                  <a:pt x="5954711" y="17515"/>
                </a:cubicBezTo>
                <a:lnTo>
                  <a:pt x="0" y="17515"/>
                </a:lnTo>
              </a:path>
            </a:pathLst>
          </a:custGeom>
          <a:noFill/>
          <a:ln w="19050" cap="rnd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183" name="Group 118"/>
          <p:cNvGrpSpPr/>
          <p:nvPr userDrawn="1"/>
        </p:nvGrpSpPr>
        <p:grpSpPr>
          <a:xfrm>
            <a:off x="8166820" y="5818700"/>
            <a:ext cx="651247" cy="411523"/>
            <a:chOff x="7715563" y="5785391"/>
            <a:chExt cx="651247" cy="411523"/>
          </a:xfrm>
        </p:grpSpPr>
        <p:sp>
          <p:nvSpPr>
            <p:cNvPr id="184" name="Freeform 29"/>
            <p:cNvSpPr>
              <a:spLocks/>
            </p:cNvSpPr>
            <p:nvPr userDrawn="1"/>
          </p:nvSpPr>
          <p:spPr bwMode="auto">
            <a:xfrm>
              <a:off x="7715563" y="5785391"/>
              <a:ext cx="651247" cy="411523"/>
            </a:xfrm>
            <a:custGeom>
              <a:avLst/>
              <a:gdLst/>
              <a:ahLst/>
              <a:cxnLst>
                <a:cxn ang="0">
                  <a:pos x="300" y="168"/>
                </a:cxn>
                <a:cxn ang="0">
                  <a:pos x="280" y="188"/>
                </a:cxn>
                <a:cxn ang="0">
                  <a:pos x="20" y="188"/>
                </a:cxn>
                <a:cxn ang="0">
                  <a:pos x="0" y="168"/>
                </a:cxn>
                <a:cxn ang="0">
                  <a:pos x="273" y="168"/>
                </a:cxn>
                <a:cxn ang="0">
                  <a:pos x="273" y="0"/>
                </a:cxn>
                <a:cxn ang="0">
                  <a:pos x="27" y="0"/>
                </a:cxn>
                <a:cxn ang="0">
                  <a:pos x="27" y="145"/>
                </a:cxn>
              </a:cxnLst>
              <a:rect l="0" t="0" r="r" b="b"/>
              <a:pathLst>
                <a:path w="300" h="188">
                  <a:moveTo>
                    <a:pt x="300" y="168"/>
                  </a:moveTo>
                  <a:cubicBezTo>
                    <a:pt x="300" y="179"/>
                    <a:pt x="291" y="188"/>
                    <a:pt x="280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9" y="188"/>
                    <a:pt x="0" y="179"/>
                    <a:pt x="0" y="168"/>
                  </a:cubicBezTo>
                  <a:cubicBezTo>
                    <a:pt x="273" y="168"/>
                    <a:pt x="273" y="168"/>
                    <a:pt x="273" y="168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5"/>
                    <a:pt x="27" y="145"/>
                    <a:pt x="27" y="145"/>
                  </a:cubicBezTo>
                </a:path>
              </a:pathLst>
            </a:custGeom>
            <a:noFill/>
            <a:ln w="190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185" name="Group 116"/>
            <p:cNvGrpSpPr/>
            <p:nvPr userDrawn="1"/>
          </p:nvGrpSpPr>
          <p:grpSpPr>
            <a:xfrm>
              <a:off x="7905159" y="5833696"/>
              <a:ext cx="272054" cy="272054"/>
              <a:chOff x="7192487" y="5529300"/>
              <a:chExt cx="482282" cy="482282"/>
            </a:xfrm>
          </p:grpSpPr>
          <p:sp>
            <p:nvSpPr>
              <p:cNvPr id="186" name="Donut 185"/>
              <p:cNvSpPr/>
              <p:nvPr userDrawn="1"/>
            </p:nvSpPr>
            <p:spPr>
              <a:xfrm>
                <a:off x="7192487" y="5529300"/>
                <a:ext cx="482282" cy="482282"/>
              </a:xfrm>
              <a:prstGeom prst="donut">
                <a:avLst>
                  <a:gd name="adj" fmla="val 28950"/>
                </a:avLst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2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cxnSp>
            <p:nvCxnSpPr>
              <p:cNvPr id="187" name="Straight Connector 186"/>
              <p:cNvCxnSpPr/>
              <p:nvPr userDrawn="1"/>
            </p:nvCxnSpPr>
            <p:spPr>
              <a:xfrm>
                <a:off x="7433628" y="5536407"/>
                <a:ext cx="0" cy="13096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88" name="Straight Connector 187"/>
              <p:cNvCxnSpPr/>
              <p:nvPr userDrawn="1"/>
            </p:nvCxnSpPr>
            <p:spPr>
              <a:xfrm>
                <a:off x="7495541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89" name="Straight Connector 188"/>
              <p:cNvCxnSpPr/>
              <p:nvPr userDrawn="1"/>
            </p:nvCxnSpPr>
            <p:spPr>
              <a:xfrm flipH="1">
                <a:off x="7297897" y="5854700"/>
                <a:ext cx="72072" cy="103188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90" name="Straight Connector 189"/>
              <p:cNvCxnSpPr/>
              <p:nvPr userDrawn="1"/>
            </p:nvCxnSpPr>
            <p:spPr>
              <a:xfrm flipH="1" flipV="1">
                <a:off x="7205030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  <p:cxnSp>
            <p:nvCxnSpPr>
              <p:cNvPr id="191" name="Straight Connector 190"/>
              <p:cNvCxnSpPr/>
              <p:nvPr userDrawn="1"/>
            </p:nvCxnSpPr>
            <p:spPr>
              <a:xfrm flipV="1">
                <a:off x="7536022" y="5691982"/>
                <a:ext cx="124458" cy="44449"/>
              </a:xfrm>
              <a:prstGeom prst="line">
                <a:avLst/>
              </a:prstGeom>
              <a:noFill/>
              <a:ln w="19050" cap="rnd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8" y="2044700"/>
            <a:ext cx="8507412" cy="4127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319088" y="1463675"/>
            <a:ext cx="8507412" cy="466725"/>
          </a:xfr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 Headings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463675"/>
            <a:ext cx="4114800" cy="47085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00" y="1463675"/>
            <a:ext cx="4114800" cy="47085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Content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088" y="1463675"/>
            <a:ext cx="4114800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9088" y="2103436"/>
            <a:ext cx="4114800" cy="40687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700" y="1463675"/>
            <a:ext cx="4114800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1700" y="2103436"/>
            <a:ext cx="4114800" cy="40687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1"/>
          <a:ext cx="14653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0" imgW="360" imgH="360" progId="">
                  <p:embed/>
                </p:oleObj>
              </mc:Choice>
              <mc:Fallback>
                <p:oleObj name="think-cell Slide" r:id="rId10" imgW="360" imgH="360" progId="">
                  <p:embed/>
                  <p:pic>
                    <p:nvPicPr>
                      <p:cNvPr id="4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"/>
                        <a:ext cx="146538" cy="1587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0"/>
          <p:cNvSpPr txBox="1"/>
          <p:nvPr userDrawn="1">
            <p:custDataLst>
              <p:tags r:id="rId3"/>
            </p:custDataLst>
          </p:nvPr>
        </p:nvSpPr>
        <p:spPr>
          <a:xfrm>
            <a:off x="8829531" y="6661264"/>
            <a:ext cx="105798" cy="107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957756" fontAlgn="auto">
              <a:spcBef>
                <a:spcPts val="0"/>
              </a:spcBef>
              <a:spcAft>
                <a:spcPts val="0"/>
              </a:spcAft>
              <a:defRPr/>
            </a:pPr>
            <a:fld id="{A865B691-6183-434D-9F02-8C0C7DBD1A70}" type="slidenum">
              <a:rPr lang="en-US" sz="700" smtClean="0">
                <a:solidFill>
                  <a:schemeClr val="tx2"/>
                </a:solidFill>
                <a:latin typeface="+mn-lt"/>
                <a:cs typeface="+mn-cs"/>
              </a:rPr>
              <a:pPr algn="ctr" defTabSz="95775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6" name="Freeform 4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0" y="676278"/>
            <a:ext cx="9144000" cy="728663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lIns="99563" tIns="49782" rIns="99563" bIns="49782"/>
          <a:lstStyle/>
          <a:p>
            <a:pPr defTabSz="957756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223491" y="6623050"/>
            <a:ext cx="2455985" cy="18415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35997" tIns="35997" rIns="35997" bIns="35997" anchor="b"/>
          <a:lstStyle/>
          <a:p>
            <a:pPr algn="r" defTabSz="995445" eaLnBrk="0" fontAlgn="auto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defRPr/>
            </a:pPr>
            <a:r>
              <a:rPr lang="en-US" altLang="en-US" sz="700" dirty="0">
                <a:solidFill>
                  <a:schemeClr val="tx2"/>
                </a:solidFill>
                <a:latin typeface="+mj-lt"/>
                <a:cs typeface="Helvetica Light"/>
              </a:rPr>
              <a:t>Copyright © Capgemini 2013. All Rights Reserved</a:t>
            </a:r>
          </a:p>
        </p:txBody>
      </p:sp>
      <p:sp>
        <p:nvSpPr>
          <p:cNvPr id="8" name="Rectangle 7"/>
          <p:cNvSpPr/>
          <p:nvPr userDrawn="1">
            <p:custDataLst>
              <p:tags r:id="rId6"/>
            </p:custDataLst>
          </p:nvPr>
        </p:nvSpPr>
        <p:spPr>
          <a:xfrm>
            <a:off x="6912220" y="6427789"/>
            <a:ext cx="1767254" cy="195263"/>
          </a:xfrm>
          <a:prstGeom prst="rect">
            <a:avLst/>
          </a:prstGeom>
        </p:spPr>
        <p:txBody>
          <a:bodyPr wrap="none" lIns="35997" tIns="35997" rIns="35997" bIns="35997" anchor="b"/>
          <a:lstStyle/>
          <a:p>
            <a:pPr algn="r" defTabSz="9577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j-lt"/>
                <a:cs typeface="+mn-cs"/>
              </a:rPr>
              <a:t>Architects IAF Certification process</a:t>
            </a:r>
          </a:p>
        </p:txBody>
      </p:sp>
      <p:cxnSp>
        <p:nvCxnSpPr>
          <p:cNvPr id="10" name="Straight Connector 5"/>
          <p:cNvCxnSpPr/>
          <p:nvPr>
            <p:custDataLst>
              <p:tags r:id="rId7"/>
            </p:custDataLst>
          </p:nvPr>
        </p:nvCxnSpPr>
        <p:spPr>
          <a:xfrm flipH="1">
            <a:off x="0" y="6362700"/>
            <a:ext cx="9144000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2" hidden="1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0" y="2"/>
          <a:ext cx="136281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think-cell Slide" r:id="rId12" imgW="360" imgH="360" progId="">
                  <p:embed/>
                </p:oleObj>
              </mc:Choice>
              <mc:Fallback>
                <p:oleObj name="think-cell Slide" r:id="rId12" imgW="360" imgH="360" progId="">
                  <p:embed/>
                  <p:pic>
                    <p:nvPicPr>
                      <p:cNvPr id="11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"/>
                        <a:ext cx="136281" cy="144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/>
              <a:t>Cliquez pour 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16" y="1494767"/>
            <a:ext cx="88454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pic>
        <p:nvPicPr>
          <p:cNvPr id="12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2088" y="6488703"/>
            <a:ext cx="1427584" cy="318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8" y="2044701"/>
            <a:ext cx="8507412" cy="4127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319088" y="1463676"/>
            <a:ext cx="8507412" cy="466725"/>
          </a:xfr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 Headings</a:t>
            </a:r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-1894" y="0"/>
            <a:ext cx="9146339" cy="3329158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8 w 10562411"/>
              <a:gd name="connsiteY0" fmla="*/ 0 h 3670551"/>
              <a:gd name="connsiteX1" fmla="*/ 10561655 w 10562411"/>
              <a:gd name="connsiteY1" fmla="*/ 712383 h 3670551"/>
              <a:gd name="connsiteX2" fmla="*/ 10561157 w 10562411"/>
              <a:gd name="connsiteY2" fmla="*/ 2188721 h 3670551"/>
              <a:gd name="connsiteX3" fmla="*/ 9288594 w 10562411"/>
              <a:gd name="connsiteY3" fmla="*/ 2865486 h 3670551"/>
              <a:gd name="connsiteX4" fmla="*/ 2317558 w 10562411"/>
              <a:gd name="connsiteY4" fmla="*/ 2871895 h 3670551"/>
              <a:gd name="connsiteX5" fmla="*/ 1180889 w 10562411"/>
              <a:gd name="connsiteY5" fmla="*/ 3670551 h 3670551"/>
              <a:gd name="connsiteX6" fmla="*/ 0 w 10562411"/>
              <a:gd name="connsiteY6" fmla="*/ 2886448 h 3670551"/>
              <a:gd name="connsiteX7" fmla="*/ 2188 w 10562411"/>
              <a:gd name="connsiteY7" fmla="*/ 0 h 3670551"/>
              <a:gd name="connsiteX0" fmla="*/ 2188 w 10562585"/>
              <a:gd name="connsiteY0" fmla="*/ 0 h 3670551"/>
              <a:gd name="connsiteX1" fmla="*/ 10562072 w 10562585"/>
              <a:gd name="connsiteY1" fmla="*/ 1 h 3670551"/>
              <a:gd name="connsiteX2" fmla="*/ 10561157 w 10562585"/>
              <a:gd name="connsiteY2" fmla="*/ 2188721 h 3670551"/>
              <a:gd name="connsiteX3" fmla="*/ 9288594 w 10562585"/>
              <a:gd name="connsiteY3" fmla="*/ 2865486 h 3670551"/>
              <a:gd name="connsiteX4" fmla="*/ 2317558 w 10562585"/>
              <a:gd name="connsiteY4" fmla="*/ 2871895 h 3670551"/>
              <a:gd name="connsiteX5" fmla="*/ 1180889 w 10562585"/>
              <a:gd name="connsiteY5" fmla="*/ 3670551 h 3670551"/>
              <a:gd name="connsiteX6" fmla="*/ 0 w 10562585"/>
              <a:gd name="connsiteY6" fmla="*/ 2886448 h 3670551"/>
              <a:gd name="connsiteX7" fmla="*/ 2188 w 10562585"/>
              <a:gd name="connsiteY7" fmla="*/ 0 h 367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3670551">
                <a:moveTo>
                  <a:pt x="2188" y="0"/>
                </a:moveTo>
                <a:lnTo>
                  <a:pt x="10562072" y="1"/>
                </a:lnTo>
                <a:cubicBezTo>
                  <a:pt x="10562585" y="67601"/>
                  <a:pt x="10562411" y="2145306"/>
                  <a:pt x="10561157" y="2188721"/>
                </a:cubicBezTo>
                <a:cubicBezTo>
                  <a:pt x="10083761" y="2860730"/>
                  <a:pt x="9705180" y="2870806"/>
                  <a:pt x="9288594" y="2865486"/>
                </a:cubicBezTo>
                <a:lnTo>
                  <a:pt x="2317558" y="2871895"/>
                </a:lnTo>
                <a:cubicBezTo>
                  <a:pt x="1740344" y="2905037"/>
                  <a:pt x="1372498" y="3207729"/>
                  <a:pt x="1180889" y="3670551"/>
                </a:cubicBezTo>
                <a:cubicBezTo>
                  <a:pt x="882535" y="2966774"/>
                  <a:pt x="278640" y="2885570"/>
                  <a:pt x="0" y="2886448"/>
                </a:cubicBezTo>
                <a:cubicBezTo>
                  <a:pt x="2067" y="2850935"/>
                  <a:pt x="3460" y="95582"/>
                  <a:pt x="2188" y="0"/>
                </a:cubicBezTo>
                <a:close/>
              </a:path>
            </a:pathLst>
          </a:custGeom>
          <a:solidFill>
            <a:schemeClr val="accent3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0" y="832190"/>
            <a:ext cx="9144000" cy="1143240"/>
          </a:xfrm>
          <a:prstGeom prst="rect">
            <a:avLst/>
          </a:prstGeom>
        </p:spPr>
        <p:txBody>
          <a:bodyPr lIns="330588" tIns="33059" rIns="33059" bIns="33059" anchor="ctr" anchorCtr="0"/>
          <a:lstStyle>
            <a:lvl1pPr algn="l"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Master text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6369126"/>
            <a:ext cx="9144000" cy="0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sv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409" y="0"/>
            <a:ext cx="9141181" cy="6857999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92088" y="134938"/>
            <a:ext cx="8012112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19088" y="1463675"/>
            <a:ext cx="8507412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reeform 4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" y="577054"/>
            <a:ext cx="9151742" cy="751269"/>
          </a:xfrm>
          <a:custGeom>
            <a:avLst/>
            <a:gdLst>
              <a:gd name="connsiteX0" fmla="*/ 9509 w 10000"/>
              <a:gd name="connsiteY0" fmla="*/ 4537 h 10000"/>
              <a:gd name="connsiteX1" fmla="*/ 972 w 10000"/>
              <a:gd name="connsiteY1" fmla="*/ 4537 h 10000"/>
              <a:gd name="connsiteX2" fmla="*/ 484 w 10000"/>
              <a:gd name="connsiteY2" fmla="*/ 9122 h 10000"/>
              <a:gd name="connsiteX3" fmla="*/ 0 w 10000"/>
              <a:gd name="connsiteY3" fmla="*/ 4537 h 10000"/>
              <a:gd name="connsiteX4" fmla="*/ 0 w 10000"/>
              <a:gd name="connsiteY4" fmla="*/ 5463 h 10000"/>
              <a:gd name="connsiteX5" fmla="*/ 484 w 10000"/>
              <a:gd name="connsiteY5" fmla="*/ 10000 h 10000"/>
              <a:gd name="connsiteX6" fmla="*/ 972 w 10000"/>
              <a:gd name="connsiteY6" fmla="*/ 5463 h 10000"/>
              <a:gd name="connsiteX7" fmla="*/ 8912 w 10000"/>
              <a:gd name="connsiteY7" fmla="*/ 5514 h 10000"/>
              <a:gd name="connsiteX8" fmla="*/ 10000 w 10000"/>
              <a:gd name="connsiteY8" fmla="*/ 927 h 10000"/>
              <a:gd name="connsiteX9" fmla="*/ 10000 w 10000"/>
              <a:gd name="connsiteY9" fmla="*/ 0 h 10000"/>
              <a:gd name="connsiteX10" fmla="*/ 9509 w 10000"/>
              <a:gd name="connsiteY10" fmla="*/ 4537 h 10000"/>
              <a:gd name="connsiteX0" fmla="*/ 8912 w 10000"/>
              <a:gd name="connsiteY0" fmla="*/ 4577 h 10000"/>
              <a:gd name="connsiteX1" fmla="*/ 972 w 10000"/>
              <a:gd name="connsiteY1" fmla="*/ 4537 h 10000"/>
              <a:gd name="connsiteX2" fmla="*/ 484 w 10000"/>
              <a:gd name="connsiteY2" fmla="*/ 9122 h 10000"/>
              <a:gd name="connsiteX3" fmla="*/ 0 w 10000"/>
              <a:gd name="connsiteY3" fmla="*/ 4537 h 10000"/>
              <a:gd name="connsiteX4" fmla="*/ 0 w 10000"/>
              <a:gd name="connsiteY4" fmla="*/ 5463 h 10000"/>
              <a:gd name="connsiteX5" fmla="*/ 484 w 10000"/>
              <a:gd name="connsiteY5" fmla="*/ 10000 h 10000"/>
              <a:gd name="connsiteX6" fmla="*/ 972 w 10000"/>
              <a:gd name="connsiteY6" fmla="*/ 5463 h 10000"/>
              <a:gd name="connsiteX7" fmla="*/ 8912 w 10000"/>
              <a:gd name="connsiteY7" fmla="*/ 5514 h 10000"/>
              <a:gd name="connsiteX8" fmla="*/ 10000 w 10000"/>
              <a:gd name="connsiteY8" fmla="*/ 927 h 10000"/>
              <a:gd name="connsiteX9" fmla="*/ 10000 w 10000"/>
              <a:gd name="connsiteY9" fmla="*/ 0 h 10000"/>
              <a:gd name="connsiteX10" fmla="*/ 8912 w 10000"/>
              <a:gd name="connsiteY10" fmla="*/ 4577 h 10000"/>
              <a:gd name="connsiteX0" fmla="*/ 8912 w 10000"/>
              <a:gd name="connsiteY0" fmla="*/ 4383 h 9806"/>
              <a:gd name="connsiteX1" fmla="*/ 972 w 10000"/>
              <a:gd name="connsiteY1" fmla="*/ 4343 h 9806"/>
              <a:gd name="connsiteX2" fmla="*/ 484 w 10000"/>
              <a:gd name="connsiteY2" fmla="*/ 8928 h 9806"/>
              <a:gd name="connsiteX3" fmla="*/ 0 w 10000"/>
              <a:gd name="connsiteY3" fmla="*/ 4343 h 9806"/>
              <a:gd name="connsiteX4" fmla="*/ 0 w 10000"/>
              <a:gd name="connsiteY4" fmla="*/ 5269 h 9806"/>
              <a:gd name="connsiteX5" fmla="*/ 484 w 10000"/>
              <a:gd name="connsiteY5" fmla="*/ 9806 h 9806"/>
              <a:gd name="connsiteX6" fmla="*/ 972 w 10000"/>
              <a:gd name="connsiteY6" fmla="*/ 5269 h 9806"/>
              <a:gd name="connsiteX7" fmla="*/ 8912 w 10000"/>
              <a:gd name="connsiteY7" fmla="*/ 5320 h 9806"/>
              <a:gd name="connsiteX8" fmla="*/ 10000 w 10000"/>
              <a:gd name="connsiteY8" fmla="*/ 733 h 9806"/>
              <a:gd name="connsiteX9" fmla="*/ 9231 w 10000"/>
              <a:gd name="connsiteY9" fmla="*/ 0 h 9806"/>
              <a:gd name="connsiteX10" fmla="*/ 8912 w 10000"/>
              <a:gd name="connsiteY10" fmla="*/ 4383 h 9806"/>
              <a:gd name="connsiteX0" fmla="*/ 8912 w 9297"/>
              <a:gd name="connsiteY0" fmla="*/ 4470 h 10000"/>
              <a:gd name="connsiteX1" fmla="*/ 972 w 9297"/>
              <a:gd name="connsiteY1" fmla="*/ 4429 h 10000"/>
              <a:gd name="connsiteX2" fmla="*/ 484 w 9297"/>
              <a:gd name="connsiteY2" fmla="*/ 9105 h 10000"/>
              <a:gd name="connsiteX3" fmla="*/ 0 w 9297"/>
              <a:gd name="connsiteY3" fmla="*/ 4429 h 10000"/>
              <a:gd name="connsiteX4" fmla="*/ 0 w 9297"/>
              <a:gd name="connsiteY4" fmla="*/ 5373 h 10000"/>
              <a:gd name="connsiteX5" fmla="*/ 484 w 9297"/>
              <a:gd name="connsiteY5" fmla="*/ 10000 h 10000"/>
              <a:gd name="connsiteX6" fmla="*/ 972 w 9297"/>
              <a:gd name="connsiteY6" fmla="*/ 5373 h 10000"/>
              <a:gd name="connsiteX7" fmla="*/ 8912 w 9297"/>
              <a:gd name="connsiteY7" fmla="*/ 5425 h 10000"/>
              <a:gd name="connsiteX8" fmla="*/ 9231 w 9297"/>
              <a:gd name="connsiteY8" fmla="*/ 1642 h 10000"/>
              <a:gd name="connsiteX9" fmla="*/ 9231 w 9297"/>
              <a:gd name="connsiteY9" fmla="*/ 0 h 10000"/>
              <a:gd name="connsiteX10" fmla="*/ 8912 w 9297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281 w 9929"/>
              <a:gd name="connsiteY0" fmla="*/ 4558 h 10000"/>
              <a:gd name="connsiteX1" fmla="*/ 1045 w 9929"/>
              <a:gd name="connsiteY1" fmla="*/ 4429 h 10000"/>
              <a:gd name="connsiteX2" fmla="*/ 521 w 9929"/>
              <a:gd name="connsiteY2" fmla="*/ 9105 h 10000"/>
              <a:gd name="connsiteX3" fmla="*/ 0 w 9929"/>
              <a:gd name="connsiteY3" fmla="*/ 4429 h 10000"/>
              <a:gd name="connsiteX4" fmla="*/ 0 w 9929"/>
              <a:gd name="connsiteY4" fmla="*/ 5373 h 10000"/>
              <a:gd name="connsiteX5" fmla="*/ 521 w 9929"/>
              <a:gd name="connsiteY5" fmla="*/ 10000 h 10000"/>
              <a:gd name="connsiteX6" fmla="*/ 1045 w 9929"/>
              <a:gd name="connsiteY6" fmla="*/ 5373 h 10000"/>
              <a:gd name="connsiteX7" fmla="*/ 9281 w 9929"/>
              <a:gd name="connsiteY7" fmla="*/ 5426 h 10000"/>
              <a:gd name="connsiteX8" fmla="*/ 9929 w 9929"/>
              <a:gd name="connsiteY8" fmla="*/ 1642 h 10000"/>
              <a:gd name="connsiteX9" fmla="*/ 9929 w 9929"/>
              <a:gd name="connsiteY9" fmla="*/ 0 h 10000"/>
              <a:gd name="connsiteX10" fmla="*/ 9281 w 9929"/>
              <a:gd name="connsiteY10" fmla="*/ 4558 h 10000"/>
              <a:gd name="connsiteX0" fmla="*/ 9347 w 10000"/>
              <a:gd name="connsiteY0" fmla="*/ 4558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347 w 10000"/>
              <a:gd name="connsiteY7" fmla="*/ 5426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347 w 10000"/>
              <a:gd name="connsiteY10" fmla="*/ 4558 h 10000"/>
              <a:gd name="connsiteX0" fmla="*/ 9475 w 10000"/>
              <a:gd name="connsiteY0" fmla="*/ 4447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347 w 10000"/>
              <a:gd name="connsiteY7" fmla="*/ 5426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475 w 10000"/>
              <a:gd name="connsiteY10" fmla="*/ 4447 h 10000"/>
              <a:gd name="connsiteX0" fmla="*/ 9475 w 10000"/>
              <a:gd name="connsiteY0" fmla="*/ 4447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449 w 10000"/>
              <a:gd name="connsiteY7" fmla="*/ 5470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475 w 10000"/>
              <a:gd name="connsiteY10" fmla="*/ 4447 h 10000"/>
              <a:gd name="connsiteX0" fmla="*/ 9475 w 10956"/>
              <a:gd name="connsiteY0" fmla="*/ 4447 h 10000"/>
              <a:gd name="connsiteX1" fmla="*/ 1052 w 10956"/>
              <a:gd name="connsiteY1" fmla="*/ 4429 h 10000"/>
              <a:gd name="connsiteX2" fmla="*/ 525 w 10956"/>
              <a:gd name="connsiteY2" fmla="*/ 9105 h 10000"/>
              <a:gd name="connsiteX3" fmla="*/ 0 w 10956"/>
              <a:gd name="connsiteY3" fmla="*/ 4429 h 10000"/>
              <a:gd name="connsiteX4" fmla="*/ 0 w 10956"/>
              <a:gd name="connsiteY4" fmla="*/ 5373 h 10000"/>
              <a:gd name="connsiteX5" fmla="*/ 525 w 10956"/>
              <a:gd name="connsiteY5" fmla="*/ 10000 h 10000"/>
              <a:gd name="connsiteX6" fmla="*/ 1052 w 10956"/>
              <a:gd name="connsiteY6" fmla="*/ 5373 h 10000"/>
              <a:gd name="connsiteX7" fmla="*/ 9449 w 10956"/>
              <a:gd name="connsiteY7" fmla="*/ 5470 h 10000"/>
              <a:gd name="connsiteX8" fmla="*/ 10000 w 10956"/>
              <a:gd name="connsiteY8" fmla="*/ 0 h 10000"/>
              <a:gd name="connsiteX9" fmla="*/ 10000 w 10956"/>
              <a:gd name="connsiteY9" fmla="*/ 0 h 10000"/>
              <a:gd name="connsiteX10" fmla="*/ 9940 w 10956"/>
              <a:gd name="connsiteY10" fmla="*/ 1168 h 10000"/>
              <a:gd name="connsiteX11" fmla="*/ 9475 w 10956"/>
              <a:gd name="connsiteY11" fmla="*/ 4447 h 10000"/>
              <a:gd name="connsiteX0" fmla="*/ 9475 w 10956"/>
              <a:gd name="connsiteY0" fmla="*/ 4447 h 10000"/>
              <a:gd name="connsiteX1" fmla="*/ 1052 w 10956"/>
              <a:gd name="connsiteY1" fmla="*/ 4429 h 10000"/>
              <a:gd name="connsiteX2" fmla="*/ 525 w 10956"/>
              <a:gd name="connsiteY2" fmla="*/ 9105 h 10000"/>
              <a:gd name="connsiteX3" fmla="*/ 0 w 10956"/>
              <a:gd name="connsiteY3" fmla="*/ 4429 h 10000"/>
              <a:gd name="connsiteX4" fmla="*/ 0 w 10956"/>
              <a:gd name="connsiteY4" fmla="*/ 5373 h 10000"/>
              <a:gd name="connsiteX5" fmla="*/ 525 w 10956"/>
              <a:gd name="connsiteY5" fmla="*/ 10000 h 10000"/>
              <a:gd name="connsiteX6" fmla="*/ 1052 w 10956"/>
              <a:gd name="connsiteY6" fmla="*/ 5373 h 10000"/>
              <a:gd name="connsiteX7" fmla="*/ 9449 w 10956"/>
              <a:gd name="connsiteY7" fmla="*/ 5470 h 10000"/>
              <a:gd name="connsiteX8" fmla="*/ 10000 w 10956"/>
              <a:gd name="connsiteY8" fmla="*/ 0 h 10000"/>
              <a:gd name="connsiteX9" fmla="*/ 10000 w 10956"/>
              <a:gd name="connsiteY9" fmla="*/ 0 h 10000"/>
              <a:gd name="connsiteX10" fmla="*/ 10104 w 10956"/>
              <a:gd name="connsiteY10" fmla="*/ 1401 h 10000"/>
              <a:gd name="connsiteX11" fmla="*/ 9475 w 10956"/>
              <a:gd name="connsiteY11" fmla="*/ 4447 h 10000"/>
              <a:gd name="connsiteX0" fmla="*/ 9475 w 10966"/>
              <a:gd name="connsiteY0" fmla="*/ 4447 h 10000"/>
              <a:gd name="connsiteX1" fmla="*/ 1052 w 10966"/>
              <a:gd name="connsiteY1" fmla="*/ 4429 h 10000"/>
              <a:gd name="connsiteX2" fmla="*/ 525 w 10966"/>
              <a:gd name="connsiteY2" fmla="*/ 9105 h 10000"/>
              <a:gd name="connsiteX3" fmla="*/ 0 w 10966"/>
              <a:gd name="connsiteY3" fmla="*/ 4429 h 10000"/>
              <a:gd name="connsiteX4" fmla="*/ 0 w 10966"/>
              <a:gd name="connsiteY4" fmla="*/ 5373 h 10000"/>
              <a:gd name="connsiteX5" fmla="*/ 525 w 10966"/>
              <a:gd name="connsiteY5" fmla="*/ 10000 h 10000"/>
              <a:gd name="connsiteX6" fmla="*/ 1052 w 10966"/>
              <a:gd name="connsiteY6" fmla="*/ 5373 h 10000"/>
              <a:gd name="connsiteX7" fmla="*/ 9449 w 10966"/>
              <a:gd name="connsiteY7" fmla="*/ 5470 h 10000"/>
              <a:gd name="connsiteX8" fmla="*/ 10000 w 10966"/>
              <a:gd name="connsiteY8" fmla="*/ 0 h 10000"/>
              <a:gd name="connsiteX9" fmla="*/ 10000 w 10966"/>
              <a:gd name="connsiteY9" fmla="*/ 0 h 10000"/>
              <a:gd name="connsiteX10" fmla="*/ 9475 w 10966"/>
              <a:gd name="connsiteY10" fmla="*/ 4447 h 10000"/>
              <a:gd name="connsiteX0" fmla="*/ 9475 w 10966"/>
              <a:gd name="connsiteY0" fmla="*/ 4447 h 10000"/>
              <a:gd name="connsiteX1" fmla="*/ 1052 w 10966"/>
              <a:gd name="connsiteY1" fmla="*/ 4429 h 10000"/>
              <a:gd name="connsiteX2" fmla="*/ 525 w 10966"/>
              <a:gd name="connsiteY2" fmla="*/ 9105 h 10000"/>
              <a:gd name="connsiteX3" fmla="*/ 0 w 10966"/>
              <a:gd name="connsiteY3" fmla="*/ 4429 h 10000"/>
              <a:gd name="connsiteX4" fmla="*/ 0 w 10966"/>
              <a:gd name="connsiteY4" fmla="*/ 5373 h 10000"/>
              <a:gd name="connsiteX5" fmla="*/ 525 w 10966"/>
              <a:gd name="connsiteY5" fmla="*/ 10000 h 10000"/>
              <a:gd name="connsiteX6" fmla="*/ 1052 w 10966"/>
              <a:gd name="connsiteY6" fmla="*/ 5373 h 10000"/>
              <a:gd name="connsiteX7" fmla="*/ 9449 w 10966"/>
              <a:gd name="connsiteY7" fmla="*/ 5470 h 10000"/>
              <a:gd name="connsiteX8" fmla="*/ 10000 w 10966"/>
              <a:gd name="connsiteY8" fmla="*/ 0 h 10000"/>
              <a:gd name="connsiteX9" fmla="*/ 10060 w 10966"/>
              <a:gd name="connsiteY9" fmla="*/ 1567 h 10000"/>
              <a:gd name="connsiteX10" fmla="*/ 9475 w 10966"/>
              <a:gd name="connsiteY10" fmla="*/ 4447 h 10000"/>
              <a:gd name="connsiteX0" fmla="*/ 9475 w 10966"/>
              <a:gd name="connsiteY0" fmla="*/ 3647 h 9200"/>
              <a:gd name="connsiteX1" fmla="*/ 1052 w 10966"/>
              <a:gd name="connsiteY1" fmla="*/ 3629 h 9200"/>
              <a:gd name="connsiteX2" fmla="*/ 525 w 10966"/>
              <a:gd name="connsiteY2" fmla="*/ 8305 h 9200"/>
              <a:gd name="connsiteX3" fmla="*/ 0 w 10966"/>
              <a:gd name="connsiteY3" fmla="*/ 3629 h 9200"/>
              <a:gd name="connsiteX4" fmla="*/ 0 w 10966"/>
              <a:gd name="connsiteY4" fmla="*/ 4573 h 9200"/>
              <a:gd name="connsiteX5" fmla="*/ 525 w 10966"/>
              <a:gd name="connsiteY5" fmla="*/ 9200 h 9200"/>
              <a:gd name="connsiteX6" fmla="*/ 1052 w 10966"/>
              <a:gd name="connsiteY6" fmla="*/ 4573 h 9200"/>
              <a:gd name="connsiteX7" fmla="*/ 9449 w 10966"/>
              <a:gd name="connsiteY7" fmla="*/ 4670 h 9200"/>
              <a:gd name="connsiteX8" fmla="*/ 10099 w 10966"/>
              <a:gd name="connsiteY8" fmla="*/ 0 h 9200"/>
              <a:gd name="connsiteX9" fmla="*/ 10060 w 10966"/>
              <a:gd name="connsiteY9" fmla="*/ 767 h 9200"/>
              <a:gd name="connsiteX10" fmla="*/ 9475 w 10966"/>
              <a:gd name="connsiteY10" fmla="*/ 3647 h 9200"/>
              <a:gd name="connsiteX0" fmla="*/ 8640 w 10000"/>
              <a:gd name="connsiteY0" fmla="*/ 5401 h 11437"/>
              <a:gd name="connsiteX1" fmla="*/ 959 w 10000"/>
              <a:gd name="connsiteY1" fmla="*/ 5382 h 11437"/>
              <a:gd name="connsiteX2" fmla="*/ 479 w 10000"/>
              <a:gd name="connsiteY2" fmla="*/ 10464 h 11437"/>
              <a:gd name="connsiteX3" fmla="*/ 0 w 10000"/>
              <a:gd name="connsiteY3" fmla="*/ 5382 h 11437"/>
              <a:gd name="connsiteX4" fmla="*/ 0 w 10000"/>
              <a:gd name="connsiteY4" fmla="*/ 6408 h 11437"/>
              <a:gd name="connsiteX5" fmla="*/ 479 w 10000"/>
              <a:gd name="connsiteY5" fmla="*/ 11437 h 11437"/>
              <a:gd name="connsiteX6" fmla="*/ 959 w 10000"/>
              <a:gd name="connsiteY6" fmla="*/ 6408 h 11437"/>
              <a:gd name="connsiteX7" fmla="*/ 8617 w 10000"/>
              <a:gd name="connsiteY7" fmla="*/ 6513 h 11437"/>
              <a:gd name="connsiteX8" fmla="*/ 9209 w 10000"/>
              <a:gd name="connsiteY8" fmla="*/ 1437 h 11437"/>
              <a:gd name="connsiteX9" fmla="*/ 9119 w 10000"/>
              <a:gd name="connsiteY9" fmla="*/ 568 h 11437"/>
              <a:gd name="connsiteX10" fmla="*/ 8640 w 10000"/>
              <a:gd name="connsiteY10" fmla="*/ 5401 h 11437"/>
              <a:gd name="connsiteX0" fmla="*/ 8640 w 9228"/>
              <a:gd name="connsiteY0" fmla="*/ 5401 h 11437"/>
              <a:gd name="connsiteX1" fmla="*/ 959 w 9228"/>
              <a:gd name="connsiteY1" fmla="*/ 5382 h 11437"/>
              <a:gd name="connsiteX2" fmla="*/ 479 w 9228"/>
              <a:gd name="connsiteY2" fmla="*/ 10464 h 11437"/>
              <a:gd name="connsiteX3" fmla="*/ 0 w 9228"/>
              <a:gd name="connsiteY3" fmla="*/ 5382 h 11437"/>
              <a:gd name="connsiteX4" fmla="*/ 0 w 9228"/>
              <a:gd name="connsiteY4" fmla="*/ 6408 h 11437"/>
              <a:gd name="connsiteX5" fmla="*/ 479 w 9228"/>
              <a:gd name="connsiteY5" fmla="*/ 11437 h 11437"/>
              <a:gd name="connsiteX6" fmla="*/ 959 w 9228"/>
              <a:gd name="connsiteY6" fmla="*/ 6408 h 11437"/>
              <a:gd name="connsiteX7" fmla="*/ 8617 w 9228"/>
              <a:gd name="connsiteY7" fmla="*/ 6513 h 11437"/>
              <a:gd name="connsiteX8" fmla="*/ 9209 w 9228"/>
              <a:gd name="connsiteY8" fmla="*/ 1437 h 11437"/>
              <a:gd name="connsiteX9" fmla="*/ 9119 w 9228"/>
              <a:gd name="connsiteY9" fmla="*/ 568 h 11437"/>
              <a:gd name="connsiteX10" fmla="*/ 8640 w 9228"/>
              <a:gd name="connsiteY10" fmla="*/ 5401 h 11437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9903"/>
              <a:gd name="connsiteY0" fmla="*/ 4722 h 10000"/>
              <a:gd name="connsiteX1" fmla="*/ 1039 w 9903"/>
              <a:gd name="connsiteY1" fmla="*/ 4706 h 10000"/>
              <a:gd name="connsiteX2" fmla="*/ 519 w 9903"/>
              <a:gd name="connsiteY2" fmla="*/ 9149 h 10000"/>
              <a:gd name="connsiteX3" fmla="*/ 0 w 9903"/>
              <a:gd name="connsiteY3" fmla="*/ 4706 h 10000"/>
              <a:gd name="connsiteX4" fmla="*/ 0 w 9903"/>
              <a:gd name="connsiteY4" fmla="*/ 5603 h 10000"/>
              <a:gd name="connsiteX5" fmla="*/ 519 w 9903"/>
              <a:gd name="connsiteY5" fmla="*/ 10000 h 10000"/>
              <a:gd name="connsiteX6" fmla="*/ 1039 w 9903"/>
              <a:gd name="connsiteY6" fmla="*/ 5603 h 10000"/>
              <a:gd name="connsiteX7" fmla="*/ 9338 w 9903"/>
              <a:gd name="connsiteY7" fmla="*/ 5695 h 10000"/>
              <a:gd name="connsiteX8" fmla="*/ 9882 w 9903"/>
              <a:gd name="connsiteY8" fmla="*/ 1351 h 10000"/>
              <a:gd name="connsiteX9" fmla="*/ 9882 w 9903"/>
              <a:gd name="connsiteY9" fmla="*/ 497 h 10000"/>
              <a:gd name="connsiteX10" fmla="*/ 9363 w 99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9982"/>
              <a:gd name="connsiteY0" fmla="*/ 4722 h 10000"/>
              <a:gd name="connsiteX1" fmla="*/ 1049 w 9982"/>
              <a:gd name="connsiteY1" fmla="*/ 4706 h 10000"/>
              <a:gd name="connsiteX2" fmla="*/ 524 w 9982"/>
              <a:gd name="connsiteY2" fmla="*/ 9149 h 10000"/>
              <a:gd name="connsiteX3" fmla="*/ 0 w 9982"/>
              <a:gd name="connsiteY3" fmla="*/ 4706 h 10000"/>
              <a:gd name="connsiteX4" fmla="*/ 0 w 9982"/>
              <a:gd name="connsiteY4" fmla="*/ 5603 h 10000"/>
              <a:gd name="connsiteX5" fmla="*/ 524 w 9982"/>
              <a:gd name="connsiteY5" fmla="*/ 10000 h 10000"/>
              <a:gd name="connsiteX6" fmla="*/ 1049 w 9982"/>
              <a:gd name="connsiteY6" fmla="*/ 5603 h 10000"/>
              <a:gd name="connsiteX7" fmla="*/ 9429 w 9982"/>
              <a:gd name="connsiteY7" fmla="*/ 5695 h 10000"/>
              <a:gd name="connsiteX8" fmla="*/ 9979 w 9982"/>
              <a:gd name="connsiteY8" fmla="*/ 1351 h 10000"/>
              <a:gd name="connsiteX9" fmla="*/ 9979 w 9982"/>
              <a:gd name="connsiteY9" fmla="*/ 497 h 10000"/>
              <a:gd name="connsiteX10" fmla="*/ 9455 w 9982"/>
              <a:gd name="connsiteY10" fmla="*/ 4722 h 10000"/>
              <a:gd name="connsiteX0" fmla="*/ 9472 w 10005"/>
              <a:gd name="connsiteY0" fmla="*/ 4722 h 10000"/>
              <a:gd name="connsiteX1" fmla="*/ 1051 w 10005"/>
              <a:gd name="connsiteY1" fmla="*/ 4706 h 10000"/>
              <a:gd name="connsiteX2" fmla="*/ 525 w 10005"/>
              <a:gd name="connsiteY2" fmla="*/ 9149 h 10000"/>
              <a:gd name="connsiteX3" fmla="*/ 0 w 10005"/>
              <a:gd name="connsiteY3" fmla="*/ 4706 h 10000"/>
              <a:gd name="connsiteX4" fmla="*/ 0 w 10005"/>
              <a:gd name="connsiteY4" fmla="*/ 5603 h 10000"/>
              <a:gd name="connsiteX5" fmla="*/ 525 w 10005"/>
              <a:gd name="connsiteY5" fmla="*/ 10000 h 10000"/>
              <a:gd name="connsiteX6" fmla="*/ 1051 w 10005"/>
              <a:gd name="connsiteY6" fmla="*/ 5603 h 10000"/>
              <a:gd name="connsiteX7" fmla="*/ 9446 w 10005"/>
              <a:gd name="connsiteY7" fmla="*/ 5695 h 10000"/>
              <a:gd name="connsiteX8" fmla="*/ 9997 w 10005"/>
              <a:gd name="connsiteY8" fmla="*/ 1351 h 10000"/>
              <a:gd name="connsiteX9" fmla="*/ 9997 w 10005"/>
              <a:gd name="connsiteY9" fmla="*/ 497 h 10000"/>
              <a:gd name="connsiteX10" fmla="*/ 9472 w 10005"/>
              <a:gd name="connsiteY10" fmla="*/ 4722 h 10000"/>
              <a:gd name="connsiteX0" fmla="*/ 9472 w 9997"/>
              <a:gd name="connsiteY0" fmla="*/ 4722 h 10000"/>
              <a:gd name="connsiteX1" fmla="*/ 1051 w 9997"/>
              <a:gd name="connsiteY1" fmla="*/ 4706 h 10000"/>
              <a:gd name="connsiteX2" fmla="*/ 525 w 9997"/>
              <a:gd name="connsiteY2" fmla="*/ 9149 h 10000"/>
              <a:gd name="connsiteX3" fmla="*/ 0 w 9997"/>
              <a:gd name="connsiteY3" fmla="*/ 4706 h 10000"/>
              <a:gd name="connsiteX4" fmla="*/ 0 w 9997"/>
              <a:gd name="connsiteY4" fmla="*/ 5603 h 10000"/>
              <a:gd name="connsiteX5" fmla="*/ 525 w 9997"/>
              <a:gd name="connsiteY5" fmla="*/ 10000 h 10000"/>
              <a:gd name="connsiteX6" fmla="*/ 1051 w 9997"/>
              <a:gd name="connsiteY6" fmla="*/ 5603 h 10000"/>
              <a:gd name="connsiteX7" fmla="*/ 9446 w 9997"/>
              <a:gd name="connsiteY7" fmla="*/ 5695 h 10000"/>
              <a:gd name="connsiteX8" fmla="*/ 9942 w 9997"/>
              <a:gd name="connsiteY8" fmla="*/ 1985 h 10000"/>
              <a:gd name="connsiteX9" fmla="*/ 9997 w 9997"/>
              <a:gd name="connsiteY9" fmla="*/ 497 h 10000"/>
              <a:gd name="connsiteX10" fmla="*/ 9472 w 9997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319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8" h="10000">
                <a:moveTo>
                  <a:pt x="9475" y="4722"/>
                </a:moveTo>
                <a:lnTo>
                  <a:pt x="1051" y="4706"/>
                </a:lnTo>
                <a:cubicBezTo>
                  <a:pt x="636" y="4706"/>
                  <a:pt x="525" y="9149"/>
                  <a:pt x="525" y="9149"/>
                </a:cubicBezTo>
                <a:cubicBezTo>
                  <a:pt x="525" y="9149"/>
                  <a:pt x="415" y="4706"/>
                  <a:pt x="0" y="4706"/>
                </a:cubicBezTo>
                <a:lnTo>
                  <a:pt x="0" y="5603"/>
                </a:lnTo>
                <a:cubicBezTo>
                  <a:pt x="415" y="5603"/>
                  <a:pt x="525" y="10000"/>
                  <a:pt x="525" y="10000"/>
                </a:cubicBezTo>
                <a:cubicBezTo>
                  <a:pt x="525" y="10000"/>
                  <a:pt x="636" y="5603"/>
                  <a:pt x="1051" y="5603"/>
                </a:cubicBezTo>
                <a:lnTo>
                  <a:pt x="9449" y="5695"/>
                </a:lnTo>
                <a:cubicBezTo>
                  <a:pt x="9827" y="5410"/>
                  <a:pt x="9934" y="2946"/>
                  <a:pt x="10000" y="1224"/>
                </a:cubicBezTo>
                <a:cubicBezTo>
                  <a:pt x="10008" y="1086"/>
                  <a:pt x="10001" y="0"/>
                  <a:pt x="10000" y="497"/>
                </a:cubicBezTo>
                <a:cubicBezTo>
                  <a:pt x="9937" y="1770"/>
                  <a:pt x="9819" y="4623"/>
                  <a:pt x="9475" y="4722"/>
                </a:cubicBezTo>
                <a:close/>
              </a:path>
            </a:pathLst>
          </a:custGeom>
          <a:solidFill>
            <a:srgbClr val="00BDF2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4" name="Picture 2" descr="C:\Documents and Settings\sarumuga\Desktop\Subha\CG Univerity\CG Univerity Jobs\University_logo_Col.jpg"/>
          <p:cNvPicPr>
            <a:picLocks noChangeAspect="1" noChangeArrowheads="1"/>
          </p:cNvPicPr>
          <p:nvPr/>
        </p:nvPicPr>
        <p:blipFill>
          <a:blip r:embed="rId18" cstate="print"/>
          <a:stretch>
            <a:fillRect/>
          </a:stretch>
        </p:blipFill>
        <p:spPr bwMode="auto">
          <a:xfrm>
            <a:off x="7539422" y="6468844"/>
            <a:ext cx="1312891" cy="325597"/>
          </a:xfrm>
          <a:prstGeom prst="rect">
            <a:avLst/>
          </a:prstGeom>
          <a:noFill/>
        </p:spPr>
      </p:pic>
      <p:cxnSp>
        <p:nvCxnSpPr>
          <p:cNvPr id="25" name="Straight Connector 24"/>
          <p:cNvCxnSpPr/>
          <p:nvPr/>
        </p:nvCxnSpPr>
        <p:spPr>
          <a:xfrm>
            <a:off x="0" y="6369126"/>
            <a:ext cx="9144000" cy="0"/>
          </a:xfrm>
          <a:prstGeom prst="line">
            <a:avLst/>
          </a:prstGeom>
          <a:ln w="6350" cap="flat" cmpd="sng" algn="ctr">
            <a:solidFill>
              <a:srgbClr val="01829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47913" y="6545262"/>
            <a:ext cx="4721225" cy="2492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information contained in this document is proprietary and confidential. </a:t>
            </a:r>
            <a:br>
              <a:rPr lang="en-US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is for Capgemini internal use only. Copyright© 2014 Capgemini. All rights reserved.</a:t>
            </a:r>
            <a:endParaRPr lang="en-GB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614749" y="6380335"/>
            <a:ext cx="187552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1200" smtClean="0">
                <a:solidFill>
                  <a:srgbClr val="979797"/>
                </a:solidFill>
              </a:rPr>
              <a:pPr algn="ctr"/>
              <a:t>‹#›</a:t>
            </a:fld>
            <a:endParaRPr lang="en-US" sz="1200" dirty="0">
              <a:solidFill>
                <a:srgbClr val="979797"/>
              </a:solidFill>
            </a:endParaRPr>
          </a:p>
        </p:txBody>
      </p:sp>
      <p:sp>
        <p:nvSpPr>
          <p:cNvPr id="11" name="Freeform 4"/>
          <p:cNvSpPr>
            <a:spLocks/>
          </p:cNvSpPr>
          <p:nvPr userDrawn="1">
            <p:custDataLst>
              <p:tags r:id="rId15"/>
            </p:custDataLst>
          </p:nvPr>
        </p:nvSpPr>
        <p:spPr bwMode="auto">
          <a:xfrm>
            <a:off x="3" y="577055"/>
            <a:ext cx="9151742" cy="751269"/>
          </a:xfrm>
          <a:custGeom>
            <a:avLst/>
            <a:gdLst>
              <a:gd name="connsiteX0" fmla="*/ 9509 w 10000"/>
              <a:gd name="connsiteY0" fmla="*/ 4537 h 10000"/>
              <a:gd name="connsiteX1" fmla="*/ 972 w 10000"/>
              <a:gd name="connsiteY1" fmla="*/ 4537 h 10000"/>
              <a:gd name="connsiteX2" fmla="*/ 484 w 10000"/>
              <a:gd name="connsiteY2" fmla="*/ 9122 h 10000"/>
              <a:gd name="connsiteX3" fmla="*/ 0 w 10000"/>
              <a:gd name="connsiteY3" fmla="*/ 4537 h 10000"/>
              <a:gd name="connsiteX4" fmla="*/ 0 w 10000"/>
              <a:gd name="connsiteY4" fmla="*/ 5463 h 10000"/>
              <a:gd name="connsiteX5" fmla="*/ 484 w 10000"/>
              <a:gd name="connsiteY5" fmla="*/ 10000 h 10000"/>
              <a:gd name="connsiteX6" fmla="*/ 972 w 10000"/>
              <a:gd name="connsiteY6" fmla="*/ 5463 h 10000"/>
              <a:gd name="connsiteX7" fmla="*/ 8912 w 10000"/>
              <a:gd name="connsiteY7" fmla="*/ 5514 h 10000"/>
              <a:gd name="connsiteX8" fmla="*/ 10000 w 10000"/>
              <a:gd name="connsiteY8" fmla="*/ 927 h 10000"/>
              <a:gd name="connsiteX9" fmla="*/ 10000 w 10000"/>
              <a:gd name="connsiteY9" fmla="*/ 0 h 10000"/>
              <a:gd name="connsiteX10" fmla="*/ 9509 w 10000"/>
              <a:gd name="connsiteY10" fmla="*/ 4537 h 10000"/>
              <a:gd name="connsiteX0" fmla="*/ 8912 w 10000"/>
              <a:gd name="connsiteY0" fmla="*/ 4577 h 10000"/>
              <a:gd name="connsiteX1" fmla="*/ 972 w 10000"/>
              <a:gd name="connsiteY1" fmla="*/ 4537 h 10000"/>
              <a:gd name="connsiteX2" fmla="*/ 484 w 10000"/>
              <a:gd name="connsiteY2" fmla="*/ 9122 h 10000"/>
              <a:gd name="connsiteX3" fmla="*/ 0 w 10000"/>
              <a:gd name="connsiteY3" fmla="*/ 4537 h 10000"/>
              <a:gd name="connsiteX4" fmla="*/ 0 w 10000"/>
              <a:gd name="connsiteY4" fmla="*/ 5463 h 10000"/>
              <a:gd name="connsiteX5" fmla="*/ 484 w 10000"/>
              <a:gd name="connsiteY5" fmla="*/ 10000 h 10000"/>
              <a:gd name="connsiteX6" fmla="*/ 972 w 10000"/>
              <a:gd name="connsiteY6" fmla="*/ 5463 h 10000"/>
              <a:gd name="connsiteX7" fmla="*/ 8912 w 10000"/>
              <a:gd name="connsiteY7" fmla="*/ 5514 h 10000"/>
              <a:gd name="connsiteX8" fmla="*/ 10000 w 10000"/>
              <a:gd name="connsiteY8" fmla="*/ 927 h 10000"/>
              <a:gd name="connsiteX9" fmla="*/ 10000 w 10000"/>
              <a:gd name="connsiteY9" fmla="*/ 0 h 10000"/>
              <a:gd name="connsiteX10" fmla="*/ 8912 w 10000"/>
              <a:gd name="connsiteY10" fmla="*/ 4577 h 10000"/>
              <a:gd name="connsiteX0" fmla="*/ 8912 w 10000"/>
              <a:gd name="connsiteY0" fmla="*/ 4383 h 9806"/>
              <a:gd name="connsiteX1" fmla="*/ 972 w 10000"/>
              <a:gd name="connsiteY1" fmla="*/ 4343 h 9806"/>
              <a:gd name="connsiteX2" fmla="*/ 484 w 10000"/>
              <a:gd name="connsiteY2" fmla="*/ 8928 h 9806"/>
              <a:gd name="connsiteX3" fmla="*/ 0 w 10000"/>
              <a:gd name="connsiteY3" fmla="*/ 4343 h 9806"/>
              <a:gd name="connsiteX4" fmla="*/ 0 w 10000"/>
              <a:gd name="connsiteY4" fmla="*/ 5269 h 9806"/>
              <a:gd name="connsiteX5" fmla="*/ 484 w 10000"/>
              <a:gd name="connsiteY5" fmla="*/ 9806 h 9806"/>
              <a:gd name="connsiteX6" fmla="*/ 972 w 10000"/>
              <a:gd name="connsiteY6" fmla="*/ 5269 h 9806"/>
              <a:gd name="connsiteX7" fmla="*/ 8912 w 10000"/>
              <a:gd name="connsiteY7" fmla="*/ 5320 h 9806"/>
              <a:gd name="connsiteX8" fmla="*/ 10000 w 10000"/>
              <a:gd name="connsiteY8" fmla="*/ 733 h 9806"/>
              <a:gd name="connsiteX9" fmla="*/ 9231 w 10000"/>
              <a:gd name="connsiteY9" fmla="*/ 0 h 9806"/>
              <a:gd name="connsiteX10" fmla="*/ 8912 w 10000"/>
              <a:gd name="connsiteY10" fmla="*/ 4383 h 9806"/>
              <a:gd name="connsiteX0" fmla="*/ 8912 w 9297"/>
              <a:gd name="connsiteY0" fmla="*/ 4470 h 10000"/>
              <a:gd name="connsiteX1" fmla="*/ 972 w 9297"/>
              <a:gd name="connsiteY1" fmla="*/ 4429 h 10000"/>
              <a:gd name="connsiteX2" fmla="*/ 484 w 9297"/>
              <a:gd name="connsiteY2" fmla="*/ 9105 h 10000"/>
              <a:gd name="connsiteX3" fmla="*/ 0 w 9297"/>
              <a:gd name="connsiteY3" fmla="*/ 4429 h 10000"/>
              <a:gd name="connsiteX4" fmla="*/ 0 w 9297"/>
              <a:gd name="connsiteY4" fmla="*/ 5373 h 10000"/>
              <a:gd name="connsiteX5" fmla="*/ 484 w 9297"/>
              <a:gd name="connsiteY5" fmla="*/ 10000 h 10000"/>
              <a:gd name="connsiteX6" fmla="*/ 972 w 9297"/>
              <a:gd name="connsiteY6" fmla="*/ 5373 h 10000"/>
              <a:gd name="connsiteX7" fmla="*/ 8912 w 9297"/>
              <a:gd name="connsiteY7" fmla="*/ 5425 h 10000"/>
              <a:gd name="connsiteX8" fmla="*/ 9231 w 9297"/>
              <a:gd name="connsiteY8" fmla="*/ 1642 h 10000"/>
              <a:gd name="connsiteX9" fmla="*/ 9231 w 9297"/>
              <a:gd name="connsiteY9" fmla="*/ 0 h 10000"/>
              <a:gd name="connsiteX10" fmla="*/ 8912 w 9297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586 w 10000"/>
              <a:gd name="connsiteY0" fmla="*/ 4470 h 10000"/>
              <a:gd name="connsiteX1" fmla="*/ 1045 w 10000"/>
              <a:gd name="connsiteY1" fmla="*/ 4429 h 10000"/>
              <a:gd name="connsiteX2" fmla="*/ 521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1 w 10000"/>
              <a:gd name="connsiteY5" fmla="*/ 10000 h 10000"/>
              <a:gd name="connsiteX6" fmla="*/ 1045 w 10000"/>
              <a:gd name="connsiteY6" fmla="*/ 5373 h 10000"/>
              <a:gd name="connsiteX7" fmla="*/ 9281 w 10000"/>
              <a:gd name="connsiteY7" fmla="*/ 5426 h 10000"/>
              <a:gd name="connsiteX8" fmla="*/ 9929 w 10000"/>
              <a:gd name="connsiteY8" fmla="*/ 1642 h 10000"/>
              <a:gd name="connsiteX9" fmla="*/ 9929 w 10000"/>
              <a:gd name="connsiteY9" fmla="*/ 0 h 10000"/>
              <a:gd name="connsiteX10" fmla="*/ 9586 w 10000"/>
              <a:gd name="connsiteY10" fmla="*/ 4470 h 10000"/>
              <a:gd name="connsiteX0" fmla="*/ 9281 w 9929"/>
              <a:gd name="connsiteY0" fmla="*/ 4558 h 10000"/>
              <a:gd name="connsiteX1" fmla="*/ 1045 w 9929"/>
              <a:gd name="connsiteY1" fmla="*/ 4429 h 10000"/>
              <a:gd name="connsiteX2" fmla="*/ 521 w 9929"/>
              <a:gd name="connsiteY2" fmla="*/ 9105 h 10000"/>
              <a:gd name="connsiteX3" fmla="*/ 0 w 9929"/>
              <a:gd name="connsiteY3" fmla="*/ 4429 h 10000"/>
              <a:gd name="connsiteX4" fmla="*/ 0 w 9929"/>
              <a:gd name="connsiteY4" fmla="*/ 5373 h 10000"/>
              <a:gd name="connsiteX5" fmla="*/ 521 w 9929"/>
              <a:gd name="connsiteY5" fmla="*/ 10000 h 10000"/>
              <a:gd name="connsiteX6" fmla="*/ 1045 w 9929"/>
              <a:gd name="connsiteY6" fmla="*/ 5373 h 10000"/>
              <a:gd name="connsiteX7" fmla="*/ 9281 w 9929"/>
              <a:gd name="connsiteY7" fmla="*/ 5426 h 10000"/>
              <a:gd name="connsiteX8" fmla="*/ 9929 w 9929"/>
              <a:gd name="connsiteY8" fmla="*/ 1642 h 10000"/>
              <a:gd name="connsiteX9" fmla="*/ 9929 w 9929"/>
              <a:gd name="connsiteY9" fmla="*/ 0 h 10000"/>
              <a:gd name="connsiteX10" fmla="*/ 9281 w 9929"/>
              <a:gd name="connsiteY10" fmla="*/ 4558 h 10000"/>
              <a:gd name="connsiteX0" fmla="*/ 9347 w 10000"/>
              <a:gd name="connsiteY0" fmla="*/ 4558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347 w 10000"/>
              <a:gd name="connsiteY7" fmla="*/ 5426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347 w 10000"/>
              <a:gd name="connsiteY10" fmla="*/ 4558 h 10000"/>
              <a:gd name="connsiteX0" fmla="*/ 9475 w 10000"/>
              <a:gd name="connsiteY0" fmla="*/ 4447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347 w 10000"/>
              <a:gd name="connsiteY7" fmla="*/ 5426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475 w 10000"/>
              <a:gd name="connsiteY10" fmla="*/ 4447 h 10000"/>
              <a:gd name="connsiteX0" fmla="*/ 9475 w 10000"/>
              <a:gd name="connsiteY0" fmla="*/ 4447 h 10000"/>
              <a:gd name="connsiteX1" fmla="*/ 1052 w 10000"/>
              <a:gd name="connsiteY1" fmla="*/ 4429 h 10000"/>
              <a:gd name="connsiteX2" fmla="*/ 525 w 10000"/>
              <a:gd name="connsiteY2" fmla="*/ 9105 h 10000"/>
              <a:gd name="connsiteX3" fmla="*/ 0 w 10000"/>
              <a:gd name="connsiteY3" fmla="*/ 4429 h 10000"/>
              <a:gd name="connsiteX4" fmla="*/ 0 w 10000"/>
              <a:gd name="connsiteY4" fmla="*/ 5373 h 10000"/>
              <a:gd name="connsiteX5" fmla="*/ 525 w 10000"/>
              <a:gd name="connsiteY5" fmla="*/ 10000 h 10000"/>
              <a:gd name="connsiteX6" fmla="*/ 1052 w 10000"/>
              <a:gd name="connsiteY6" fmla="*/ 5373 h 10000"/>
              <a:gd name="connsiteX7" fmla="*/ 9449 w 10000"/>
              <a:gd name="connsiteY7" fmla="*/ 5470 h 10000"/>
              <a:gd name="connsiteX8" fmla="*/ 10000 w 10000"/>
              <a:gd name="connsiteY8" fmla="*/ 0 h 10000"/>
              <a:gd name="connsiteX9" fmla="*/ 10000 w 10000"/>
              <a:gd name="connsiteY9" fmla="*/ 0 h 10000"/>
              <a:gd name="connsiteX10" fmla="*/ 9475 w 10000"/>
              <a:gd name="connsiteY10" fmla="*/ 4447 h 10000"/>
              <a:gd name="connsiteX0" fmla="*/ 9475 w 10956"/>
              <a:gd name="connsiteY0" fmla="*/ 4447 h 10000"/>
              <a:gd name="connsiteX1" fmla="*/ 1052 w 10956"/>
              <a:gd name="connsiteY1" fmla="*/ 4429 h 10000"/>
              <a:gd name="connsiteX2" fmla="*/ 525 w 10956"/>
              <a:gd name="connsiteY2" fmla="*/ 9105 h 10000"/>
              <a:gd name="connsiteX3" fmla="*/ 0 w 10956"/>
              <a:gd name="connsiteY3" fmla="*/ 4429 h 10000"/>
              <a:gd name="connsiteX4" fmla="*/ 0 w 10956"/>
              <a:gd name="connsiteY4" fmla="*/ 5373 h 10000"/>
              <a:gd name="connsiteX5" fmla="*/ 525 w 10956"/>
              <a:gd name="connsiteY5" fmla="*/ 10000 h 10000"/>
              <a:gd name="connsiteX6" fmla="*/ 1052 w 10956"/>
              <a:gd name="connsiteY6" fmla="*/ 5373 h 10000"/>
              <a:gd name="connsiteX7" fmla="*/ 9449 w 10956"/>
              <a:gd name="connsiteY7" fmla="*/ 5470 h 10000"/>
              <a:gd name="connsiteX8" fmla="*/ 10000 w 10956"/>
              <a:gd name="connsiteY8" fmla="*/ 0 h 10000"/>
              <a:gd name="connsiteX9" fmla="*/ 10000 w 10956"/>
              <a:gd name="connsiteY9" fmla="*/ 0 h 10000"/>
              <a:gd name="connsiteX10" fmla="*/ 9940 w 10956"/>
              <a:gd name="connsiteY10" fmla="*/ 1168 h 10000"/>
              <a:gd name="connsiteX11" fmla="*/ 9475 w 10956"/>
              <a:gd name="connsiteY11" fmla="*/ 4447 h 10000"/>
              <a:gd name="connsiteX0" fmla="*/ 9475 w 10956"/>
              <a:gd name="connsiteY0" fmla="*/ 4447 h 10000"/>
              <a:gd name="connsiteX1" fmla="*/ 1052 w 10956"/>
              <a:gd name="connsiteY1" fmla="*/ 4429 h 10000"/>
              <a:gd name="connsiteX2" fmla="*/ 525 w 10956"/>
              <a:gd name="connsiteY2" fmla="*/ 9105 h 10000"/>
              <a:gd name="connsiteX3" fmla="*/ 0 w 10956"/>
              <a:gd name="connsiteY3" fmla="*/ 4429 h 10000"/>
              <a:gd name="connsiteX4" fmla="*/ 0 w 10956"/>
              <a:gd name="connsiteY4" fmla="*/ 5373 h 10000"/>
              <a:gd name="connsiteX5" fmla="*/ 525 w 10956"/>
              <a:gd name="connsiteY5" fmla="*/ 10000 h 10000"/>
              <a:gd name="connsiteX6" fmla="*/ 1052 w 10956"/>
              <a:gd name="connsiteY6" fmla="*/ 5373 h 10000"/>
              <a:gd name="connsiteX7" fmla="*/ 9449 w 10956"/>
              <a:gd name="connsiteY7" fmla="*/ 5470 h 10000"/>
              <a:gd name="connsiteX8" fmla="*/ 10000 w 10956"/>
              <a:gd name="connsiteY8" fmla="*/ 0 h 10000"/>
              <a:gd name="connsiteX9" fmla="*/ 10000 w 10956"/>
              <a:gd name="connsiteY9" fmla="*/ 0 h 10000"/>
              <a:gd name="connsiteX10" fmla="*/ 10104 w 10956"/>
              <a:gd name="connsiteY10" fmla="*/ 1401 h 10000"/>
              <a:gd name="connsiteX11" fmla="*/ 9475 w 10956"/>
              <a:gd name="connsiteY11" fmla="*/ 4447 h 10000"/>
              <a:gd name="connsiteX0" fmla="*/ 9475 w 10966"/>
              <a:gd name="connsiteY0" fmla="*/ 4447 h 10000"/>
              <a:gd name="connsiteX1" fmla="*/ 1052 w 10966"/>
              <a:gd name="connsiteY1" fmla="*/ 4429 h 10000"/>
              <a:gd name="connsiteX2" fmla="*/ 525 w 10966"/>
              <a:gd name="connsiteY2" fmla="*/ 9105 h 10000"/>
              <a:gd name="connsiteX3" fmla="*/ 0 w 10966"/>
              <a:gd name="connsiteY3" fmla="*/ 4429 h 10000"/>
              <a:gd name="connsiteX4" fmla="*/ 0 w 10966"/>
              <a:gd name="connsiteY4" fmla="*/ 5373 h 10000"/>
              <a:gd name="connsiteX5" fmla="*/ 525 w 10966"/>
              <a:gd name="connsiteY5" fmla="*/ 10000 h 10000"/>
              <a:gd name="connsiteX6" fmla="*/ 1052 w 10966"/>
              <a:gd name="connsiteY6" fmla="*/ 5373 h 10000"/>
              <a:gd name="connsiteX7" fmla="*/ 9449 w 10966"/>
              <a:gd name="connsiteY7" fmla="*/ 5470 h 10000"/>
              <a:gd name="connsiteX8" fmla="*/ 10000 w 10966"/>
              <a:gd name="connsiteY8" fmla="*/ 0 h 10000"/>
              <a:gd name="connsiteX9" fmla="*/ 10000 w 10966"/>
              <a:gd name="connsiteY9" fmla="*/ 0 h 10000"/>
              <a:gd name="connsiteX10" fmla="*/ 9475 w 10966"/>
              <a:gd name="connsiteY10" fmla="*/ 4447 h 10000"/>
              <a:gd name="connsiteX0" fmla="*/ 9475 w 10966"/>
              <a:gd name="connsiteY0" fmla="*/ 4447 h 10000"/>
              <a:gd name="connsiteX1" fmla="*/ 1052 w 10966"/>
              <a:gd name="connsiteY1" fmla="*/ 4429 h 10000"/>
              <a:gd name="connsiteX2" fmla="*/ 525 w 10966"/>
              <a:gd name="connsiteY2" fmla="*/ 9105 h 10000"/>
              <a:gd name="connsiteX3" fmla="*/ 0 w 10966"/>
              <a:gd name="connsiteY3" fmla="*/ 4429 h 10000"/>
              <a:gd name="connsiteX4" fmla="*/ 0 w 10966"/>
              <a:gd name="connsiteY4" fmla="*/ 5373 h 10000"/>
              <a:gd name="connsiteX5" fmla="*/ 525 w 10966"/>
              <a:gd name="connsiteY5" fmla="*/ 10000 h 10000"/>
              <a:gd name="connsiteX6" fmla="*/ 1052 w 10966"/>
              <a:gd name="connsiteY6" fmla="*/ 5373 h 10000"/>
              <a:gd name="connsiteX7" fmla="*/ 9449 w 10966"/>
              <a:gd name="connsiteY7" fmla="*/ 5470 h 10000"/>
              <a:gd name="connsiteX8" fmla="*/ 10000 w 10966"/>
              <a:gd name="connsiteY8" fmla="*/ 0 h 10000"/>
              <a:gd name="connsiteX9" fmla="*/ 10060 w 10966"/>
              <a:gd name="connsiteY9" fmla="*/ 1567 h 10000"/>
              <a:gd name="connsiteX10" fmla="*/ 9475 w 10966"/>
              <a:gd name="connsiteY10" fmla="*/ 4447 h 10000"/>
              <a:gd name="connsiteX0" fmla="*/ 9475 w 10966"/>
              <a:gd name="connsiteY0" fmla="*/ 3647 h 9200"/>
              <a:gd name="connsiteX1" fmla="*/ 1052 w 10966"/>
              <a:gd name="connsiteY1" fmla="*/ 3629 h 9200"/>
              <a:gd name="connsiteX2" fmla="*/ 525 w 10966"/>
              <a:gd name="connsiteY2" fmla="*/ 8305 h 9200"/>
              <a:gd name="connsiteX3" fmla="*/ 0 w 10966"/>
              <a:gd name="connsiteY3" fmla="*/ 3629 h 9200"/>
              <a:gd name="connsiteX4" fmla="*/ 0 w 10966"/>
              <a:gd name="connsiteY4" fmla="*/ 4573 h 9200"/>
              <a:gd name="connsiteX5" fmla="*/ 525 w 10966"/>
              <a:gd name="connsiteY5" fmla="*/ 9200 h 9200"/>
              <a:gd name="connsiteX6" fmla="*/ 1052 w 10966"/>
              <a:gd name="connsiteY6" fmla="*/ 4573 h 9200"/>
              <a:gd name="connsiteX7" fmla="*/ 9449 w 10966"/>
              <a:gd name="connsiteY7" fmla="*/ 4670 h 9200"/>
              <a:gd name="connsiteX8" fmla="*/ 10099 w 10966"/>
              <a:gd name="connsiteY8" fmla="*/ 0 h 9200"/>
              <a:gd name="connsiteX9" fmla="*/ 10060 w 10966"/>
              <a:gd name="connsiteY9" fmla="*/ 767 h 9200"/>
              <a:gd name="connsiteX10" fmla="*/ 9475 w 10966"/>
              <a:gd name="connsiteY10" fmla="*/ 3647 h 9200"/>
              <a:gd name="connsiteX0" fmla="*/ 8640 w 10000"/>
              <a:gd name="connsiteY0" fmla="*/ 5401 h 11437"/>
              <a:gd name="connsiteX1" fmla="*/ 959 w 10000"/>
              <a:gd name="connsiteY1" fmla="*/ 5382 h 11437"/>
              <a:gd name="connsiteX2" fmla="*/ 479 w 10000"/>
              <a:gd name="connsiteY2" fmla="*/ 10464 h 11437"/>
              <a:gd name="connsiteX3" fmla="*/ 0 w 10000"/>
              <a:gd name="connsiteY3" fmla="*/ 5382 h 11437"/>
              <a:gd name="connsiteX4" fmla="*/ 0 w 10000"/>
              <a:gd name="connsiteY4" fmla="*/ 6408 h 11437"/>
              <a:gd name="connsiteX5" fmla="*/ 479 w 10000"/>
              <a:gd name="connsiteY5" fmla="*/ 11437 h 11437"/>
              <a:gd name="connsiteX6" fmla="*/ 959 w 10000"/>
              <a:gd name="connsiteY6" fmla="*/ 6408 h 11437"/>
              <a:gd name="connsiteX7" fmla="*/ 8617 w 10000"/>
              <a:gd name="connsiteY7" fmla="*/ 6513 h 11437"/>
              <a:gd name="connsiteX8" fmla="*/ 9209 w 10000"/>
              <a:gd name="connsiteY8" fmla="*/ 1437 h 11437"/>
              <a:gd name="connsiteX9" fmla="*/ 9119 w 10000"/>
              <a:gd name="connsiteY9" fmla="*/ 568 h 11437"/>
              <a:gd name="connsiteX10" fmla="*/ 8640 w 10000"/>
              <a:gd name="connsiteY10" fmla="*/ 5401 h 11437"/>
              <a:gd name="connsiteX0" fmla="*/ 8640 w 9228"/>
              <a:gd name="connsiteY0" fmla="*/ 5401 h 11437"/>
              <a:gd name="connsiteX1" fmla="*/ 959 w 9228"/>
              <a:gd name="connsiteY1" fmla="*/ 5382 h 11437"/>
              <a:gd name="connsiteX2" fmla="*/ 479 w 9228"/>
              <a:gd name="connsiteY2" fmla="*/ 10464 h 11437"/>
              <a:gd name="connsiteX3" fmla="*/ 0 w 9228"/>
              <a:gd name="connsiteY3" fmla="*/ 5382 h 11437"/>
              <a:gd name="connsiteX4" fmla="*/ 0 w 9228"/>
              <a:gd name="connsiteY4" fmla="*/ 6408 h 11437"/>
              <a:gd name="connsiteX5" fmla="*/ 479 w 9228"/>
              <a:gd name="connsiteY5" fmla="*/ 11437 h 11437"/>
              <a:gd name="connsiteX6" fmla="*/ 959 w 9228"/>
              <a:gd name="connsiteY6" fmla="*/ 6408 h 11437"/>
              <a:gd name="connsiteX7" fmla="*/ 8617 w 9228"/>
              <a:gd name="connsiteY7" fmla="*/ 6513 h 11437"/>
              <a:gd name="connsiteX8" fmla="*/ 9209 w 9228"/>
              <a:gd name="connsiteY8" fmla="*/ 1437 h 11437"/>
              <a:gd name="connsiteX9" fmla="*/ 9119 w 9228"/>
              <a:gd name="connsiteY9" fmla="*/ 568 h 11437"/>
              <a:gd name="connsiteX10" fmla="*/ 8640 w 9228"/>
              <a:gd name="connsiteY10" fmla="*/ 5401 h 11437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10000"/>
              <a:gd name="connsiteY0" fmla="*/ 4722 h 10000"/>
              <a:gd name="connsiteX1" fmla="*/ 1039 w 10000"/>
              <a:gd name="connsiteY1" fmla="*/ 4706 h 10000"/>
              <a:gd name="connsiteX2" fmla="*/ 519 w 10000"/>
              <a:gd name="connsiteY2" fmla="*/ 9149 h 10000"/>
              <a:gd name="connsiteX3" fmla="*/ 0 w 10000"/>
              <a:gd name="connsiteY3" fmla="*/ 4706 h 10000"/>
              <a:gd name="connsiteX4" fmla="*/ 0 w 10000"/>
              <a:gd name="connsiteY4" fmla="*/ 5603 h 10000"/>
              <a:gd name="connsiteX5" fmla="*/ 519 w 10000"/>
              <a:gd name="connsiteY5" fmla="*/ 10000 h 10000"/>
              <a:gd name="connsiteX6" fmla="*/ 1039 w 10000"/>
              <a:gd name="connsiteY6" fmla="*/ 5603 h 10000"/>
              <a:gd name="connsiteX7" fmla="*/ 9338 w 10000"/>
              <a:gd name="connsiteY7" fmla="*/ 5695 h 10000"/>
              <a:gd name="connsiteX8" fmla="*/ 9979 w 10000"/>
              <a:gd name="connsiteY8" fmla="*/ 1256 h 10000"/>
              <a:gd name="connsiteX9" fmla="*/ 9882 w 10000"/>
              <a:gd name="connsiteY9" fmla="*/ 497 h 10000"/>
              <a:gd name="connsiteX10" fmla="*/ 9363 w 10000"/>
              <a:gd name="connsiteY10" fmla="*/ 4722 h 10000"/>
              <a:gd name="connsiteX0" fmla="*/ 9363 w 9903"/>
              <a:gd name="connsiteY0" fmla="*/ 4722 h 10000"/>
              <a:gd name="connsiteX1" fmla="*/ 1039 w 9903"/>
              <a:gd name="connsiteY1" fmla="*/ 4706 h 10000"/>
              <a:gd name="connsiteX2" fmla="*/ 519 w 9903"/>
              <a:gd name="connsiteY2" fmla="*/ 9149 h 10000"/>
              <a:gd name="connsiteX3" fmla="*/ 0 w 9903"/>
              <a:gd name="connsiteY3" fmla="*/ 4706 h 10000"/>
              <a:gd name="connsiteX4" fmla="*/ 0 w 9903"/>
              <a:gd name="connsiteY4" fmla="*/ 5603 h 10000"/>
              <a:gd name="connsiteX5" fmla="*/ 519 w 9903"/>
              <a:gd name="connsiteY5" fmla="*/ 10000 h 10000"/>
              <a:gd name="connsiteX6" fmla="*/ 1039 w 9903"/>
              <a:gd name="connsiteY6" fmla="*/ 5603 h 10000"/>
              <a:gd name="connsiteX7" fmla="*/ 9338 w 9903"/>
              <a:gd name="connsiteY7" fmla="*/ 5695 h 10000"/>
              <a:gd name="connsiteX8" fmla="*/ 9882 w 9903"/>
              <a:gd name="connsiteY8" fmla="*/ 1351 h 10000"/>
              <a:gd name="connsiteX9" fmla="*/ 9882 w 9903"/>
              <a:gd name="connsiteY9" fmla="*/ 497 h 10000"/>
              <a:gd name="connsiteX10" fmla="*/ 9363 w 99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10003"/>
              <a:gd name="connsiteY0" fmla="*/ 4722 h 10000"/>
              <a:gd name="connsiteX1" fmla="*/ 1049 w 10003"/>
              <a:gd name="connsiteY1" fmla="*/ 4706 h 10000"/>
              <a:gd name="connsiteX2" fmla="*/ 524 w 10003"/>
              <a:gd name="connsiteY2" fmla="*/ 9149 h 10000"/>
              <a:gd name="connsiteX3" fmla="*/ 0 w 10003"/>
              <a:gd name="connsiteY3" fmla="*/ 4706 h 10000"/>
              <a:gd name="connsiteX4" fmla="*/ 0 w 10003"/>
              <a:gd name="connsiteY4" fmla="*/ 5603 h 10000"/>
              <a:gd name="connsiteX5" fmla="*/ 524 w 10003"/>
              <a:gd name="connsiteY5" fmla="*/ 10000 h 10000"/>
              <a:gd name="connsiteX6" fmla="*/ 1049 w 10003"/>
              <a:gd name="connsiteY6" fmla="*/ 5603 h 10000"/>
              <a:gd name="connsiteX7" fmla="*/ 9429 w 10003"/>
              <a:gd name="connsiteY7" fmla="*/ 5695 h 10000"/>
              <a:gd name="connsiteX8" fmla="*/ 9979 w 10003"/>
              <a:gd name="connsiteY8" fmla="*/ 1351 h 10000"/>
              <a:gd name="connsiteX9" fmla="*/ 9979 w 10003"/>
              <a:gd name="connsiteY9" fmla="*/ 497 h 10000"/>
              <a:gd name="connsiteX10" fmla="*/ 9455 w 10003"/>
              <a:gd name="connsiteY10" fmla="*/ 4722 h 10000"/>
              <a:gd name="connsiteX0" fmla="*/ 9455 w 9982"/>
              <a:gd name="connsiteY0" fmla="*/ 4722 h 10000"/>
              <a:gd name="connsiteX1" fmla="*/ 1049 w 9982"/>
              <a:gd name="connsiteY1" fmla="*/ 4706 h 10000"/>
              <a:gd name="connsiteX2" fmla="*/ 524 w 9982"/>
              <a:gd name="connsiteY2" fmla="*/ 9149 h 10000"/>
              <a:gd name="connsiteX3" fmla="*/ 0 w 9982"/>
              <a:gd name="connsiteY3" fmla="*/ 4706 h 10000"/>
              <a:gd name="connsiteX4" fmla="*/ 0 w 9982"/>
              <a:gd name="connsiteY4" fmla="*/ 5603 h 10000"/>
              <a:gd name="connsiteX5" fmla="*/ 524 w 9982"/>
              <a:gd name="connsiteY5" fmla="*/ 10000 h 10000"/>
              <a:gd name="connsiteX6" fmla="*/ 1049 w 9982"/>
              <a:gd name="connsiteY6" fmla="*/ 5603 h 10000"/>
              <a:gd name="connsiteX7" fmla="*/ 9429 w 9982"/>
              <a:gd name="connsiteY7" fmla="*/ 5695 h 10000"/>
              <a:gd name="connsiteX8" fmla="*/ 9979 w 9982"/>
              <a:gd name="connsiteY8" fmla="*/ 1351 h 10000"/>
              <a:gd name="connsiteX9" fmla="*/ 9979 w 9982"/>
              <a:gd name="connsiteY9" fmla="*/ 497 h 10000"/>
              <a:gd name="connsiteX10" fmla="*/ 9455 w 9982"/>
              <a:gd name="connsiteY10" fmla="*/ 4722 h 10000"/>
              <a:gd name="connsiteX0" fmla="*/ 9472 w 10005"/>
              <a:gd name="connsiteY0" fmla="*/ 4722 h 10000"/>
              <a:gd name="connsiteX1" fmla="*/ 1051 w 10005"/>
              <a:gd name="connsiteY1" fmla="*/ 4706 h 10000"/>
              <a:gd name="connsiteX2" fmla="*/ 525 w 10005"/>
              <a:gd name="connsiteY2" fmla="*/ 9149 h 10000"/>
              <a:gd name="connsiteX3" fmla="*/ 0 w 10005"/>
              <a:gd name="connsiteY3" fmla="*/ 4706 h 10000"/>
              <a:gd name="connsiteX4" fmla="*/ 0 w 10005"/>
              <a:gd name="connsiteY4" fmla="*/ 5603 h 10000"/>
              <a:gd name="connsiteX5" fmla="*/ 525 w 10005"/>
              <a:gd name="connsiteY5" fmla="*/ 10000 h 10000"/>
              <a:gd name="connsiteX6" fmla="*/ 1051 w 10005"/>
              <a:gd name="connsiteY6" fmla="*/ 5603 h 10000"/>
              <a:gd name="connsiteX7" fmla="*/ 9446 w 10005"/>
              <a:gd name="connsiteY7" fmla="*/ 5695 h 10000"/>
              <a:gd name="connsiteX8" fmla="*/ 9997 w 10005"/>
              <a:gd name="connsiteY8" fmla="*/ 1351 h 10000"/>
              <a:gd name="connsiteX9" fmla="*/ 9997 w 10005"/>
              <a:gd name="connsiteY9" fmla="*/ 497 h 10000"/>
              <a:gd name="connsiteX10" fmla="*/ 9472 w 10005"/>
              <a:gd name="connsiteY10" fmla="*/ 4722 h 10000"/>
              <a:gd name="connsiteX0" fmla="*/ 9472 w 9997"/>
              <a:gd name="connsiteY0" fmla="*/ 4722 h 10000"/>
              <a:gd name="connsiteX1" fmla="*/ 1051 w 9997"/>
              <a:gd name="connsiteY1" fmla="*/ 4706 h 10000"/>
              <a:gd name="connsiteX2" fmla="*/ 525 w 9997"/>
              <a:gd name="connsiteY2" fmla="*/ 9149 h 10000"/>
              <a:gd name="connsiteX3" fmla="*/ 0 w 9997"/>
              <a:gd name="connsiteY3" fmla="*/ 4706 h 10000"/>
              <a:gd name="connsiteX4" fmla="*/ 0 w 9997"/>
              <a:gd name="connsiteY4" fmla="*/ 5603 h 10000"/>
              <a:gd name="connsiteX5" fmla="*/ 525 w 9997"/>
              <a:gd name="connsiteY5" fmla="*/ 10000 h 10000"/>
              <a:gd name="connsiteX6" fmla="*/ 1051 w 9997"/>
              <a:gd name="connsiteY6" fmla="*/ 5603 h 10000"/>
              <a:gd name="connsiteX7" fmla="*/ 9446 w 9997"/>
              <a:gd name="connsiteY7" fmla="*/ 5695 h 10000"/>
              <a:gd name="connsiteX8" fmla="*/ 9942 w 9997"/>
              <a:gd name="connsiteY8" fmla="*/ 1985 h 10000"/>
              <a:gd name="connsiteX9" fmla="*/ 9997 w 9997"/>
              <a:gd name="connsiteY9" fmla="*/ 497 h 10000"/>
              <a:gd name="connsiteX10" fmla="*/ 9472 w 9997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319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  <a:gd name="connsiteX0" fmla="*/ 9475 w 10008"/>
              <a:gd name="connsiteY0" fmla="*/ 4722 h 10000"/>
              <a:gd name="connsiteX1" fmla="*/ 1051 w 10008"/>
              <a:gd name="connsiteY1" fmla="*/ 4706 h 10000"/>
              <a:gd name="connsiteX2" fmla="*/ 525 w 10008"/>
              <a:gd name="connsiteY2" fmla="*/ 9149 h 10000"/>
              <a:gd name="connsiteX3" fmla="*/ 0 w 10008"/>
              <a:gd name="connsiteY3" fmla="*/ 4706 h 10000"/>
              <a:gd name="connsiteX4" fmla="*/ 0 w 10008"/>
              <a:gd name="connsiteY4" fmla="*/ 5603 h 10000"/>
              <a:gd name="connsiteX5" fmla="*/ 525 w 10008"/>
              <a:gd name="connsiteY5" fmla="*/ 10000 h 10000"/>
              <a:gd name="connsiteX6" fmla="*/ 1051 w 10008"/>
              <a:gd name="connsiteY6" fmla="*/ 5603 h 10000"/>
              <a:gd name="connsiteX7" fmla="*/ 9449 w 10008"/>
              <a:gd name="connsiteY7" fmla="*/ 5695 h 10000"/>
              <a:gd name="connsiteX8" fmla="*/ 10000 w 10008"/>
              <a:gd name="connsiteY8" fmla="*/ 1224 h 10000"/>
              <a:gd name="connsiteX9" fmla="*/ 10000 w 10008"/>
              <a:gd name="connsiteY9" fmla="*/ 497 h 10000"/>
              <a:gd name="connsiteX10" fmla="*/ 9475 w 10008"/>
              <a:gd name="connsiteY10" fmla="*/ 472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8" h="10000">
                <a:moveTo>
                  <a:pt x="9475" y="4722"/>
                </a:moveTo>
                <a:lnTo>
                  <a:pt x="1051" y="4706"/>
                </a:lnTo>
                <a:cubicBezTo>
                  <a:pt x="636" y="4706"/>
                  <a:pt x="525" y="9149"/>
                  <a:pt x="525" y="9149"/>
                </a:cubicBezTo>
                <a:cubicBezTo>
                  <a:pt x="525" y="9149"/>
                  <a:pt x="415" y="4706"/>
                  <a:pt x="0" y="4706"/>
                </a:cubicBezTo>
                <a:lnTo>
                  <a:pt x="0" y="5603"/>
                </a:lnTo>
                <a:cubicBezTo>
                  <a:pt x="415" y="5603"/>
                  <a:pt x="525" y="10000"/>
                  <a:pt x="525" y="10000"/>
                </a:cubicBezTo>
                <a:cubicBezTo>
                  <a:pt x="525" y="10000"/>
                  <a:pt x="636" y="5603"/>
                  <a:pt x="1051" y="5603"/>
                </a:cubicBezTo>
                <a:lnTo>
                  <a:pt x="9449" y="5695"/>
                </a:lnTo>
                <a:cubicBezTo>
                  <a:pt x="9827" y="5410"/>
                  <a:pt x="9934" y="2946"/>
                  <a:pt x="10000" y="1224"/>
                </a:cubicBezTo>
                <a:cubicBezTo>
                  <a:pt x="10008" y="1086"/>
                  <a:pt x="10001" y="0"/>
                  <a:pt x="10000" y="497"/>
                </a:cubicBezTo>
                <a:cubicBezTo>
                  <a:pt x="9937" y="1770"/>
                  <a:pt x="9819" y="4623"/>
                  <a:pt x="9475" y="4722"/>
                </a:cubicBezTo>
                <a:close/>
              </a:path>
            </a:pathLst>
          </a:custGeom>
          <a:solidFill>
            <a:srgbClr val="01829B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fr-FR" kern="0">
              <a:solidFill>
                <a:sysClr val="windowText" lastClr="000000"/>
              </a:solidFill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13" name="Picture 2" descr="C:\Documents and Settings\sarumuga\Desktop\Subha\CG Univerity\CG Univerity Jobs\University_logo_Col.jpg"/>
          <p:cNvPicPr>
            <a:picLocks noChangeAspect="1" noChangeArrowheads="1"/>
          </p:cNvPicPr>
          <p:nvPr userDrawn="1"/>
        </p:nvPicPr>
        <p:blipFill>
          <a:blip r:embed="rId19" cstate="print"/>
          <a:srcRect l="10027" t="21415" r="9454" b="21009"/>
          <a:stretch>
            <a:fillRect/>
          </a:stretch>
        </p:blipFill>
        <p:spPr bwMode="auto">
          <a:xfrm>
            <a:off x="7512849" y="6468844"/>
            <a:ext cx="1366041" cy="325597"/>
          </a:xfrm>
          <a:prstGeom prst="rect">
            <a:avLst/>
          </a:prstGeom>
          <a:noFill/>
        </p:spPr>
      </p:pic>
      <p:cxnSp>
        <p:nvCxnSpPr>
          <p:cNvPr id="15" name="Straight Connector 14"/>
          <p:cNvCxnSpPr/>
          <p:nvPr userDrawn="1"/>
        </p:nvCxnSpPr>
        <p:spPr>
          <a:xfrm>
            <a:off x="0" y="6369127"/>
            <a:ext cx="9144000" cy="0"/>
          </a:xfrm>
          <a:prstGeom prst="line">
            <a:avLst/>
          </a:prstGeom>
          <a:ln w="6350" cap="flat" cmpd="sng" algn="ctr">
            <a:solidFill>
              <a:srgbClr val="01829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2347915" y="6545262"/>
            <a:ext cx="4721225" cy="2492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505150"/>
                </a:solidFill>
                <a:latin typeface="Arial" pitchFamily="34" charset="0"/>
                <a:cs typeface="Arial" pitchFamily="34" charset="0"/>
              </a:rPr>
              <a:t>The information contained in this document is proprietary and confidential. </a:t>
            </a:r>
            <a:br>
              <a:rPr lang="en-US" sz="700" dirty="0">
                <a:solidFill>
                  <a:srgbClr val="505150"/>
                </a:solidFill>
                <a:latin typeface="Arial" pitchFamily="34" charset="0"/>
                <a:cs typeface="Arial" pitchFamily="34" charset="0"/>
              </a:rPr>
            </a:br>
            <a:r>
              <a:rPr lang="en-US" sz="700" dirty="0">
                <a:solidFill>
                  <a:srgbClr val="505150"/>
                </a:solidFill>
                <a:latin typeface="Arial" pitchFamily="34" charset="0"/>
                <a:cs typeface="Arial" pitchFamily="34" charset="0"/>
              </a:rPr>
              <a:t>It is for Capgemini internal use only. Copyright© 2015 Capgemini. All rights reserved.</a:t>
            </a:r>
            <a:endParaRPr lang="en-GB" sz="700" dirty="0">
              <a:solidFill>
                <a:srgbClr val="5051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 userDrawn="1">
            <p:custDataLst>
              <p:tags r:id="rId16"/>
            </p:custDataLst>
          </p:nvPr>
        </p:nvSpPr>
        <p:spPr>
          <a:xfrm>
            <a:off x="4614749" y="6380335"/>
            <a:ext cx="187552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fld id="{6A895693-0027-4F28-9367-92E39A51F51C}" type="slidenum">
              <a:rPr lang="en-US" sz="1200">
                <a:solidFill>
                  <a:srgbClr val="979797"/>
                </a:solidFill>
                <a:latin typeface="Arial" charset="0"/>
                <a:ea typeface="ＭＳ Ｐゴシック" pitchFamily="34" charset="-128"/>
              </a:rPr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srgbClr val="979797"/>
              </a:solidFill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19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83202" y="6500498"/>
            <a:ext cx="1317524" cy="2939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5" r:id="rId9"/>
    <p:sldLayoutId id="2147483664" r:id="rId10"/>
    <p:sldLayoutId id="2147483713" r:id="rId1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E"/>
          </a:solidFill>
          <a:latin typeface="Arial" charset="0"/>
          <a:ea typeface="ＭＳ Ｐゴシック" charset="-128"/>
        </a:defRPr>
      </a:lvl9pPr>
    </p:titleStyle>
    <p:bodyStyle>
      <a:lvl1pPr marL="228600" indent="-228600" algn="l" defTabSz="457200" rtl="0" eaLnBrk="1" fontAlgn="base" hangingPunct="1">
        <a:spcBef>
          <a:spcPts val="0"/>
        </a:spcBef>
        <a:spcAft>
          <a:spcPts val="200"/>
        </a:spcAft>
        <a:buClr>
          <a:schemeClr val="accent3"/>
        </a:buClr>
        <a:buSzPct val="110000"/>
        <a:buFont typeface="Arial" charset="0"/>
        <a:buChar char="•"/>
        <a:defRPr sz="18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457200" indent="-228600" algn="l" defTabSz="457200" rtl="0" eaLnBrk="1" fontAlgn="base" hangingPunct="1">
        <a:spcBef>
          <a:spcPts val="0"/>
        </a:spcBef>
        <a:spcAft>
          <a:spcPts val="200"/>
        </a:spcAft>
        <a:buClr>
          <a:schemeClr val="accent3"/>
        </a:buClr>
        <a:buSzPct val="80000"/>
        <a:buFont typeface="Courier New" pitchFamily="49" charset="0"/>
        <a:buChar char="o"/>
        <a:defRPr sz="16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685800" indent="-228600" algn="l" defTabSz="457200" rtl="0" eaLnBrk="1" fontAlgn="base" hangingPunct="1">
        <a:spcBef>
          <a:spcPts val="0"/>
        </a:spcBef>
        <a:spcAft>
          <a:spcPts val="200"/>
        </a:spcAft>
        <a:buClr>
          <a:schemeClr val="accent3"/>
        </a:buClr>
        <a:buFont typeface="Arial" pitchFamily="34" charset="0"/>
        <a:buChar char="–"/>
        <a:defRPr sz="1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914400" indent="-228600" algn="l" defTabSz="457200" rtl="0" eaLnBrk="1" fontAlgn="base" hangingPunct="1">
        <a:spcBef>
          <a:spcPts val="0"/>
        </a:spcBef>
        <a:spcAft>
          <a:spcPts val="200"/>
        </a:spcAft>
        <a:buClr>
          <a:schemeClr val="accent4"/>
        </a:buClr>
        <a:buFont typeface="Arial" charset="0"/>
        <a:buChar char="•"/>
        <a:defRPr sz="12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143000" indent="-228600" algn="l" defTabSz="457200" rtl="0" eaLnBrk="1" fontAlgn="base" hangingPunct="1">
        <a:spcBef>
          <a:spcPts val="0"/>
        </a:spcBef>
        <a:spcAft>
          <a:spcPts val="200"/>
        </a:spcAft>
        <a:buClr>
          <a:schemeClr val="accent1"/>
        </a:buClr>
        <a:buFont typeface="Arial" charset="0"/>
        <a:buChar char="•"/>
        <a:defRPr sz="11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mailto:Sarita.kaur@capgemini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88" y="134938"/>
            <a:ext cx="6684168" cy="715962"/>
          </a:xfrm>
        </p:spPr>
        <p:txBody>
          <a:bodyPr/>
          <a:lstStyle/>
          <a:p>
            <a:r>
              <a:rPr lang="en-GB" dirty="0"/>
              <a:t>Manivasagan Namasivayam – L0 Nominee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48050"/>
              </p:ext>
            </p:extLst>
          </p:nvPr>
        </p:nvGraphicFramePr>
        <p:xfrm>
          <a:off x="467544" y="1340768"/>
          <a:ext cx="8424936" cy="828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GB" sz="1200" b="0" dirty="0"/>
                        <a:t>BU</a:t>
                      </a:r>
                      <a:r>
                        <a:rPr lang="en-GB" sz="1200" b="0" baseline="0" dirty="0"/>
                        <a:t> </a:t>
                      </a:r>
                      <a:r>
                        <a:rPr lang="en-GB" sz="1200" b="0" dirty="0"/>
                        <a:t>Grade/Global Grade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DM/C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/>
                        <a:t>E-Mail Address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solidFill>
                            <a:schemeClr val="tx1"/>
                          </a:solidFill>
                          <a:hlinkClick r:id="rId2"/>
                        </a:rPr>
                        <a:t>Manivasagan.Namasivayam@capgemini.com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Country/SBU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India/I&amp;D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ACIS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807780"/>
              </p:ext>
            </p:extLst>
          </p:nvPr>
        </p:nvGraphicFramePr>
        <p:xfrm>
          <a:off x="4644008" y="2276872"/>
          <a:ext cx="2088231" cy="39604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8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257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Thought Leadership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4182">
                <a:tc>
                  <a:txBody>
                    <a:bodyPr/>
                    <a:lstStyle/>
                    <a:p>
                      <a:pPr algn="just"/>
                      <a:r>
                        <a:rPr lang="en-GB" sz="1000" dirty="0"/>
                        <a:t>Widely regarded</a:t>
                      </a:r>
                      <a:r>
                        <a:rPr lang="en-GB" sz="1000" baseline="0" dirty="0"/>
                        <a:t> as subject matter expert in the Banking and Media domain. Multiple project solutions provided for NBCU account in Box office revenue  related analytical project.</a:t>
                      </a:r>
                    </a:p>
                    <a:p>
                      <a:pPr algn="just"/>
                      <a:r>
                        <a:rPr lang="en-GB" sz="1000" baseline="0" dirty="0"/>
                        <a:t>Provided wide range of mentor activities for the existing resources &amp; freshers in emerging new technologies</a:t>
                      </a:r>
                    </a:p>
                    <a:p>
                      <a:pPr algn="just"/>
                      <a:r>
                        <a:rPr lang="en-GB" sz="1000" baseline="0" dirty="0"/>
                        <a:t>Created Knowledge transfer  forum &amp; arranged training sessions, trained the ETL concepts to new resources.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GB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76826"/>
              </p:ext>
            </p:extLst>
          </p:nvPr>
        </p:nvGraphicFramePr>
        <p:xfrm>
          <a:off x="6732240" y="2276871"/>
          <a:ext cx="2160240" cy="39604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257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Commitment to Architecture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4182">
                <a:tc>
                  <a:txBody>
                    <a:bodyPr/>
                    <a:lstStyle/>
                    <a:p>
                      <a:pPr algn="just"/>
                      <a:r>
                        <a:rPr lang="en-GB" sz="1000" dirty="0"/>
                        <a:t>Having completed L0 Architect Certification current month</a:t>
                      </a:r>
                      <a:r>
                        <a:rPr lang="en-GB" sz="1000" baseline="0" dirty="0"/>
                        <a:t> have encouraged a </a:t>
                      </a:r>
                      <a:r>
                        <a:rPr lang="en-GB" sz="1000" dirty="0"/>
                        <a:t>number of colleagues</a:t>
                      </a:r>
                      <a:r>
                        <a:rPr lang="en-GB" sz="1000" baseline="0" dirty="0"/>
                        <a:t> to gain their certification and have coached them on the application process._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HCP to SPO migration project did R&amp;D and provided the right solution as Sharegate tool while team struggled with Power Shell coding to upload the targeted huge volume data.</a:t>
                      </a:r>
                    </a:p>
                    <a:p>
                      <a:pPr algn="just"/>
                      <a:endParaRPr lang="en-GB" sz="1000" baseline="0" dirty="0"/>
                    </a:p>
                    <a:p>
                      <a:pPr algn="just"/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081406"/>
              </p:ext>
            </p:extLst>
          </p:nvPr>
        </p:nvGraphicFramePr>
        <p:xfrm>
          <a:off x="467544" y="2276873"/>
          <a:ext cx="2088232" cy="40094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805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Delivery and Market Development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635">
                <a:tc>
                  <a:txBody>
                    <a:bodyPr/>
                    <a:lstStyle/>
                    <a:p>
                      <a:pPr algn="just"/>
                      <a:r>
                        <a:rPr lang="en-GB" sz="1000" b="0" dirty="0"/>
                        <a:t>Took architectural design and change responsibilities of the</a:t>
                      </a:r>
                      <a:r>
                        <a:rPr lang="en-GB" sz="1000" b="0" baseline="0" dirty="0"/>
                        <a:t> MUFG AML Clean slate project as a Technical Project manager.</a:t>
                      </a:r>
                    </a:p>
                    <a:p>
                      <a:pPr algn="just"/>
                      <a:r>
                        <a:rPr lang="en-GB" sz="1000" b="0" baseline="0" dirty="0"/>
                        <a:t>Leaded ETL team from Offshore  managed 25 members development and 5 members Support team and provided technical solutions for the informatica related issues.</a:t>
                      </a:r>
                    </a:p>
                    <a:p>
                      <a:pPr algn="just"/>
                      <a:r>
                        <a:rPr lang="en-GB" sz="1000" b="0" baseline="0" dirty="0"/>
                        <a:t>Had worked on banking Project and the client is from Japan Bank. The Bank of Tokyo Mitsubishi(BTMU) operates from New York, USA  corporate banking. </a:t>
                      </a:r>
                    </a:p>
                    <a:p>
                      <a:pPr algn="just"/>
                      <a:r>
                        <a:rPr lang="en-US" altLang="ja-JP" sz="1000" dirty="0">
                          <a:latin typeface="Calibri" panose="020F0502020204030204" pitchFamily="34" charset="0"/>
                          <a:cs typeface="Calibri" pitchFamily="34" charset="0"/>
                        </a:rPr>
                        <a:t>Develop insights and translates them into data structures and data model requirements. He involved in implementing the Data Validation &amp; Reconciliation. 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itchFamily="34" charset="0"/>
                        </a:rPr>
                        <a:t>Total 34 TB data migrated from HCP system to Network Rail Share point portal using Pentaho as ETL tool.</a:t>
                      </a:r>
                    </a:p>
                    <a:p>
                      <a:pPr algn="just"/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78561"/>
              </p:ext>
            </p:extLst>
          </p:nvPr>
        </p:nvGraphicFramePr>
        <p:xfrm>
          <a:off x="2627784" y="2276871"/>
          <a:ext cx="2016223" cy="40237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1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67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Capgemini Contribution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1758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baseline="0" dirty="0"/>
                        <a:t>Contributed on significant proof of concept work to prove the integration as well as technical leadership to manage the customer expectations about what was feasible given time and budget constraints.</a:t>
                      </a:r>
                    </a:p>
                    <a:p>
                      <a:pPr algn="just"/>
                      <a:r>
                        <a:rPr lang="en-GB" sz="1000" baseline="0" dirty="0"/>
                        <a:t>Actively participated in I&amp;D interview panel during MUFG project recruited 25+ resources to Capgemini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aseline="0" dirty="0"/>
                        <a:t>Provided consultation to Lend lease and MUFG account in Capgemini technical team to provide technical solutions to various complex problems.</a:t>
                      </a:r>
                    </a:p>
                    <a:p>
                      <a:pPr algn="just"/>
                      <a:r>
                        <a:rPr lang="en-GB" sz="1000" dirty="0"/>
                        <a:t>As a Project lead provided End to End solution in P4D project for UK Network Rail project. Constructed ETL Design, given Development and deployment solutions for P4D project.</a:t>
                      </a:r>
                    </a:p>
                    <a:p>
                      <a:pPr algn="just"/>
                      <a:endParaRPr lang="en-GB" sz="1000" dirty="0"/>
                    </a:p>
                    <a:p>
                      <a:pPr algn="just"/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CFB2A22-23D3-432B-9BF2-C153689E9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63637"/>
            <a:ext cx="1169066" cy="11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019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q5J2dxDUm3Ma.7NhQKK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Cdww2x_kWXwqqw_did_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zZ9AyfU70.O66e.c9FkVw"/>
</p:tagLst>
</file>

<file path=ppt/theme/theme1.xml><?xml version="1.0" encoding="utf-8"?>
<a:theme xmlns:a="http://schemas.openxmlformats.org/drawingml/2006/main" name="University_Template">
  <a:themeElements>
    <a:clrScheme name="Our University">
      <a:dk1>
        <a:srgbClr val="505150"/>
      </a:dk1>
      <a:lt1>
        <a:srgbClr val="FFFFFE"/>
      </a:lt1>
      <a:dk2>
        <a:srgbClr val="00264A"/>
      </a:dk2>
      <a:lt2>
        <a:srgbClr val="009AC7"/>
      </a:lt2>
      <a:accent1>
        <a:srgbClr val="FFDD00"/>
      </a:accent1>
      <a:accent2>
        <a:srgbClr val="8DC63F"/>
      </a:accent2>
      <a:accent3>
        <a:srgbClr val="00BDF2"/>
      </a:accent3>
      <a:accent4>
        <a:srgbClr val="F26531"/>
      </a:accent4>
      <a:accent5>
        <a:srgbClr val="EC098D"/>
      </a:accent5>
      <a:accent6>
        <a:srgbClr val="8D8E8D"/>
      </a:accent6>
      <a:hlink>
        <a:srgbClr val="00BDF2"/>
      </a:hlink>
      <a:folHlink>
        <a:srgbClr val="8D8E8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e6a7ce1a-23da-4139-9b74-ac2a558cd358">Examples</Categor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8578FC4F6CE34A851AF90DE728CBDA" ma:contentTypeVersion="" ma:contentTypeDescription="Create a new document." ma:contentTypeScope="" ma:versionID="3aadee89a90ac9a2b7695ccc4b084999">
  <xsd:schema xmlns:xsd="http://www.w3.org/2001/XMLSchema" xmlns:xs="http://www.w3.org/2001/XMLSchema" xmlns:p="http://schemas.microsoft.com/office/2006/metadata/properties" xmlns:ns2="e6a7ce1a-23da-4139-9b74-ac2a558cd358" targetNamespace="http://schemas.microsoft.com/office/2006/metadata/properties" ma:root="true" ma:fieldsID="2790bb573e64413654441061b846a952" ns2:_="">
    <xsd:import namespace="e6a7ce1a-23da-4139-9b74-ac2a558cd358"/>
    <xsd:element name="properties">
      <xsd:complexType>
        <xsd:sequence>
          <xsd:element name="documentManagement">
            <xsd:complexType>
              <xsd:all>
                <xsd:element ref="ns2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a7ce1a-23da-4139-9b74-ac2a558cd358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format="Dropdown" ma:internalName="Category">
      <xsd:simpleType>
        <xsd:restriction base="dms:Choice">
          <xsd:enumeration value="How to ..."/>
          <xsd:enumeration value="One Pagers"/>
          <xsd:enumeration value="Roles and Responsibilities"/>
          <xsd:enumeration value="Templates"/>
          <xsd:enumeration value="Examples"/>
          <xsd:enumeration value="Design Documents"/>
          <xsd:enumeration value="Master Information"/>
          <xsd:enumeration value="Training"/>
          <xsd:enumeration value="UK Packag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2E1D69-ABE7-43D6-8DA9-0887B5C0DD1E}">
  <ds:schemaRefs>
    <ds:schemaRef ds:uri="http://purl.org/dc/terms/"/>
    <ds:schemaRef ds:uri="http://schemas.openxmlformats.org/package/2006/metadata/core-properties"/>
    <ds:schemaRef ds:uri="e6a7ce1a-23da-4139-9b74-ac2a558cd358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53B9F45-503B-4688-A3A7-D6DD153DF8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72807D-B89F-41FC-9B5F-F01C19E034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a7ce1a-23da-4139-9b74-ac2a558cd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Nice faded blue slide deck</Template>
  <TotalTime>30959</TotalTime>
  <Words>379</Words>
  <Application>Microsoft Office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University Handwriting</vt:lpstr>
      <vt:lpstr>University_Template</vt:lpstr>
      <vt:lpstr>think-cell Slide</vt:lpstr>
      <vt:lpstr>Manivasagan Namasivayam – L0 Nominee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 Certification - Example L1 Profile</dc:title>
  <dc:creator>Sally Rhodes</dc:creator>
  <cp:lastModifiedBy>Namasivayam, Manivasagan</cp:lastModifiedBy>
  <cp:revision>317</cp:revision>
  <dcterms:created xsi:type="dcterms:W3CDTF">2015-07-08T19:00:46Z</dcterms:created>
  <dcterms:modified xsi:type="dcterms:W3CDTF">2022-01-20T04:25:06Z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0x010100128578FC4F6CE34A851AF90DE728CBDA</vt:lpwstr>
  </property>
  <property fmtid="{D5CDD505-2E9C-101B-9397-08002B2CF9AE}" pid="3" name="Order">
    <vt:r8>2700</vt:r8>
  </property>
</Properties>
</file>