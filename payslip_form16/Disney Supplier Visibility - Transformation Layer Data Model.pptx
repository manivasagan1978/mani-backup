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4"/>
  </p:sldMasterIdLst>
  <p:notesMasterIdLst>
    <p:notesMasterId r:id="rId10"/>
  </p:notesMasterIdLst>
  <p:handoutMasterIdLst>
    <p:handoutMasterId r:id="rId11"/>
  </p:handoutMasterIdLst>
  <p:sldIdLst>
    <p:sldId id="1240" r:id="rId5"/>
    <p:sldId id="7779" r:id="rId6"/>
    <p:sldId id="2147375614" r:id="rId7"/>
    <p:sldId id="2147375615" r:id="rId8"/>
    <p:sldId id="2147375613" r:id="rId9"/>
  </p:sldIdLst>
  <p:sldSz cx="12192000" cy="6858000"/>
  <p:notesSz cx="6858000" cy="9144000"/>
  <p:custDataLst>
    <p:tags r:id="rId12"/>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FF17"/>
    <a:srgbClr val="FFCC66"/>
    <a:srgbClr val="0F999C"/>
    <a:srgbClr val="6D64CC"/>
    <a:srgbClr val="CC2980"/>
    <a:srgbClr val="80B8D6"/>
    <a:srgbClr val="88D5ED"/>
    <a:srgbClr val="FF6327"/>
    <a:srgbClr val="860864"/>
    <a:srgbClr val="FF7D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311AA5-6508-4F13-B856-E852C0DCA4C4}" v="11" dt="2023-06-14T16:44:09.6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guide orient="horz" pos="2341"/>
        <p:guide pos="3659"/>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il, Parashuram" userId="aa05dc86-68cc-4df6-8864-276dddf22583" providerId="ADAL" clId="{80311AA5-6508-4F13-B856-E852C0DCA4C4}"/>
    <pc:docChg chg="undo custSel addSld modSld">
      <pc:chgData name="Patil, Parashuram" userId="aa05dc86-68cc-4df6-8864-276dddf22583" providerId="ADAL" clId="{80311AA5-6508-4F13-B856-E852C0DCA4C4}" dt="2023-06-14T16:51:29.702" v="874" actId="20577"/>
      <pc:docMkLst>
        <pc:docMk/>
      </pc:docMkLst>
      <pc:sldChg chg="modSp mod">
        <pc:chgData name="Patil, Parashuram" userId="aa05dc86-68cc-4df6-8864-276dddf22583" providerId="ADAL" clId="{80311AA5-6508-4F13-B856-E852C0DCA4C4}" dt="2023-06-14T16:51:29.702" v="874" actId="20577"/>
        <pc:sldMkLst>
          <pc:docMk/>
          <pc:sldMk cId="2491759676" sldId="1240"/>
        </pc:sldMkLst>
        <pc:spChg chg="mod">
          <ac:chgData name="Patil, Parashuram" userId="aa05dc86-68cc-4df6-8864-276dddf22583" providerId="ADAL" clId="{80311AA5-6508-4F13-B856-E852C0DCA4C4}" dt="2023-06-14T16:51:29.702" v="874" actId="20577"/>
          <ac:spMkLst>
            <pc:docMk/>
            <pc:sldMk cId="2491759676" sldId="1240"/>
            <ac:spMk id="5" creationId="{00000000-0000-0000-0000-000000000000}"/>
          </ac:spMkLst>
        </pc:spChg>
        <pc:spChg chg="mod">
          <ac:chgData name="Patil, Parashuram" userId="aa05dc86-68cc-4df6-8864-276dddf22583" providerId="ADAL" clId="{80311AA5-6508-4F13-B856-E852C0DCA4C4}" dt="2023-06-14T15:50:33.590" v="20" actId="20577"/>
          <ac:spMkLst>
            <pc:docMk/>
            <pc:sldMk cId="2491759676" sldId="1240"/>
            <ac:spMk id="11" creationId="{00000000-0000-0000-0000-000000000000}"/>
          </ac:spMkLst>
        </pc:spChg>
      </pc:sldChg>
      <pc:sldChg chg="addSp delSp modSp mod">
        <pc:chgData name="Patil, Parashuram" userId="aa05dc86-68cc-4df6-8864-276dddf22583" providerId="ADAL" clId="{80311AA5-6508-4F13-B856-E852C0DCA4C4}" dt="2023-06-14T16:51:20.684" v="866" actId="20577"/>
        <pc:sldMkLst>
          <pc:docMk/>
          <pc:sldMk cId="727354352" sldId="7779"/>
        </pc:sldMkLst>
        <pc:spChg chg="mod">
          <ac:chgData name="Patil, Parashuram" userId="aa05dc86-68cc-4df6-8864-276dddf22583" providerId="ADAL" clId="{80311AA5-6508-4F13-B856-E852C0DCA4C4}" dt="2023-06-14T16:51:20.684" v="866" actId="20577"/>
          <ac:spMkLst>
            <pc:docMk/>
            <pc:sldMk cId="727354352" sldId="7779"/>
            <ac:spMk id="4" creationId="{00000000-0000-0000-0000-000000000000}"/>
          </ac:spMkLst>
        </pc:spChg>
        <pc:spChg chg="add mod">
          <ac:chgData name="Patil, Parashuram" userId="aa05dc86-68cc-4df6-8864-276dddf22583" providerId="ADAL" clId="{80311AA5-6508-4F13-B856-E852C0DCA4C4}" dt="2023-06-14T16:48:24.475" v="797" actId="14100"/>
          <ac:spMkLst>
            <pc:docMk/>
            <pc:sldMk cId="727354352" sldId="7779"/>
            <ac:spMk id="6" creationId="{A3F0226F-5206-81C2-52DE-BDD42831B53B}"/>
          </ac:spMkLst>
        </pc:spChg>
        <pc:spChg chg="add mod">
          <ac:chgData name="Patil, Parashuram" userId="aa05dc86-68cc-4df6-8864-276dddf22583" providerId="ADAL" clId="{80311AA5-6508-4F13-B856-E852C0DCA4C4}" dt="2023-06-14T16:47:36.735" v="795" actId="14100"/>
          <ac:spMkLst>
            <pc:docMk/>
            <pc:sldMk cId="727354352" sldId="7779"/>
            <ac:spMk id="13" creationId="{1DCF76A8-A6A3-FD15-9594-FF5111A03336}"/>
          </ac:spMkLst>
        </pc:spChg>
        <pc:picChg chg="del">
          <ac:chgData name="Patil, Parashuram" userId="aa05dc86-68cc-4df6-8864-276dddf22583" providerId="ADAL" clId="{80311AA5-6508-4F13-B856-E852C0DCA4C4}" dt="2023-06-14T15:50:39.994" v="21" actId="478"/>
          <ac:picMkLst>
            <pc:docMk/>
            <pc:sldMk cId="727354352" sldId="7779"/>
            <ac:picMk id="2" creationId="{5B5AA38A-4A30-17BF-E921-D469A1EF6F1C}"/>
          </ac:picMkLst>
        </pc:picChg>
        <pc:picChg chg="add mod">
          <ac:chgData name="Patil, Parashuram" userId="aa05dc86-68cc-4df6-8864-276dddf22583" providerId="ADAL" clId="{80311AA5-6508-4F13-B856-E852C0DCA4C4}" dt="2023-06-14T16:40:22.801" v="561" actId="1076"/>
          <ac:picMkLst>
            <pc:docMk/>
            <pc:sldMk cId="727354352" sldId="7779"/>
            <ac:picMk id="5" creationId="{8135C568-7C3A-B12A-644B-EB392DB4F8A7}"/>
          </ac:picMkLst>
        </pc:picChg>
        <pc:cxnChg chg="add mod">
          <ac:chgData name="Patil, Parashuram" userId="aa05dc86-68cc-4df6-8864-276dddf22583" providerId="ADAL" clId="{80311AA5-6508-4F13-B856-E852C0DCA4C4}" dt="2023-06-14T16:48:24.475" v="797" actId="14100"/>
          <ac:cxnSpMkLst>
            <pc:docMk/>
            <pc:sldMk cId="727354352" sldId="7779"/>
            <ac:cxnSpMk id="8" creationId="{519B210F-6ED0-5162-274E-D0A529947EF3}"/>
          </ac:cxnSpMkLst>
        </pc:cxnChg>
        <pc:cxnChg chg="add mod">
          <ac:chgData name="Patil, Parashuram" userId="aa05dc86-68cc-4df6-8864-276dddf22583" providerId="ADAL" clId="{80311AA5-6508-4F13-B856-E852C0DCA4C4}" dt="2023-06-14T16:47:43.567" v="796" actId="14100"/>
          <ac:cxnSpMkLst>
            <pc:docMk/>
            <pc:sldMk cId="727354352" sldId="7779"/>
            <ac:cxnSpMk id="15" creationId="{BA9D245D-233F-406A-3661-04B28D7FFCC6}"/>
          </ac:cxnSpMkLst>
        </pc:cxnChg>
      </pc:sldChg>
      <pc:sldChg chg="addSp delSp modSp mod">
        <pc:chgData name="Patil, Parashuram" userId="aa05dc86-68cc-4df6-8864-276dddf22583" providerId="ADAL" clId="{80311AA5-6508-4F13-B856-E852C0DCA4C4}" dt="2023-06-14T16:46:27.176" v="794" actId="1035"/>
        <pc:sldMkLst>
          <pc:docMk/>
          <pc:sldMk cId="1574747775" sldId="2147375614"/>
        </pc:sldMkLst>
        <pc:spChg chg="del">
          <ac:chgData name="Patil, Parashuram" userId="aa05dc86-68cc-4df6-8864-276dddf22583" providerId="ADAL" clId="{80311AA5-6508-4F13-B856-E852C0DCA4C4}" dt="2023-06-14T15:50:54.817" v="45" actId="478"/>
          <ac:spMkLst>
            <pc:docMk/>
            <pc:sldMk cId="1574747775" sldId="2147375614"/>
            <ac:spMk id="3" creationId="{A5C8BEFF-1CFB-5D83-9D81-E40CAD62B066}"/>
          </ac:spMkLst>
        </pc:spChg>
        <pc:spChg chg="mod">
          <ac:chgData name="Patil, Parashuram" userId="aa05dc86-68cc-4df6-8864-276dddf22583" providerId="ADAL" clId="{80311AA5-6508-4F13-B856-E852C0DCA4C4}" dt="2023-06-14T15:51:06.513" v="58" actId="20577"/>
          <ac:spMkLst>
            <pc:docMk/>
            <pc:sldMk cId="1574747775" sldId="2147375614"/>
            <ac:spMk id="4" creationId="{00000000-0000-0000-0000-000000000000}"/>
          </ac:spMkLst>
        </pc:spChg>
        <pc:spChg chg="del">
          <ac:chgData name="Patil, Parashuram" userId="aa05dc86-68cc-4df6-8864-276dddf22583" providerId="ADAL" clId="{80311AA5-6508-4F13-B856-E852C0DCA4C4}" dt="2023-06-14T15:50:54.817" v="45" actId="478"/>
          <ac:spMkLst>
            <pc:docMk/>
            <pc:sldMk cId="1574747775" sldId="2147375614"/>
            <ac:spMk id="5" creationId="{DD8400D4-7EB2-CE48-EA60-83B24AFB7FF3}"/>
          </ac:spMkLst>
        </pc:spChg>
        <pc:spChg chg="del">
          <ac:chgData name="Patil, Parashuram" userId="aa05dc86-68cc-4df6-8864-276dddf22583" providerId="ADAL" clId="{80311AA5-6508-4F13-B856-E852C0DCA4C4}" dt="2023-06-14T15:50:54.817" v="45" actId="478"/>
          <ac:spMkLst>
            <pc:docMk/>
            <pc:sldMk cId="1574747775" sldId="2147375614"/>
            <ac:spMk id="6" creationId="{CC1DDA09-0FF3-167E-CFFF-6575E79A106B}"/>
          </ac:spMkLst>
        </pc:spChg>
        <pc:spChg chg="del">
          <ac:chgData name="Patil, Parashuram" userId="aa05dc86-68cc-4df6-8864-276dddf22583" providerId="ADAL" clId="{80311AA5-6508-4F13-B856-E852C0DCA4C4}" dt="2023-06-14T15:50:54.817" v="45" actId="478"/>
          <ac:spMkLst>
            <pc:docMk/>
            <pc:sldMk cId="1574747775" sldId="2147375614"/>
            <ac:spMk id="7" creationId="{BEDEDA9A-7F55-9856-BEE6-2595D2CADE45}"/>
          </ac:spMkLst>
        </pc:spChg>
        <pc:spChg chg="add mod">
          <ac:chgData name="Patil, Parashuram" userId="aa05dc86-68cc-4df6-8864-276dddf22583" providerId="ADAL" clId="{80311AA5-6508-4F13-B856-E852C0DCA4C4}" dt="2023-06-14T16:46:27.176" v="794" actId="1035"/>
          <ac:spMkLst>
            <pc:docMk/>
            <pc:sldMk cId="1574747775" sldId="2147375614"/>
            <ac:spMk id="9" creationId="{096CEBB8-848C-C9A3-111E-7B8FCD03035B}"/>
          </ac:spMkLst>
        </pc:spChg>
        <pc:spChg chg="add mod">
          <ac:chgData name="Patil, Parashuram" userId="aa05dc86-68cc-4df6-8864-276dddf22583" providerId="ADAL" clId="{80311AA5-6508-4F13-B856-E852C0DCA4C4}" dt="2023-06-14T16:46:27.176" v="794" actId="1035"/>
          <ac:spMkLst>
            <pc:docMk/>
            <pc:sldMk cId="1574747775" sldId="2147375614"/>
            <ac:spMk id="10" creationId="{3A68B901-C1B8-2B43-BEE0-617F16B813B6}"/>
          </ac:spMkLst>
        </pc:spChg>
        <pc:spChg chg="add mod">
          <ac:chgData name="Patil, Parashuram" userId="aa05dc86-68cc-4df6-8864-276dddf22583" providerId="ADAL" clId="{80311AA5-6508-4F13-B856-E852C0DCA4C4}" dt="2023-06-14T16:46:27.176" v="794" actId="1035"/>
          <ac:spMkLst>
            <pc:docMk/>
            <pc:sldMk cId="1574747775" sldId="2147375614"/>
            <ac:spMk id="14" creationId="{DAD8378D-AD74-70ED-C4BD-2F4F959819EF}"/>
          </ac:spMkLst>
        </pc:spChg>
        <pc:spChg chg="del">
          <ac:chgData name="Patil, Parashuram" userId="aa05dc86-68cc-4df6-8864-276dddf22583" providerId="ADAL" clId="{80311AA5-6508-4F13-B856-E852C0DCA4C4}" dt="2023-06-14T15:50:54.817" v="45" actId="478"/>
          <ac:spMkLst>
            <pc:docMk/>
            <pc:sldMk cId="1574747775" sldId="2147375614"/>
            <ac:spMk id="16" creationId="{2E0E05B1-624A-B5CF-DEE6-763A2FDA1B00}"/>
          </ac:spMkLst>
        </pc:spChg>
        <pc:spChg chg="add mod">
          <ac:chgData name="Patil, Parashuram" userId="aa05dc86-68cc-4df6-8864-276dddf22583" providerId="ADAL" clId="{80311AA5-6508-4F13-B856-E852C0DCA4C4}" dt="2023-06-14T16:46:27.176" v="794" actId="1035"/>
          <ac:spMkLst>
            <pc:docMk/>
            <pc:sldMk cId="1574747775" sldId="2147375614"/>
            <ac:spMk id="17" creationId="{2F320C60-0728-908E-52B7-A637F974377C}"/>
          </ac:spMkLst>
        </pc:spChg>
        <pc:spChg chg="del">
          <ac:chgData name="Patil, Parashuram" userId="aa05dc86-68cc-4df6-8864-276dddf22583" providerId="ADAL" clId="{80311AA5-6508-4F13-B856-E852C0DCA4C4}" dt="2023-06-14T15:50:54.817" v="45" actId="478"/>
          <ac:spMkLst>
            <pc:docMk/>
            <pc:sldMk cId="1574747775" sldId="2147375614"/>
            <ac:spMk id="19" creationId="{2174EBA1-7C31-DCF3-151B-3675F7E3221A}"/>
          </ac:spMkLst>
        </pc:spChg>
        <pc:spChg chg="del">
          <ac:chgData name="Patil, Parashuram" userId="aa05dc86-68cc-4df6-8864-276dddf22583" providerId="ADAL" clId="{80311AA5-6508-4F13-B856-E852C0DCA4C4}" dt="2023-06-14T15:50:54.817" v="45" actId="478"/>
          <ac:spMkLst>
            <pc:docMk/>
            <pc:sldMk cId="1574747775" sldId="2147375614"/>
            <ac:spMk id="20" creationId="{8221E09E-DCF6-107E-CB89-9DBD4A8F0F98}"/>
          </ac:spMkLst>
        </pc:spChg>
        <pc:spChg chg="add mod">
          <ac:chgData name="Patil, Parashuram" userId="aa05dc86-68cc-4df6-8864-276dddf22583" providerId="ADAL" clId="{80311AA5-6508-4F13-B856-E852C0DCA4C4}" dt="2023-06-14T16:46:27.176" v="794" actId="1035"/>
          <ac:spMkLst>
            <pc:docMk/>
            <pc:sldMk cId="1574747775" sldId="2147375614"/>
            <ac:spMk id="22" creationId="{302D729B-CE7D-8741-DE28-8A064EBC88B0}"/>
          </ac:spMkLst>
        </pc:spChg>
        <pc:picChg chg="add mod">
          <ac:chgData name="Patil, Parashuram" userId="aa05dc86-68cc-4df6-8864-276dddf22583" providerId="ADAL" clId="{80311AA5-6508-4F13-B856-E852C0DCA4C4}" dt="2023-06-14T16:46:27.176" v="794" actId="1035"/>
          <ac:picMkLst>
            <pc:docMk/>
            <pc:sldMk cId="1574747775" sldId="2147375614"/>
            <ac:picMk id="8" creationId="{00439BC7-1770-9F5F-72E0-ED7596090A39}"/>
          </ac:picMkLst>
        </pc:picChg>
        <pc:picChg chg="add mod">
          <ac:chgData name="Patil, Parashuram" userId="aa05dc86-68cc-4df6-8864-276dddf22583" providerId="ADAL" clId="{80311AA5-6508-4F13-B856-E852C0DCA4C4}" dt="2023-06-14T16:46:27.176" v="794" actId="1035"/>
          <ac:picMkLst>
            <pc:docMk/>
            <pc:sldMk cId="1574747775" sldId="2147375614"/>
            <ac:picMk id="12" creationId="{CF45BD4A-F776-5526-77B8-597D1ED40705}"/>
          </ac:picMkLst>
        </pc:picChg>
        <pc:picChg chg="del">
          <ac:chgData name="Patil, Parashuram" userId="aa05dc86-68cc-4df6-8864-276dddf22583" providerId="ADAL" clId="{80311AA5-6508-4F13-B856-E852C0DCA4C4}" dt="2023-06-14T15:50:54.817" v="45" actId="478"/>
          <ac:picMkLst>
            <pc:docMk/>
            <pc:sldMk cId="1574747775" sldId="2147375614"/>
            <ac:picMk id="21" creationId="{CC3BB3CB-F631-E090-D68C-664ACD3C5896}"/>
          </ac:picMkLst>
        </pc:picChg>
        <pc:picChg chg="del">
          <ac:chgData name="Patil, Parashuram" userId="aa05dc86-68cc-4df6-8864-276dddf22583" providerId="ADAL" clId="{80311AA5-6508-4F13-B856-E852C0DCA4C4}" dt="2023-06-14T15:50:54.817" v="45" actId="478"/>
          <ac:picMkLst>
            <pc:docMk/>
            <pc:sldMk cId="1574747775" sldId="2147375614"/>
            <ac:picMk id="1026" creationId="{9FE20224-F815-663E-96D3-C617317EEF5C}"/>
          </ac:picMkLst>
        </pc:picChg>
        <pc:picChg chg="del">
          <ac:chgData name="Patil, Parashuram" userId="aa05dc86-68cc-4df6-8864-276dddf22583" providerId="ADAL" clId="{80311AA5-6508-4F13-B856-E852C0DCA4C4}" dt="2023-06-14T15:50:54.817" v="45" actId="478"/>
          <ac:picMkLst>
            <pc:docMk/>
            <pc:sldMk cId="1574747775" sldId="2147375614"/>
            <ac:picMk id="1028" creationId="{A57916A3-F764-DC70-3D3E-27D5881C8E71}"/>
          </ac:picMkLst>
        </pc:picChg>
        <pc:picChg chg="del">
          <ac:chgData name="Patil, Parashuram" userId="aa05dc86-68cc-4df6-8864-276dddf22583" providerId="ADAL" clId="{80311AA5-6508-4F13-B856-E852C0DCA4C4}" dt="2023-06-14T15:50:54.817" v="45" actId="478"/>
          <ac:picMkLst>
            <pc:docMk/>
            <pc:sldMk cId="1574747775" sldId="2147375614"/>
            <ac:picMk id="1030" creationId="{08DCD60D-4562-A7C9-2AAF-FEDB43750B03}"/>
          </ac:picMkLst>
        </pc:picChg>
        <pc:cxnChg chg="del">
          <ac:chgData name="Patil, Parashuram" userId="aa05dc86-68cc-4df6-8864-276dddf22583" providerId="ADAL" clId="{80311AA5-6508-4F13-B856-E852C0DCA4C4}" dt="2023-06-14T15:50:54.817" v="45" actId="478"/>
          <ac:cxnSpMkLst>
            <pc:docMk/>
            <pc:sldMk cId="1574747775" sldId="2147375614"/>
            <ac:cxnSpMk id="13" creationId="{FD29E941-8DC3-D0B0-E143-2DA57AADF034}"/>
          </ac:cxnSpMkLst>
        </pc:cxnChg>
        <pc:cxnChg chg="del">
          <ac:chgData name="Patil, Parashuram" userId="aa05dc86-68cc-4df6-8864-276dddf22583" providerId="ADAL" clId="{80311AA5-6508-4F13-B856-E852C0DCA4C4}" dt="2023-06-14T15:50:54.817" v="45" actId="478"/>
          <ac:cxnSpMkLst>
            <pc:docMk/>
            <pc:sldMk cId="1574747775" sldId="2147375614"/>
            <ac:cxnSpMk id="15" creationId="{E16AB381-E32E-0D2C-FEC4-3757E6A6E92C}"/>
          </ac:cxnSpMkLst>
        </pc:cxnChg>
        <pc:cxnChg chg="del">
          <ac:chgData name="Patil, Parashuram" userId="aa05dc86-68cc-4df6-8864-276dddf22583" providerId="ADAL" clId="{80311AA5-6508-4F13-B856-E852C0DCA4C4}" dt="2023-06-14T15:50:54.817" v="45" actId="478"/>
          <ac:cxnSpMkLst>
            <pc:docMk/>
            <pc:sldMk cId="1574747775" sldId="2147375614"/>
            <ac:cxnSpMk id="18" creationId="{13F74E12-52F8-F5B9-5418-FCC8CE1BA82C}"/>
          </ac:cxnSpMkLst>
        </pc:cxnChg>
      </pc:sldChg>
      <pc:sldChg chg="addSp delSp modSp add mod">
        <pc:chgData name="Patil, Parashuram" userId="aa05dc86-68cc-4df6-8864-276dddf22583" providerId="ADAL" clId="{80311AA5-6508-4F13-B856-E852C0DCA4C4}" dt="2023-06-14T16:37:53.102" v="434" actId="20577"/>
        <pc:sldMkLst>
          <pc:docMk/>
          <pc:sldMk cId="312055452" sldId="2147375615"/>
        </pc:sldMkLst>
        <pc:spChg chg="add mod">
          <ac:chgData name="Patil, Parashuram" userId="aa05dc86-68cc-4df6-8864-276dddf22583" providerId="ADAL" clId="{80311AA5-6508-4F13-B856-E852C0DCA4C4}" dt="2023-06-14T16:37:53.102" v="434" actId="20577"/>
          <ac:spMkLst>
            <pc:docMk/>
            <pc:sldMk cId="312055452" sldId="2147375615"/>
            <ac:spMk id="5" creationId="{7C5D51C7-6252-C4B0-B5FC-E3544A72A4B4}"/>
          </ac:spMkLst>
        </pc:spChg>
        <pc:spChg chg="del">
          <ac:chgData name="Patil, Parashuram" userId="aa05dc86-68cc-4df6-8864-276dddf22583" providerId="ADAL" clId="{80311AA5-6508-4F13-B856-E852C0DCA4C4}" dt="2023-06-14T16:14:52.999" v="307" actId="478"/>
          <ac:spMkLst>
            <pc:docMk/>
            <pc:sldMk cId="312055452" sldId="2147375615"/>
            <ac:spMk id="9" creationId="{096CEBB8-848C-C9A3-111E-7B8FCD03035B}"/>
          </ac:spMkLst>
        </pc:spChg>
        <pc:spChg chg="del">
          <ac:chgData name="Patil, Parashuram" userId="aa05dc86-68cc-4df6-8864-276dddf22583" providerId="ADAL" clId="{80311AA5-6508-4F13-B856-E852C0DCA4C4}" dt="2023-06-14T16:14:52.999" v="307" actId="478"/>
          <ac:spMkLst>
            <pc:docMk/>
            <pc:sldMk cId="312055452" sldId="2147375615"/>
            <ac:spMk id="10" creationId="{3A68B901-C1B8-2B43-BEE0-617F16B813B6}"/>
          </ac:spMkLst>
        </pc:spChg>
        <pc:spChg chg="del">
          <ac:chgData name="Patil, Parashuram" userId="aa05dc86-68cc-4df6-8864-276dddf22583" providerId="ADAL" clId="{80311AA5-6508-4F13-B856-E852C0DCA4C4}" dt="2023-06-14T16:14:52.999" v="307" actId="478"/>
          <ac:spMkLst>
            <pc:docMk/>
            <pc:sldMk cId="312055452" sldId="2147375615"/>
            <ac:spMk id="14" creationId="{DAD8378D-AD74-70ED-C4BD-2F4F959819EF}"/>
          </ac:spMkLst>
        </pc:spChg>
        <pc:spChg chg="del">
          <ac:chgData name="Patil, Parashuram" userId="aa05dc86-68cc-4df6-8864-276dddf22583" providerId="ADAL" clId="{80311AA5-6508-4F13-B856-E852C0DCA4C4}" dt="2023-06-14T16:14:52.999" v="307" actId="478"/>
          <ac:spMkLst>
            <pc:docMk/>
            <pc:sldMk cId="312055452" sldId="2147375615"/>
            <ac:spMk id="17" creationId="{2F320C60-0728-908E-52B7-A637F974377C}"/>
          </ac:spMkLst>
        </pc:spChg>
        <pc:spChg chg="del">
          <ac:chgData name="Patil, Parashuram" userId="aa05dc86-68cc-4df6-8864-276dddf22583" providerId="ADAL" clId="{80311AA5-6508-4F13-B856-E852C0DCA4C4}" dt="2023-06-14T16:14:52.999" v="307" actId="478"/>
          <ac:spMkLst>
            <pc:docMk/>
            <pc:sldMk cId="312055452" sldId="2147375615"/>
            <ac:spMk id="22" creationId="{302D729B-CE7D-8741-DE28-8A064EBC88B0}"/>
          </ac:spMkLst>
        </pc:spChg>
        <pc:picChg chg="add mod">
          <ac:chgData name="Patil, Parashuram" userId="aa05dc86-68cc-4df6-8864-276dddf22583" providerId="ADAL" clId="{80311AA5-6508-4F13-B856-E852C0DCA4C4}" dt="2023-06-14T16:26:39.156" v="310" actId="1076"/>
          <ac:picMkLst>
            <pc:docMk/>
            <pc:sldMk cId="312055452" sldId="2147375615"/>
            <ac:picMk id="3" creationId="{8831F670-4292-3E22-8DF5-A56D35BABFC5}"/>
          </ac:picMkLst>
        </pc:picChg>
        <pc:picChg chg="del">
          <ac:chgData name="Patil, Parashuram" userId="aa05dc86-68cc-4df6-8864-276dddf22583" providerId="ADAL" clId="{80311AA5-6508-4F13-B856-E852C0DCA4C4}" dt="2023-06-14T16:14:52.999" v="307" actId="478"/>
          <ac:picMkLst>
            <pc:docMk/>
            <pc:sldMk cId="312055452" sldId="2147375615"/>
            <ac:picMk id="8" creationId="{00439BC7-1770-9F5F-72E0-ED7596090A39}"/>
          </ac:picMkLst>
        </pc:picChg>
        <pc:picChg chg="del">
          <ac:chgData name="Patil, Parashuram" userId="aa05dc86-68cc-4df6-8864-276dddf22583" providerId="ADAL" clId="{80311AA5-6508-4F13-B856-E852C0DCA4C4}" dt="2023-06-14T16:14:52.999" v="307" actId="478"/>
          <ac:picMkLst>
            <pc:docMk/>
            <pc:sldMk cId="312055452" sldId="2147375615"/>
            <ac:picMk id="12" creationId="{CF45BD4A-F776-5526-77B8-597D1ED40705}"/>
          </ac:picMkLst>
        </pc:picChg>
      </pc:sldChg>
    </pc:docChg>
  </pc:docChgLst>
  <pc:docChgLst>
    <pc:chgData name="Patil, Parashuram" userId="aa05dc86-68cc-4df6-8864-276dddf22583" providerId="ADAL" clId="{A07EE88D-86B4-4D4F-8C5B-611868B109A5}"/>
    <pc:docChg chg="custSel addSld delSld modSld">
      <pc:chgData name="Patil, Parashuram" userId="aa05dc86-68cc-4df6-8864-276dddf22583" providerId="ADAL" clId="{A07EE88D-86B4-4D4F-8C5B-611868B109A5}" dt="2023-05-24T16:11:29.602" v="263"/>
      <pc:docMkLst>
        <pc:docMk/>
      </pc:docMkLst>
      <pc:sldChg chg="delSp mod">
        <pc:chgData name="Patil, Parashuram" userId="aa05dc86-68cc-4df6-8864-276dddf22583" providerId="ADAL" clId="{A07EE88D-86B4-4D4F-8C5B-611868B109A5}" dt="2023-05-24T15:17:54.548" v="0" actId="478"/>
        <pc:sldMkLst>
          <pc:docMk/>
          <pc:sldMk cId="2491759676" sldId="1240"/>
        </pc:sldMkLst>
        <pc:spChg chg="del">
          <ac:chgData name="Patil, Parashuram" userId="aa05dc86-68cc-4df6-8864-276dddf22583" providerId="ADAL" clId="{A07EE88D-86B4-4D4F-8C5B-611868B109A5}" dt="2023-05-24T15:17:54.548" v="0" actId="478"/>
          <ac:spMkLst>
            <pc:docMk/>
            <pc:sldMk cId="2491759676" sldId="1240"/>
            <ac:spMk id="2" creationId="{EF9C50B8-4EC4-43D0-BED2-4339F2A6BCB8}"/>
          </ac:spMkLst>
        </pc:spChg>
      </pc:sldChg>
      <pc:sldChg chg="del">
        <pc:chgData name="Patil, Parashuram" userId="aa05dc86-68cc-4df6-8864-276dddf22583" providerId="ADAL" clId="{A07EE88D-86B4-4D4F-8C5B-611868B109A5}" dt="2023-05-24T15:17:59.331" v="2" actId="47"/>
        <pc:sldMkLst>
          <pc:docMk/>
          <pc:sldMk cId="2192629846" sldId="1493"/>
        </pc:sldMkLst>
      </pc:sldChg>
      <pc:sldChg chg="del">
        <pc:chgData name="Patil, Parashuram" userId="aa05dc86-68cc-4df6-8864-276dddf22583" providerId="ADAL" clId="{A07EE88D-86B4-4D4F-8C5B-611868B109A5}" dt="2023-05-24T15:18:01.145" v="4" actId="47"/>
        <pc:sldMkLst>
          <pc:docMk/>
          <pc:sldMk cId="2329937171" sldId="7780"/>
        </pc:sldMkLst>
      </pc:sldChg>
      <pc:sldChg chg="del">
        <pc:chgData name="Patil, Parashuram" userId="aa05dc86-68cc-4df6-8864-276dddf22583" providerId="ADAL" clId="{A07EE88D-86B4-4D4F-8C5B-611868B109A5}" dt="2023-05-24T15:17:57.807" v="1" actId="47"/>
        <pc:sldMkLst>
          <pc:docMk/>
          <pc:sldMk cId="1294047210" sldId="2142534253"/>
        </pc:sldMkLst>
      </pc:sldChg>
      <pc:sldChg chg="del">
        <pc:chgData name="Patil, Parashuram" userId="aa05dc86-68cc-4df6-8864-276dddf22583" providerId="ADAL" clId="{A07EE88D-86B4-4D4F-8C5B-611868B109A5}" dt="2023-05-24T15:17:59.920" v="3" actId="47"/>
        <pc:sldMkLst>
          <pc:docMk/>
          <pc:sldMk cId="4016091408" sldId="2142534254"/>
        </pc:sldMkLst>
      </pc:sldChg>
      <pc:sldChg chg="del">
        <pc:chgData name="Patil, Parashuram" userId="aa05dc86-68cc-4df6-8864-276dddf22583" providerId="ADAL" clId="{A07EE88D-86B4-4D4F-8C5B-611868B109A5}" dt="2023-05-24T15:18:02.248" v="5" actId="47"/>
        <pc:sldMkLst>
          <pc:docMk/>
          <pc:sldMk cId="388986973" sldId="2142534255"/>
        </pc:sldMkLst>
      </pc:sldChg>
      <pc:sldChg chg="addSp delSp modSp add mod">
        <pc:chgData name="Patil, Parashuram" userId="aa05dc86-68cc-4df6-8864-276dddf22583" providerId="ADAL" clId="{A07EE88D-86B4-4D4F-8C5B-611868B109A5}" dt="2023-05-24T16:11:29.602" v="263"/>
        <pc:sldMkLst>
          <pc:docMk/>
          <pc:sldMk cId="1574747775" sldId="2147375614"/>
        </pc:sldMkLst>
        <pc:spChg chg="add mod">
          <ac:chgData name="Patil, Parashuram" userId="aa05dc86-68cc-4df6-8864-276dddf22583" providerId="ADAL" clId="{A07EE88D-86B4-4D4F-8C5B-611868B109A5}" dt="2023-05-24T15:22:03.539" v="119" actId="14100"/>
          <ac:spMkLst>
            <pc:docMk/>
            <pc:sldMk cId="1574747775" sldId="2147375614"/>
            <ac:spMk id="3" creationId="{A5C8BEFF-1CFB-5D83-9D81-E40CAD62B066}"/>
          </ac:spMkLst>
        </pc:spChg>
        <pc:spChg chg="mod">
          <ac:chgData name="Patil, Parashuram" userId="aa05dc86-68cc-4df6-8864-276dddf22583" providerId="ADAL" clId="{A07EE88D-86B4-4D4F-8C5B-611868B109A5}" dt="2023-05-24T15:18:37.946" v="43" actId="20577"/>
          <ac:spMkLst>
            <pc:docMk/>
            <pc:sldMk cId="1574747775" sldId="2147375614"/>
            <ac:spMk id="4" creationId="{00000000-0000-0000-0000-000000000000}"/>
          </ac:spMkLst>
        </pc:spChg>
        <pc:spChg chg="add mod">
          <ac:chgData name="Patil, Parashuram" userId="aa05dc86-68cc-4df6-8864-276dddf22583" providerId="ADAL" clId="{A07EE88D-86B4-4D4F-8C5B-611868B109A5}" dt="2023-05-24T15:23:33.657" v="144" actId="554"/>
          <ac:spMkLst>
            <pc:docMk/>
            <pc:sldMk cId="1574747775" sldId="2147375614"/>
            <ac:spMk id="5" creationId="{DD8400D4-7EB2-CE48-EA60-83B24AFB7FF3}"/>
          </ac:spMkLst>
        </pc:spChg>
        <pc:spChg chg="add mod">
          <ac:chgData name="Patil, Parashuram" userId="aa05dc86-68cc-4df6-8864-276dddf22583" providerId="ADAL" clId="{A07EE88D-86B4-4D4F-8C5B-611868B109A5}" dt="2023-05-24T15:23:56.168" v="164" actId="1037"/>
          <ac:spMkLst>
            <pc:docMk/>
            <pc:sldMk cId="1574747775" sldId="2147375614"/>
            <ac:spMk id="6" creationId="{CC1DDA09-0FF3-167E-CFFF-6575E79A106B}"/>
          </ac:spMkLst>
        </pc:spChg>
        <pc:spChg chg="add mod">
          <ac:chgData name="Patil, Parashuram" userId="aa05dc86-68cc-4df6-8864-276dddf22583" providerId="ADAL" clId="{A07EE88D-86B4-4D4F-8C5B-611868B109A5}" dt="2023-05-24T15:22:13.988" v="120" actId="1076"/>
          <ac:spMkLst>
            <pc:docMk/>
            <pc:sldMk cId="1574747775" sldId="2147375614"/>
            <ac:spMk id="7" creationId="{BEDEDA9A-7F55-9856-BEE6-2595D2CADE45}"/>
          </ac:spMkLst>
        </pc:spChg>
        <pc:spChg chg="add mod">
          <ac:chgData name="Patil, Parashuram" userId="aa05dc86-68cc-4df6-8864-276dddf22583" providerId="ADAL" clId="{A07EE88D-86B4-4D4F-8C5B-611868B109A5}" dt="2023-05-24T15:24:41.484" v="187" actId="113"/>
          <ac:spMkLst>
            <pc:docMk/>
            <pc:sldMk cId="1574747775" sldId="2147375614"/>
            <ac:spMk id="16" creationId="{2E0E05B1-624A-B5CF-DEE6-763A2FDA1B00}"/>
          </ac:spMkLst>
        </pc:spChg>
        <pc:spChg chg="add mod">
          <ac:chgData name="Patil, Parashuram" userId="aa05dc86-68cc-4df6-8864-276dddf22583" providerId="ADAL" clId="{A07EE88D-86B4-4D4F-8C5B-611868B109A5}" dt="2023-05-24T15:29:08.245" v="252" actId="122"/>
          <ac:spMkLst>
            <pc:docMk/>
            <pc:sldMk cId="1574747775" sldId="2147375614"/>
            <ac:spMk id="19" creationId="{2174EBA1-7C31-DCF3-151B-3675F7E3221A}"/>
          </ac:spMkLst>
        </pc:spChg>
        <pc:spChg chg="add mod">
          <ac:chgData name="Patil, Parashuram" userId="aa05dc86-68cc-4df6-8864-276dddf22583" providerId="ADAL" clId="{A07EE88D-86B4-4D4F-8C5B-611868B109A5}" dt="2023-05-24T15:29:50.723" v="261" actId="1076"/>
          <ac:spMkLst>
            <pc:docMk/>
            <pc:sldMk cId="1574747775" sldId="2147375614"/>
            <ac:spMk id="20" creationId="{8221E09E-DCF6-107E-CB89-9DBD4A8F0F98}"/>
          </ac:spMkLst>
        </pc:spChg>
        <pc:picChg chg="del">
          <ac:chgData name="Patil, Parashuram" userId="aa05dc86-68cc-4df6-8864-276dddf22583" providerId="ADAL" clId="{A07EE88D-86B4-4D4F-8C5B-611868B109A5}" dt="2023-05-24T15:18:18.221" v="8" actId="478"/>
          <ac:picMkLst>
            <pc:docMk/>
            <pc:sldMk cId="1574747775" sldId="2147375614"/>
            <ac:picMk id="2" creationId="{5B5AA38A-4A30-17BF-E921-D469A1EF6F1C}"/>
          </ac:picMkLst>
        </pc:picChg>
        <pc:picChg chg="add mod">
          <ac:chgData name="Patil, Parashuram" userId="aa05dc86-68cc-4df6-8864-276dddf22583" providerId="ADAL" clId="{A07EE88D-86B4-4D4F-8C5B-611868B109A5}" dt="2023-05-24T16:11:29.602" v="263"/>
          <ac:picMkLst>
            <pc:docMk/>
            <pc:sldMk cId="1574747775" sldId="2147375614"/>
            <ac:picMk id="21" creationId="{CC3BB3CB-F631-E090-D68C-664ACD3C5896}"/>
          </ac:picMkLst>
        </pc:picChg>
        <pc:picChg chg="add mod">
          <ac:chgData name="Patil, Parashuram" userId="aa05dc86-68cc-4df6-8864-276dddf22583" providerId="ADAL" clId="{A07EE88D-86B4-4D4F-8C5B-611868B109A5}" dt="2023-05-24T15:25:17.765" v="190" actId="1076"/>
          <ac:picMkLst>
            <pc:docMk/>
            <pc:sldMk cId="1574747775" sldId="2147375614"/>
            <ac:picMk id="1026" creationId="{9FE20224-F815-663E-96D3-C617317EEF5C}"/>
          </ac:picMkLst>
        </pc:picChg>
        <pc:picChg chg="add mod">
          <ac:chgData name="Patil, Parashuram" userId="aa05dc86-68cc-4df6-8864-276dddf22583" providerId="ADAL" clId="{A07EE88D-86B4-4D4F-8C5B-611868B109A5}" dt="2023-05-24T15:27:26.690" v="212" actId="1036"/>
          <ac:picMkLst>
            <pc:docMk/>
            <pc:sldMk cId="1574747775" sldId="2147375614"/>
            <ac:picMk id="1028" creationId="{A57916A3-F764-DC70-3D3E-27D5881C8E71}"/>
          </ac:picMkLst>
        </pc:picChg>
        <pc:picChg chg="add mod">
          <ac:chgData name="Patil, Parashuram" userId="aa05dc86-68cc-4df6-8864-276dddf22583" providerId="ADAL" clId="{A07EE88D-86B4-4D4F-8C5B-611868B109A5}" dt="2023-05-24T15:29:55.580" v="262" actId="1076"/>
          <ac:picMkLst>
            <pc:docMk/>
            <pc:sldMk cId="1574747775" sldId="2147375614"/>
            <ac:picMk id="1030" creationId="{08DCD60D-4562-A7C9-2AAF-FEDB43750B03}"/>
          </ac:picMkLst>
        </pc:picChg>
        <pc:cxnChg chg="add del mod">
          <ac:chgData name="Patil, Parashuram" userId="aa05dc86-68cc-4df6-8864-276dddf22583" providerId="ADAL" clId="{A07EE88D-86B4-4D4F-8C5B-611868B109A5}" dt="2023-05-24T15:21:48.589" v="114" actId="478"/>
          <ac:cxnSpMkLst>
            <pc:docMk/>
            <pc:sldMk cId="1574747775" sldId="2147375614"/>
            <ac:cxnSpMk id="9" creationId="{855662FD-1CB7-3243-C10F-E170CEC3450C}"/>
          </ac:cxnSpMkLst>
        </pc:cxnChg>
        <pc:cxnChg chg="add del mod">
          <ac:chgData name="Patil, Parashuram" userId="aa05dc86-68cc-4df6-8864-276dddf22583" providerId="ADAL" clId="{A07EE88D-86B4-4D4F-8C5B-611868B109A5}" dt="2023-05-24T15:21:47.142" v="113" actId="478"/>
          <ac:cxnSpMkLst>
            <pc:docMk/>
            <pc:sldMk cId="1574747775" sldId="2147375614"/>
            <ac:cxnSpMk id="11" creationId="{2C970ACF-4E9C-9E12-DB9D-D84744D2DCD3}"/>
          </ac:cxnSpMkLst>
        </pc:cxnChg>
        <pc:cxnChg chg="add mod">
          <ac:chgData name="Patil, Parashuram" userId="aa05dc86-68cc-4df6-8864-276dddf22583" providerId="ADAL" clId="{A07EE88D-86B4-4D4F-8C5B-611868B109A5}" dt="2023-05-24T15:23:56.168" v="164" actId="1037"/>
          <ac:cxnSpMkLst>
            <pc:docMk/>
            <pc:sldMk cId="1574747775" sldId="2147375614"/>
            <ac:cxnSpMk id="13" creationId="{FD29E941-8DC3-D0B0-E143-2DA57AADF034}"/>
          </ac:cxnSpMkLst>
        </pc:cxnChg>
        <pc:cxnChg chg="add mod">
          <ac:chgData name="Patil, Parashuram" userId="aa05dc86-68cc-4df6-8864-276dddf22583" providerId="ADAL" clId="{A07EE88D-86B4-4D4F-8C5B-611868B109A5}" dt="2023-05-24T15:23:56.168" v="164" actId="1037"/>
          <ac:cxnSpMkLst>
            <pc:docMk/>
            <pc:sldMk cId="1574747775" sldId="2147375614"/>
            <ac:cxnSpMk id="15" creationId="{E16AB381-E32E-0D2C-FEC4-3757E6A6E92C}"/>
          </ac:cxnSpMkLst>
        </pc:cxnChg>
        <pc:cxnChg chg="add mod">
          <ac:chgData name="Patil, Parashuram" userId="aa05dc86-68cc-4df6-8864-276dddf22583" providerId="ADAL" clId="{A07EE88D-86B4-4D4F-8C5B-611868B109A5}" dt="2023-05-24T15:27:26.690" v="212" actId="1036"/>
          <ac:cxnSpMkLst>
            <pc:docMk/>
            <pc:sldMk cId="1574747775" sldId="2147375614"/>
            <ac:cxnSpMk id="18" creationId="{13F74E12-52F8-F5B9-5418-FCC8CE1BA82C}"/>
          </ac:cxnSpMkLst>
        </pc:cxnChg>
      </pc:sldChg>
      <pc:sldChg chg="del">
        <pc:chgData name="Patil, Parashuram" userId="aa05dc86-68cc-4df6-8864-276dddf22583" providerId="ADAL" clId="{A07EE88D-86B4-4D4F-8C5B-611868B109A5}" dt="2023-05-24T15:18:08.337" v="6" actId="47"/>
        <pc:sldMkLst>
          <pc:docMk/>
          <pc:sldMk cId="2929061675" sldId="2147375614"/>
        </pc:sldMkLst>
      </pc:sldChg>
      <pc:sldMasterChg chg="delSldLayout">
        <pc:chgData name="Patil, Parashuram" userId="aa05dc86-68cc-4df6-8864-276dddf22583" providerId="ADAL" clId="{A07EE88D-86B4-4D4F-8C5B-611868B109A5}" dt="2023-05-24T15:17:59.331" v="2" actId="47"/>
        <pc:sldMasterMkLst>
          <pc:docMk/>
          <pc:sldMasterMk cId="3671467056" sldId="2147483878"/>
        </pc:sldMasterMkLst>
        <pc:sldLayoutChg chg="del">
          <pc:chgData name="Patil, Parashuram" userId="aa05dc86-68cc-4df6-8864-276dddf22583" providerId="ADAL" clId="{A07EE88D-86B4-4D4F-8C5B-611868B109A5}" dt="2023-05-24T15:17:59.331" v="2" actId="47"/>
          <pc:sldLayoutMkLst>
            <pc:docMk/>
            <pc:sldMasterMk cId="3671467056" sldId="2147483878"/>
            <pc:sldLayoutMk cId="1457791963" sldId="214748388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14/06/2023</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14/06/2023</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1099150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3183360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6861346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hyperlink" Target="http://www.youtube.com/capgeminimedi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2"/>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2"/>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Espace réservé du texte 7"/>
          <p:cNvSpPr>
            <a:spLocks noGrp="1"/>
          </p:cNvSpPr>
          <p:nvPr>
            <p:ph type="body" sz="quarter" idx="11"/>
            <p:custDataLst>
              <p:tags r:id="rId2"/>
            </p:custDataLst>
          </p:nvPr>
        </p:nvSpPr>
        <p:spPr>
          <a:xfrm>
            <a:off x="304801" y="1443567"/>
            <a:ext cx="11582400" cy="548640"/>
          </a:xfrm>
          <a:prstGeom prst="rect">
            <a:avLst/>
          </a:prstGeom>
        </p:spPr>
        <p:txBody>
          <a:bodyPr anchor="ctr" anchorCtr="0"/>
          <a:lstStyle>
            <a:lvl1pPr marL="0" indent="0">
              <a:buNone/>
              <a:defRPr sz="2000" b="1">
                <a:solidFill>
                  <a:schemeClr val="accent5"/>
                </a:solidFill>
              </a:defRPr>
            </a:lvl1pPr>
          </a:lstStyle>
          <a:p>
            <a:pPr lvl="0"/>
            <a:r>
              <a:rPr lang="en-US"/>
              <a:t>Click to edit Master text styles</a:t>
            </a:r>
          </a:p>
        </p:txBody>
      </p:sp>
      <p:sp>
        <p:nvSpPr>
          <p:cNvPr id="5" name="Title 4"/>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2"/>
          </p:nvPr>
        </p:nvSpPr>
        <p:spPr>
          <a:xfrm>
            <a:off x="304801" y="1991785"/>
            <a:ext cx="11582400" cy="38205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373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98492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p:nvPicPr>
        <p:blipFill>
          <a:blip r:embed="rId10"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33650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1" name="Object 20"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33" name="Line 7">
            <a:extLst>
              <a:ext uri="{FF2B5EF4-FFF2-40B4-BE49-F238E27FC236}">
                <a16:creationId xmlns:a16="http://schemas.microsoft.com/office/drawing/2014/main" id="{75CB3D19-7476-4B98-A3F5-7356DF09E1BA}"/>
              </a:ext>
            </a:extLst>
          </p:cNvPr>
          <p:cNvSpPr>
            <a:spLocks noChangeShapeType="1"/>
          </p:cNvSpPr>
          <p:nvPr userDrawn="1"/>
        </p:nvSpPr>
        <p:spPr bwMode="gray">
          <a:xfrm>
            <a:off x="11588751" y="6450412"/>
            <a:ext cx="0" cy="319616"/>
          </a:xfrm>
          <a:prstGeom prst="line">
            <a:avLst/>
          </a:prstGeom>
          <a:noFill/>
          <a:ln w="9525">
            <a:solidFill>
              <a:srgbClr val="969696"/>
            </a:solidFill>
            <a:round/>
            <a:headEnd/>
            <a:tailEnd/>
          </a:ln>
          <a:effectLst/>
        </p:spPr>
        <p:txBody>
          <a:bodyPr wrap="none" anchor="ctr"/>
          <a:lstStyle/>
          <a:p>
            <a:endParaRPr lang="en-US" sz="2133">
              <a:solidFill>
                <a:schemeClr val="tx2"/>
              </a:solidFill>
              <a:latin typeface="+mj-lt"/>
            </a:endParaRPr>
          </a:p>
        </p:txBody>
      </p:sp>
      <p:sp>
        <p:nvSpPr>
          <p:cNvPr id="35" name="Text Box 9">
            <a:extLst>
              <a:ext uri="{FF2B5EF4-FFF2-40B4-BE49-F238E27FC236}">
                <a16:creationId xmlns:a16="http://schemas.microsoft.com/office/drawing/2014/main" id="{23E2F869-A72C-4992-A20A-824B0A1A5A0F}"/>
              </a:ext>
            </a:extLst>
          </p:cNvPr>
          <p:cNvSpPr txBox="1">
            <a:spLocks noChangeArrowheads="1"/>
          </p:cNvSpPr>
          <p:nvPr userDrawn="1"/>
        </p:nvSpPr>
        <p:spPr bwMode="gray">
          <a:xfrm>
            <a:off x="5475818" y="6513913"/>
            <a:ext cx="6068484" cy="179601"/>
          </a:xfrm>
          <a:prstGeom prst="rect">
            <a:avLst/>
          </a:prstGeom>
          <a:noFill/>
          <a:ln w="12700" algn="ctr">
            <a:noFill/>
            <a:miter lim="800000"/>
            <a:headEnd/>
            <a:tailEnd type="none" w="lg" len="lg"/>
          </a:ln>
          <a:effectLst/>
        </p:spPr>
        <p:txBody>
          <a:bodyPr>
            <a:spAutoFit/>
          </a:bodyPr>
          <a:lstStyle/>
          <a:p>
            <a:pPr algn="r" eaLnBrk="0" hangingPunct="0">
              <a:lnSpc>
                <a:spcPct val="85000"/>
              </a:lnSpc>
            </a:pPr>
            <a:r>
              <a:rPr lang="en-US" sz="667">
                <a:solidFill>
                  <a:schemeClr val="tx2"/>
                </a:solidFill>
                <a:latin typeface="+mj-lt"/>
              </a:rPr>
              <a:t>The information contained in this document is proprietary. Copyright © 20 Capgemini. All rights reserved.</a:t>
            </a:r>
          </a:p>
        </p:txBody>
      </p:sp>
      <p:sp>
        <p:nvSpPr>
          <p:cNvPr id="38" name="Text Box 8">
            <a:extLst>
              <a:ext uri="{FF2B5EF4-FFF2-40B4-BE49-F238E27FC236}">
                <a16:creationId xmlns:a16="http://schemas.microsoft.com/office/drawing/2014/main" id="{287A0CF2-F42F-4D11-95FC-9A29EBB3125E}"/>
              </a:ext>
            </a:extLst>
          </p:cNvPr>
          <p:cNvSpPr txBox="1">
            <a:spLocks noChangeArrowheads="1"/>
          </p:cNvSpPr>
          <p:nvPr userDrawn="1"/>
        </p:nvSpPr>
        <p:spPr bwMode="gray">
          <a:xfrm>
            <a:off x="11588753" y="6448295"/>
            <a:ext cx="603249" cy="323851"/>
          </a:xfrm>
          <a:prstGeom prst="rect">
            <a:avLst/>
          </a:prstGeom>
          <a:noFill/>
          <a:ln w="12700" algn="ctr">
            <a:noFill/>
            <a:miter lim="800000"/>
            <a:headEnd/>
            <a:tailEnd type="none" w="lg" len="lg"/>
          </a:ln>
          <a:effectLst/>
        </p:spPr>
        <p:txBody>
          <a:bodyPr anchor="ctr" anchorCtr="1"/>
          <a:lstStyle/>
          <a:p>
            <a:pPr eaLnBrk="0" hangingPunct="0">
              <a:lnSpc>
                <a:spcPct val="85000"/>
              </a:lnSpc>
            </a:pPr>
            <a:fld id="{D8875A08-D8CE-4767-B6E0-EF624296B065}" type="slidenum">
              <a:rPr lang="en-US" sz="933">
                <a:solidFill>
                  <a:srgbClr val="969696"/>
                </a:solidFill>
                <a:latin typeface="+mj-lt"/>
              </a:rPr>
              <a:pPr eaLnBrk="0" hangingPunct="0">
                <a:lnSpc>
                  <a:spcPct val="85000"/>
                </a:lnSpc>
              </a:pPr>
              <a:t>‹#›</a:t>
            </a:fld>
            <a:endParaRPr lang="en-US" sz="933">
              <a:solidFill>
                <a:srgbClr val="969696"/>
              </a:solidFill>
              <a:latin typeface="+mj-lt"/>
            </a:endParaRPr>
          </a:p>
        </p:txBody>
      </p:sp>
      <p:pic>
        <p:nvPicPr>
          <p:cNvPr id="5" name="Picture 4" descr="A blue text on a white background&#10;&#10;Description automatically generated with low confidence">
            <a:extLst>
              <a:ext uri="{FF2B5EF4-FFF2-40B4-BE49-F238E27FC236}">
                <a16:creationId xmlns:a16="http://schemas.microsoft.com/office/drawing/2014/main" id="{4D26BB4A-11FE-A46C-7729-0880C61C1160}"/>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27348" y="6334550"/>
            <a:ext cx="1606633" cy="419122"/>
          </a:xfrm>
          <a:prstGeom prst="rect">
            <a:avLst/>
          </a:prstGeom>
        </p:spPr>
      </p:pic>
    </p:spTree>
    <p:extLst>
      <p:ext uri="{BB962C8B-B14F-4D97-AF65-F5344CB8AC3E}">
        <p14:creationId xmlns:p14="http://schemas.microsoft.com/office/powerpoint/2010/main" val="3671467056"/>
      </p:ext>
    </p:extLst>
  </p:cSld>
  <p:clrMap bg1="lt1" tx1="dk1" bg2="lt2" tx2="dk2" accent1="accent1" accent2="accent2" accent3="accent3" accent4="accent4" accent5="accent5" accent6="accent6" hlink="hlink" folHlink="folHlink"/>
  <p:sldLayoutIdLst>
    <p:sldLayoutId id="2147483882" r:id="rId1"/>
    <p:sldLayoutId id="2147483888" r:id="rId2"/>
    <p:sldLayoutId id="2147483890" r:id="rId3"/>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1"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11">
            <a:extLst>
              <a:ext uri="{FF2B5EF4-FFF2-40B4-BE49-F238E27FC236}">
                <a16:creationId xmlns:a16="http://schemas.microsoft.com/office/drawing/2014/main" id="{6AD15EAA-DDB3-488E-A013-3FB5B348099A}"/>
              </a:ext>
            </a:extLst>
          </p:cNvPr>
          <p:cNvSpPr>
            <a:spLocks/>
          </p:cNvSpPr>
          <p:nvPr/>
        </p:nvSpPr>
        <p:spPr bwMode="auto">
          <a:xfrm rot="16200000" flipH="1">
            <a:off x="5921382" y="647390"/>
            <a:ext cx="6929120" cy="5634346"/>
          </a:xfrm>
          <a:custGeom>
            <a:avLst/>
            <a:gdLst>
              <a:gd name="T0" fmla="*/ 909 w 1432"/>
              <a:gd name="T1" fmla="*/ 1425 h 1425"/>
              <a:gd name="T2" fmla="*/ 934 w 1432"/>
              <a:gd name="T3" fmla="*/ 0 h 1425"/>
              <a:gd name="T4" fmla="*/ 0 w 1432"/>
              <a:gd name="T5" fmla="*/ 231 h 1425"/>
              <a:gd name="T6" fmla="*/ 0 w 1432"/>
              <a:gd name="T7" fmla="*/ 1425 h 1425"/>
              <a:gd name="T8" fmla="*/ 909 w 1432"/>
              <a:gd name="T9" fmla="*/ 1425 h 1425"/>
            </a:gdLst>
            <a:ahLst/>
            <a:cxnLst>
              <a:cxn ang="0">
                <a:pos x="T0" y="T1"/>
              </a:cxn>
              <a:cxn ang="0">
                <a:pos x="T2" y="T3"/>
              </a:cxn>
              <a:cxn ang="0">
                <a:pos x="T4" y="T5"/>
              </a:cxn>
              <a:cxn ang="0">
                <a:pos x="T6" y="T7"/>
              </a:cxn>
              <a:cxn ang="0">
                <a:pos x="T8" y="T9"/>
              </a:cxn>
            </a:cxnLst>
            <a:rect l="0" t="0" r="r" b="b"/>
            <a:pathLst>
              <a:path w="1432" h="1425">
                <a:moveTo>
                  <a:pt x="909" y="1425"/>
                </a:moveTo>
                <a:cubicBezTo>
                  <a:pt x="1358" y="720"/>
                  <a:pt x="1432" y="301"/>
                  <a:pt x="934" y="0"/>
                </a:cubicBezTo>
                <a:cubicBezTo>
                  <a:pt x="392" y="295"/>
                  <a:pt x="129" y="297"/>
                  <a:pt x="0" y="231"/>
                </a:cubicBezTo>
                <a:cubicBezTo>
                  <a:pt x="0" y="1425"/>
                  <a:pt x="0" y="1425"/>
                  <a:pt x="0" y="1425"/>
                </a:cubicBezTo>
                <a:lnTo>
                  <a:pt x="909" y="1425"/>
                </a:lnTo>
                <a:close/>
              </a:path>
            </a:pathLst>
          </a:custGeom>
          <a:solidFill>
            <a:srgbClr val="2B0A3D"/>
          </a:solidFill>
          <a:ln>
            <a:noFill/>
          </a:ln>
        </p:spPr>
        <p:txBody>
          <a:bodyPr vert="horz" wrap="square" lIns="91440" tIns="45720" rIns="91440" bIns="45720" numCol="1" anchor="t" anchorCtr="0" compatLnSpc="1">
            <a:prstTxWarp prst="textNoShape">
              <a:avLst/>
            </a:prstTxWarp>
          </a:bodyPr>
          <a:lstStyle/>
          <a:p>
            <a:endParaRPr lang="en-US"/>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8" y="135958"/>
            <a:ext cx="3333919" cy="7319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47647" y="3464562"/>
            <a:ext cx="7620001" cy="1969766"/>
          </a:xfrm>
          <a:prstGeom prst="rect">
            <a:avLst/>
          </a:prstGeom>
          <a:noFill/>
        </p:spPr>
        <p:txBody>
          <a:bodyPr wrap="square" lIns="121917" tIns="60958" rIns="121917" bIns="60958" rtlCol="0">
            <a:spAutoFit/>
          </a:bodyPr>
          <a:lstStyle/>
          <a:p>
            <a:pPr lvl="0"/>
            <a:r>
              <a:rPr lang="en-US" sz="4000" b="1" dirty="0">
                <a:solidFill>
                  <a:schemeClr val="tx1">
                    <a:lumMod val="85000"/>
                    <a:lumOff val="15000"/>
                  </a:schemeClr>
                </a:solidFill>
                <a:latin typeface="Ubuntu" panose="020B0504030602030204" pitchFamily="34" charset="0"/>
              </a:rPr>
              <a:t>Disney Supplier Visibility </a:t>
            </a:r>
          </a:p>
          <a:p>
            <a:pPr lvl="0"/>
            <a:r>
              <a:rPr kumimoji="0" lang="en-US" sz="4000" b="1" u="none" strike="noStrike" kern="1200" cap="none" spc="0" normalizeH="0" baseline="0" noProof="0" dirty="0">
                <a:ln>
                  <a:noFill/>
                </a:ln>
                <a:solidFill>
                  <a:schemeClr val="tx1">
                    <a:lumMod val="85000"/>
                    <a:lumOff val="15000"/>
                  </a:schemeClr>
                </a:solidFill>
                <a:effectLst/>
                <a:uLnTx/>
                <a:uFillTx/>
                <a:latin typeface="Ubuntu" panose="020B0504030602030204" pitchFamily="34" charset="0"/>
              </a:rPr>
              <a:t>Transformation Layer Data Model (Draft)</a:t>
            </a:r>
            <a:endParaRPr kumimoji="0" lang="en-US" sz="2700" b="0" u="none" strike="noStrike" kern="1200" cap="none" spc="0" normalizeH="0" baseline="0" noProof="0" dirty="0">
              <a:ln>
                <a:noFill/>
              </a:ln>
              <a:solidFill>
                <a:schemeClr val="tx1">
                  <a:lumMod val="85000"/>
                  <a:lumOff val="15000"/>
                </a:schemeClr>
              </a:solidFill>
              <a:effectLst/>
              <a:uLnTx/>
              <a:uFillTx/>
              <a:latin typeface="Ubuntu" panose="020B0504030602030204" pitchFamily="34" charset="0"/>
            </a:endParaRPr>
          </a:p>
        </p:txBody>
      </p:sp>
      <p:sp>
        <p:nvSpPr>
          <p:cNvPr id="11" name="Text Placeholder 10"/>
          <p:cNvSpPr>
            <a:spLocks noGrp="1"/>
          </p:cNvSpPr>
          <p:nvPr>
            <p:ph type="body" sz="quarter" idx="11"/>
          </p:nvPr>
        </p:nvSpPr>
        <p:spPr>
          <a:xfrm>
            <a:off x="252205" y="5486400"/>
            <a:ext cx="5544188" cy="502771"/>
          </a:xfrm>
          <a:prstGeom prst="rect">
            <a:avLst/>
          </a:prstGeom>
        </p:spPr>
        <p:txBody>
          <a:bodyPr lIns="0" tIns="0" rIns="0" bIns="0" anchor="ctr" anchorCtr="0">
            <a:noAutofit/>
          </a:bodyPr>
          <a:lstStyle/>
          <a:p>
            <a:r>
              <a:rPr lang="en-US" b="1" dirty="0">
                <a:solidFill>
                  <a:schemeClr val="tx1">
                    <a:lumMod val="85000"/>
                    <a:lumOff val="15000"/>
                  </a:schemeClr>
                </a:solidFill>
                <a:latin typeface="Ubuntu" panose="020B0504030602030204" pitchFamily="34" charset="0"/>
              </a:rPr>
              <a:t>June 2023</a:t>
            </a:r>
            <a:endParaRPr lang="en-US" sz="1900" b="1" dirty="0">
              <a:solidFill>
                <a:schemeClr val="tx1">
                  <a:lumMod val="85000"/>
                  <a:lumOff val="15000"/>
                </a:schemeClr>
              </a:solidFill>
              <a:latin typeface="Ubuntu" panose="020B0504030602030204" pitchFamily="34" charset="0"/>
            </a:endParaRPr>
          </a:p>
        </p:txBody>
      </p:sp>
      <p:pic>
        <p:nvPicPr>
          <p:cNvPr id="8" name="Picture 7">
            <a:extLst>
              <a:ext uri="{FF2B5EF4-FFF2-40B4-BE49-F238E27FC236}">
                <a16:creationId xmlns:a16="http://schemas.microsoft.com/office/drawing/2014/main" id="{2E9995BC-0909-4CFF-A85A-D14B135E4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5513557" y="652757"/>
            <a:ext cx="6689558" cy="5680444"/>
          </a:xfrm>
          <a:prstGeom prst="rect">
            <a:avLst/>
          </a:prstGeom>
        </p:spPr>
      </p:pic>
      <p:grpSp>
        <p:nvGrpSpPr>
          <p:cNvPr id="45" name="Group 44">
            <a:extLst>
              <a:ext uri="{FF2B5EF4-FFF2-40B4-BE49-F238E27FC236}">
                <a16:creationId xmlns:a16="http://schemas.microsoft.com/office/drawing/2014/main" id="{1EC60AAB-0F28-432A-83AC-997B6B77DD03}"/>
              </a:ext>
            </a:extLst>
          </p:cNvPr>
          <p:cNvGrpSpPr/>
          <p:nvPr/>
        </p:nvGrpSpPr>
        <p:grpSpPr>
          <a:xfrm>
            <a:off x="9639046" y="120844"/>
            <a:ext cx="681824" cy="640080"/>
            <a:chOff x="8741986" y="-32516"/>
            <a:chExt cx="681824" cy="640080"/>
          </a:xfrm>
        </p:grpSpPr>
        <p:sp>
          <p:nvSpPr>
            <p:cNvPr id="46" name="Oval 20">
              <a:extLst>
                <a:ext uri="{FF2B5EF4-FFF2-40B4-BE49-F238E27FC236}">
                  <a16:creationId xmlns:a16="http://schemas.microsoft.com/office/drawing/2014/main" id="{46CAB2A5-ABEA-40C6-BDD8-E8D30466FC18}"/>
                </a:ext>
              </a:extLst>
            </p:cNvPr>
            <p:cNvSpPr/>
            <p:nvPr/>
          </p:nvSpPr>
          <p:spPr>
            <a:xfrm>
              <a:off x="8741986" y="-32516"/>
              <a:ext cx="681824" cy="640080"/>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070AD"/>
            </a:solidFill>
            <a:ln w="12700" cap="flat" cmpd="sng" algn="ctr">
              <a:noFill/>
              <a:prstDash val="solid"/>
              <a:miter lim="800000"/>
            </a:ln>
            <a:effectLst/>
          </p:spPr>
          <p:txBody>
            <a:bodyPr bIns="18288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PT" sz="1000" b="1" i="0" u="none" strike="noStrike" kern="0" cap="none" spc="0" normalizeH="0" baseline="0" noProof="0">
                <a:ln>
                  <a:noFill/>
                </a:ln>
                <a:solidFill>
                  <a:prstClr val="white"/>
                </a:solidFill>
                <a:effectLst/>
                <a:uLnTx/>
                <a:uFillTx/>
              </a:endParaRPr>
            </a:p>
          </p:txBody>
        </p:sp>
        <p:sp>
          <p:nvSpPr>
            <p:cNvPr id="47" name="Freeform 88">
              <a:extLst>
                <a:ext uri="{FF2B5EF4-FFF2-40B4-BE49-F238E27FC236}">
                  <a16:creationId xmlns:a16="http://schemas.microsoft.com/office/drawing/2014/main" id="{02D94CC9-6F34-4E22-B10A-A5B59671E36C}"/>
                </a:ext>
              </a:extLst>
            </p:cNvPr>
            <p:cNvSpPr>
              <a:spLocks/>
            </p:cNvSpPr>
            <p:nvPr/>
          </p:nvSpPr>
          <p:spPr bwMode="auto">
            <a:xfrm>
              <a:off x="8874665" y="169793"/>
              <a:ext cx="437283" cy="252575"/>
            </a:xfrm>
            <a:custGeom>
              <a:avLst/>
              <a:gdLst>
                <a:gd name="T0" fmla="*/ 233 w 240"/>
                <a:gd name="T1" fmla="*/ 70 h 150"/>
                <a:gd name="T2" fmla="*/ 171 w 240"/>
                <a:gd name="T3" fmla="*/ 41 h 150"/>
                <a:gd name="T4" fmla="*/ 111 w 240"/>
                <a:gd name="T5" fmla="*/ 2 h 150"/>
                <a:gd name="T6" fmla="*/ 48 w 240"/>
                <a:gd name="T7" fmla="*/ 52 h 150"/>
                <a:gd name="T8" fmla="*/ 1 w 240"/>
                <a:gd name="T9" fmla="*/ 90 h 150"/>
                <a:gd name="T10" fmla="*/ 1 w 240"/>
                <a:gd name="T11" fmla="*/ 90 h 150"/>
                <a:gd name="T12" fmla="*/ 95 w 240"/>
                <a:gd name="T13" fmla="*/ 138 h 150"/>
                <a:gd name="T14" fmla="*/ 95 w 240"/>
                <a:gd name="T15" fmla="*/ 138 h 150"/>
                <a:gd name="T16" fmla="*/ 207 w 240"/>
                <a:gd name="T17" fmla="*/ 115 h 150"/>
                <a:gd name="T18" fmla="*/ 231 w 240"/>
                <a:gd name="T19" fmla="*/ 118 h 150"/>
                <a:gd name="T20" fmla="*/ 233 w 240"/>
                <a:gd name="T21" fmla="*/ 7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0" h="150">
                  <a:moveTo>
                    <a:pt x="233" y="70"/>
                  </a:moveTo>
                  <a:cubicBezTo>
                    <a:pt x="223" y="47"/>
                    <a:pt x="200" y="34"/>
                    <a:pt x="171" y="41"/>
                  </a:cubicBezTo>
                  <a:cubicBezTo>
                    <a:pt x="171" y="41"/>
                    <a:pt x="157" y="0"/>
                    <a:pt x="111" y="2"/>
                  </a:cubicBezTo>
                  <a:cubicBezTo>
                    <a:pt x="73" y="4"/>
                    <a:pt x="52" y="30"/>
                    <a:pt x="48" y="52"/>
                  </a:cubicBezTo>
                  <a:cubicBezTo>
                    <a:pt x="30" y="47"/>
                    <a:pt x="0" y="61"/>
                    <a:pt x="1" y="90"/>
                  </a:cubicBezTo>
                  <a:cubicBezTo>
                    <a:pt x="1" y="90"/>
                    <a:pt x="1" y="90"/>
                    <a:pt x="1" y="90"/>
                  </a:cubicBezTo>
                  <a:cubicBezTo>
                    <a:pt x="2" y="150"/>
                    <a:pt x="78" y="141"/>
                    <a:pt x="95" y="138"/>
                  </a:cubicBezTo>
                  <a:cubicBezTo>
                    <a:pt x="95" y="138"/>
                    <a:pt x="95" y="138"/>
                    <a:pt x="95" y="138"/>
                  </a:cubicBezTo>
                  <a:cubicBezTo>
                    <a:pt x="120" y="135"/>
                    <a:pt x="162" y="115"/>
                    <a:pt x="207" y="115"/>
                  </a:cubicBezTo>
                  <a:cubicBezTo>
                    <a:pt x="216" y="115"/>
                    <a:pt x="224" y="116"/>
                    <a:pt x="231" y="118"/>
                  </a:cubicBezTo>
                  <a:cubicBezTo>
                    <a:pt x="236" y="106"/>
                    <a:pt x="240" y="89"/>
                    <a:pt x="233" y="7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grpSp>
        <p:nvGrpSpPr>
          <p:cNvPr id="48" name="Group 47">
            <a:extLst>
              <a:ext uri="{FF2B5EF4-FFF2-40B4-BE49-F238E27FC236}">
                <a16:creationId xmlns:a16="http://schemas.microsoft.com/office/drawing/2014/main" id="{7C598BB1-5786-46B3-BDAF-85F07382302F}"/>
              </a:ext>
            </a:extLst>
          </p:cNvPr>
          <p:cNvGrpSpPr/>
          <p:nvPr/>
        </p:nvGrpSpPr>
        <p:grpSpPr>
          <a:xfrm>
            <a:off x="10465915" y="36761"/>
            <a:ext cx="681824" cy="640080"/>
            <a:chOff x="10465915" y="120844"/>
            <a:chExt cx="681824" cy="640080"/>
          </a:xfrm>
        </p:grpSpPr>
        <p:sp>
          <p:nvSpPr>
            <p:cNvPr id="49" name="Oval 20">
              <a:extLst>
                <a:ext uri="{FF2B5EF4-FFF2-40B4-BE49-F238E27FC236}">
                  <a16:creationId xmlns:a16="http://schemas.microsoft.com/office/drawing/2014/main" id="{885C348B-BFC4-415B-B365-8E948669F3DA}"/>
                </a:ext>
              </a:extLst>
            </p:cNvPr>
            <p:cNvSpPr/>
            <p:nvPr/>
          </p:nvSpPr>
          <p:spPr>
            <a:xfrm>
              <a:off x="10465915" y="120844"/>
              <a:ext cx="681824" cy="640080"/>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CB2980"/>
            </a:solidFill>
            <a:ln w="12700" cap="flat" cmpd="sng" algn="ctr">
              <a:noFill/>
              <a:prstDash val="solid"/>
              <a:miter lim="800000"/>
            </a:ln>
            <a:effectLst/>
          </p:spPr>
          <p:txBody>
            <a:bodyPr bIns="18288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PT" sz="1000" b="1" i="0" u="none" strike="noStrike" kern="0" cap="none" spc="0" normalizeH="0" baseline="0" noProof="0">
                <a:ln>
                  <a:noFill/>
                </a:ln>
                <a:solidFill>
                  <a:prstClr val="white"/>
                </a:solidFill>
                <a:effectLst/>
                <a:uLnTx/>
                <a:uFillTx/>
              </a:endParaRPr>
            </a:p>
          </p:txBody>
        </p:sp>
        <p:grpSp>
          <p:nvGrpSpPr>
            <p:cNvPr id="50" name="Group 49">
              <a:extLst>
                <a:ext uri="{FF2B5EF4-FFF2-40B4-BE49-F238E27FC236}">
                  <a16:creationId xmlns:a16="http://schemas.microsoft.com/office/drawing/2014/main" id="{B1EF47BC-D6B1-49D2-A635-F31D4423AC3B}"/>
                </a:ext>
              </a:extLst>
            </p:cNvPr>
            <p:cNvGrpSpPr>
              <a:grpSpLocks noChangeAspect="1"/>
            </p:cNvGrpSpPr>
            <p:nvPr/>
          </p:nvGrpSpPr>
          <p:grpSpPr>
            <a:xfrm>
              <a:off x="10626094" y="249362"/>
              <a:ext cx="378018" cy="372093"/>
              <a:chOff x="10213974" y="5827713"/>
              <a:chExt cx="506412" cy="498475"/>
            </a:xfrm>
          </p:grpSpPr>
          <p:sp>
            <p:nvSpPr>
              <p:cNvPr id="51" name="Oval 218">
                <a:extLst>
                  <a:ext uri="{FF2B5EF4-FFF2-40B4-BE49-F238E27FC236}">
                    <a16:creationId xmlns:a16="http://schemas.microsoft.com/office/drawing/2014/main" id="{729B3369-E539-4058-A4B2-26B0861FC953}"/>
                  </a:ext>
                </a:extLst>
              </p:cNvPr>
              <p:cNvSpPr>
                <a:spLocks noChangeArrowheads="1"/>
              </p:cNvSpPr>
              <p:nvPr/>
            </p:nvSpPr>
            <p:spPr bwMode="auto">
              <a:xfrm>
                <a:off x="10213974" y="5876925"/>
                <a:ext cx="446087" cy="449263"/>
              </a:xfrm>
              <a:prstGeom prst="ellipse">
                <a:avLst/>
              </a:pr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52" name="Freeform 219">
                <a:extLst>
                  <a:ext uri="{FF2B5EF4-FFF2-40B4-BE49-F238E27FC236}">
                    <a16:creationId xmlns:a16="http://schemas.microsoft.com/office/drawing/2014/main" id="{80D9B90D-5523-4775-B98E-7B9973A40887}"/>
                  </a:ext>
                </a:extLst>
              </p:cNvPr>
              <p:cNvSpPr>
                <a:spLocks/>
              </p:cNvSpPr>
              <p:nvPr/>
            </p:nvSpPr>
            <p:spPr bwMode="auto">
              <a:xfrm>
                <a:off x="10436224" y="5827713"/>
                <a:ext cx="284162" cy="282575"/>
              </a:xfrm>
              <a:custGeom>
                <a:avLst/>
                <a:gdLst>
                  <a:gd name="T0" fmla="*/ 127 w 148"/>
                  <a:gd name="T1" fmla="*/ 110 h 146"/>
                  <a:gd name="T2" fmla="*/ 18 w 148"/>
                  <a:gd name="T3" fmla="*/ 140 h 146"/>
                  <a:gd name="T4" fmla="*/ 6 w 148"/>
                  <a:gd name="T5" fmla="*/ 128 h 146"/>
                  <a:gd name="T6" fmla="*/ 39 w 148"/>
                  <a:gd name="T7" fmla="*/ 7 h 146"/>
                  <a:gd name="T8" fmla="*/ 41 w 148"/>
                  <a:gd name="T9" fmla="*/ 0 h 146"/>
                  <a:gd name="T10" fmla="*/ 103 w 148"/>
                  <a:gd name="T11" fmla="*/ 43 h 146"/>
                  <a:gd name="T12" fmla="*/ 136 w 148"/>
                  <a:gd name="T13" fmla="*/ 90 h 146"/>
                  <a:gd name="T14" fmla="*/ 127 w 148"/>
                  <a:gd name="T15" fmla="*/ 110 h 1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46">
                    <a:moveTo>
                      <a:pt x="127" y="110"/>
                    </a:moveTo>
                    <a:cubicBezTo>
                      <a:pt x="18" y="140"/>
                      <a:pt x="18" y="140"/>
                      <a:pt x="18" y="140"/>
                    </a:cubicBezTo>
                    <a:cubicBezTo>
                      <a:pt x="18" y="140"/>
                      <a:pt x="0" y="146"/>
                      <a:pt x="6" y="128"/>
                    </a:cubicBezTo>
                    <a:cubicBezTo>
                      <a:pt x="39" y="7"/>
                      <a:pt x="39" y="7"/>
                      <a:pt x="39" y="7"/>
                    </a:cubicBezTo>
                    <a:cubicBezTo>
                      <a:pt x="41" y="0"/>
                      <a:pt x="41" y="0"/>
                      <a:pt x="41" y="0"/>
                    </a:cubicBezTo>
                    <a:cubicBezTo>
                      <a:pt x="41" y="0"/>
                      <a:pt x="67" y="7"/>
                      <a:pt x="103" y="43"/>
                    </a:cubicBezTo>
                    <a:cubicBezTo>
                      <a:pt x="122" y="62"/>
                      <a:pt x="136" y="90"/>
                      <a:pt x="136" y="90"/>
                    </a:cubicBezTo>
                    <a:cubicBezTo>
                      <a:pt x="136" y="90"/>
                      <a:pt x="148" y="107"/>
                      <a:pt x="127" y="110"/>
                    </a:cubicBezTo>
                    <a:close/>
                  </a:path>
                </a:pathLst>
              </a:custGeom>
              <a:solidFill>
                <a:srgbClr val="8EC63E"/>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53" name="Freeform 220">
                <a:extLst>
                  <a:ext uri="{FF2B5EF4-FFF2-40B4-BE49-F238E27FC236}">
                    <a16:creationId xmlns:a16="http://schemas.microsoft.com/office/drawing/2014/main" id="{84583050-6641-4113-84D5-16095BA91D01}"/>
                  </a:ext>
                </a:extLst>
              </p:cNvPr>
              <p:cNvSpPr>
                <a:spLocks/>
              </p:cNvSpPr>
              <p:nvPr/>
            </p:nvSpPr>
            <p:spPr bwMode="auto">
              <a:xfrm>
                <a:off x="10263187" y="5964238"/>
                <a:ext cx="149225" cy="274638"/>
              </a:xfrm>
              <a:custGeom>
                <a:avLst/>
                <a:gdLst>
                  <a:gd name="T0" fmla="*/ 30 w 78"/>
                  <a:gd name="T1" fmla="*/ 123 h 142"/>
                  <a:gd name="T2" fmla="*/ 11 w 78"/>
                  <a:gd name="T3" fmla="*/ 119 h 142"/>
                  <a:gd name="T4" fmla="*/ 0 w 78"/>
                  <a:gd name="T5" fmla="*/ 115 h 142"/>
                  <a:gd name="T6" fmla="*/ 7 w 78"/>
                  <a:gd name="T7" fmla="*/ 97 h 142"/>
                  <a:gd name="T8" fmla="*/ 20 w 78"/>
                  <a:gd name="T9" fmla="*/ 102 h 142"/>
                  <a:gd name="T10" fmla="*/ 36 w 78"/>
                  <a:gd name="T11" fmla="*/ 104 h 142"/>
                  <a:gd name="T12" fmla="*/ 50 w 78"/>
                  <a:gd name="T13" fmla="*/ 101 h 142"/>
                  <a:gd name="T14" fmla="*/ 53 w 78"/>
                  <a:gd name="T15" fmla="*/ 94 h 142"/>
                  <a:gd name="T16" fmla="*/ 52 w 78"/>
                  <a:gd name="T17" fmla="*/ 89 h 142"/>
                  <a:gd name="T18" fmla="*/ 48 w 78"/>
                  <a:gd name="T19" fmla="*/ 85 h 142"/>
                  <a:gd name="T20" fmla="*/ 41 w 78"/>
                  <a:gd name="T21" fmla="*/ 81 h 142"/>
                  <a:gd name="T22" fmla="*/ 31 w 78"/>
                  <a:gd name="T23" fmla="*/ 78 h 142"/>
                  <a:gd name="T24" fmla="*/ 21 w 78"/>
                  <a:gd name="T25" fmla="*/ 73 h 142"/>
                  <a:gd name="T26" fmla="*/ 12 w 78"/>
                  <a:gd name="T27" fmla="*/ 68 h 142"/>
                  <a:gd name="T28" fmla="*/ 5 w 78"/>
                  <a:gd name="T29" fmla="*/ 59 h 142"/>
                  <a:gd name="T30" fmla="*/ 3 w 78"/>
                  <a:gd name="T31" fmla="*/ 48 h 142"/>
                  <a:gd name="T32" fmla="*/ 4 w 78"/>
                  <a:gd name="T33" fmla="*/ 37 h 142"/>
                  <a:gd name="T34" fmla="*/ 9 w 78"/>
                  <a:gd name="T35" fmla="*/ 28 h 142"/>
                  <a:gd name="T36" fmla="*/ 17 w 78"/>
                  <a:gd name="T37" fmla="*/ 22 h 142"/>
                  <a:gd name="T38" fmla="*/ 30 w 78"/>
                  <a:gd name="T39" fmla="*/ 18 h 142"/>
                  <a:gd name="T40" fmla="*/ 30 w 78"/>
                  <a:gd name="T41" fmla="*/ 0 h 142"/>
                  <a:gd name="T42" fmla="*/ 50 w 78"/>
                  <a:gd name="T43" fmla="*/ 0 h 142"/>
                  <a:gd name="T44" fmla="*/ 50 w 78"/>
                  <a:gd name="T45" fmla="*/ 17 h 142"/>
                  <a:gd name="T46" fmla="*/ 64 w 78"/>
                  <a:gd name="T47" fmla="*/ 19 h 142"/>
                  <a:gd name="T48" fmla="*/ 74 w 78"/>
                  <a:gd name="T49" fmla="*/ 23 h 142"/>
                  <a:gd name="T50" fmla="*/ 69 w 78"/>
                  <a:gd name="T51" fmla="*/ 42 h 142"/>
                  <a:gd name="T52" fmla="*/ 56 w 78"/>
                  <a:gd name="T53" fmla="*/ 38 h 142"/>
                  <a:gd name="T54" fmla="*/ 42 w 78"/>
                  <a:gd name="T55" fmla="*/ 36 h 142"/>
                  <a:gd name="T56" fmla="*/ 31 w 78"/>
                  <a:gd name="T57" fmla="*/ 39 h 142"/>
                  <a:gd name="T58" fmla="*/ 27 w 78"/>
                  <a:gd name="T59" fmla="*/ 46 h 142"/>
                  <a:gd name="T60" fmla="*/ 28 w 78"/>
                  <a:gd name="T61" fmla="*/ 50 h 142"/>
                  <a:gd name="T62" fmla="*/ 32 w 78"/>
                  <a:gd name="T63" fmla="*/ 53 h 142"/>
                  <a:gd name="T64" fmla="*/ 37 w 78"/>
                  <a:gd name="T65" fmla="*/ 56 h 142"/>
                  <a:gd name="T66" fmla="*/ 45 w 78"/>
                  <a:gd name="T67" fmla="*/ 59 h 142"/>
                  <a:gd name="T68" fmla="*/ 58 w 78"/>
                  <a:gd name="T69" fmla="*/ 65 h 142"/>
                  <a:gd name="T70" fmla="*/ 69 w 78"/>
                  <a:gd name="T71" fmla="*/ 72 h 142"/>
                  <a:gd name="T72" fmla="*/ 75 w 78"/>
                  <a:gd name="T73" fmla="*/ 81 h 142"/>
                  <a:gd name="T74" fmla="*/ 78 w 78"/>
                  <a:gd name="T75" fmla="*/ 93 h 142"/>
                  <a:gd name="T76" fmla="*/ 77 w 78"/>
                  <a:gd name="T77" fmla="*/ 103 h 142"/>
                  <a:gd name="T78" fmla="*/ 72 w 78"/>
                  <a:gd name="T79" fmla="*/ 112 h 142"/>
                  <a:gd name="T80" fmla="*/ 63 w 78"/>
                  <a:gd name="T81" fmla="*/ 118 h 142"/>
                  <a:gd name="T82" fmla="*/ 50 w 78"/>
                  <a:gd name="T83" fmla="*/ 123 h 142"/>
                  <a:gd name="T84" fmla="*/ 50 w 78"/>
                  <a:gd name="T85" fmla="*/ 142 h 142"/>
                  <a:gd name="T86" fmla="*/ 30 w 78"/>
                  <a:gd name="T87" fmla="*/ 142 h 142"/>
                  <a:gd name="T88" fmla="*/ 30 w 78"/>
                  <a:gd name="T89" fmla="*/ 12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8" h="142">
                    <a:moveTo>
                      <a:pt x="30" y="123"/>
                    </a:moveTo>
                    <a:cubicBezTo>
                      <a:pt x="22" y="122"/>
                      <a:pt x="15" y="121"/>
                      <a:pt x="11" y="119"/>
                    </a:cubicBezTo>
                    <a:cubicBezTo>
                      <a:pt x="6" y="118"/>
                      <a:pt x="2" y="116"/>
                      <a:pt x="0" y="115"/>
                    </a:cubicBezTo>
                    <a:cubicBezTo>
                      <a:pt x="7" y="97"/>
                      <a:pt x="7" y="97"/>
                      <a:pt x="7" y="97"/>
                    </a:cubicBezTo>
                    <a:cubicBezTo>
                      <a:pt x="10" y="98"/>
                      <a:pt x="15" y="100"/>
                      <a:pt x="20" y="102"/>
                    </a:cubicBezTo>
                    <a:cubicBezTo>
                      <a:pt x="25" y="103"/>
                      <a:pt x="31" y="104"/>
                      <a:pt x="36" y="104"/>
                    </a:cubicBezTo>
                    <a:cubicBezTo>
                      <a:pt x="43" y="104"/>
                      <a:pt x="47" y="103"/>
                      <a:pt x="50" y="101"/>
                    </a:cubicBezTo>
                    <a:cubicBezTo>
                      <a:pt x="52" y="99"/>
                      <a:pt x="53" y="97"/>
                      <a:pt x="53" y="94"/>
                    </a:cubicBezTo>
                    <a:cubicBezTo>
                      <a:pt x="53" y="92"/>
                      <a:pt x="53" y="90"/>
                      <a:pt x="52" y="89"/>
                    </a:cubicBezTo>
                    <a:cubicBezTo>
                      <a:pt x="51" y="87"/>
                      <a:pt x="50" y="86"/>
                      <a:pt x="48" y="85"/>
                    </a:cubicBezTo>
                    <a:cubicBezTo>
                      <a:pt x="46" y="83"/>
                      <a:pt x="44" y="82"/>
                      <a:pt x="41" y="81"/>
                    </a:cubicBezTo>
                    <a:cubicBezTo>
                      <a:pt x="38" y="80"/>
                      <a:pt x="35" y="79"/>
                      <a:pt x="31" y="78"/>
                    </a:cubicBezTo>
                    <a:cubicBezTo>
                      <a:pt x="28" y="76"/>
                      <a:pt x="24" y="75"/>
                      <a:pt x="21" y="73"/>
                    </a:cubicBezTo>
                    <a:cubicBezTo>
                      <a:pt x="18" y="72"/>
                      <a:pt x="15" y="70"/>
                      <a:pt x="12" y="68"/>
                    </a:cubicBezTo>
                    <a:cubicBezTo>
                      <a:pt x="9" y="65"/>
                      <a:pt x="7" y="63"/>
                      <a:pt x="5" y="59"/>
                    </a:cubicBezTo>
                    <a:cubicBezTo>
                      <a:pt x="4" y="56"/>
                      <a:pt x="3" y="52"/>
                      <a:pt x="3" y="48"/>
                    </a:cubicBezTo>
                    <a:cubicBezTo>
                      <a:pt x="3" y="44"/>
                      <a:pt x="3" y="41"/>
                      <a:pt x="4" y="37"/>
                    </a:cubicBezTo>
                    <a:cubicBezTo>
                      <a:pt x="5" y="34"/>
                      <a:pt x="7" y="31"/>
                      <a:pt x="9" y="28"/>
                    </a:cubicBezTo>
                    <a:cubicBezTo>
                      <a:pt x="11" y="26"/>
                      <a:pt x="14" y="24"/>
                      <a:pt x="17" y="22"/>
                    </a:cubicBezTo>
                    <a:cubicBezTo>
                      <a:pt x="21" y="20"/>
                      <a:pt x="25" y="18"/>
                      <a:pt x="30" y="18"/>
                    </a:cubicBezTo>
                    <a:cubicBezTo>
                      <a:pt x="30" y="0"/>
                      <a:pt x="30" y="0"/>
                      <a:pt x="30" y="0"/>
                    </a:cubicBezTo>
                    <a:cubicBezTo>
                      <a:pt x="50" y="0"/>
                      <a:pt x="50" y="0"/>
                      <a:pt x="50" y="0"/>
                    </a:cubicBezTo>
                    <a:cubicBezTo>
                      <a:pt x="50" y="17"/>
                      <a:pt x="50" y="17"/>
                      <a:pt x="50" y="17"/>
                    </a:cubicBezTo>
                    <a:cubicBezTo>
                      <a:pt x="55" y="17"/>
                      <a:pt x="60" y="18"/>
                      <a:pt x="64" y="19"/>
                    </a:cubicBezTo>
                    <a:cubicBezTo>
                      <a:pt x="68" y="20"/>
                      <a:pt x="71" y="21"/>
                      <a:pt x="74" y="23"/>
                    </a:cubicBezTo>
                    <a:cubicBezTo>
                      <a:pt x="69" y="42"/>
                      <a:pt x="69" y="42"/>
                      <a:pt x="69" y="42"/>
                    </a:cubicBezTo>
                    <a:cubicBezTo>
                      <a:pt x="65" y="40"/>
                      <a:pt x="61" y="39"/>
                      <a:pt x="56" y="38"/>
                    </a:cubicBezTo>
                    <a:cubicBezTo>
                      <a:pt x="52" y="37"/>
                      <a:pt x="47" y="36"/>
                      <a:pt x="42" y="36"/>
                    </a:cubicBezTo>
                    <a:cubicBezTo>
                      <a:pt x="37" y="36"/>
                      <a:pt x="33" y="37"/>
                      <a:pt x="31" y="39"/>
                    </a:cubicBezTo>
                    <a:cubicBezTo>
                      <a:pt x="28" y="41"/>
                      <a:pt x="27" y="43"/>
                      <a:pt x="27" y="46"/>
                    </a:cubicBezTo>
                    <a:cubicBezTo>
                      <a:pt x="27" y="47"/>
                      <a:pt x="28" y="49"/>
                      <a:pt x="28" y="50"/>
                    </a:cubicBezTo>
                    <a:cubicBezTo>
                      <a:pt x="29" y="51"/>
                      <a:pt x="30" y="52"/>
                      <a:pt x="32" y="53"/>
                    </a:cubicBezTo>
                    <a:cubicBezTo>
                      <a:pt x="33" y="54"/>
                      <a:pt x="35" y="55"/>
                      <a:pt x="37" y="56"/>
                    </a:cubicBezTo>
                    <a:cubicBezTo>
                      <a:pt x="39" y="57"/>
                      <a:pt x="42" y="58"/>
                      <a:pt x="45" y="59"/>
                    </a:cubicBezTo>
                    <a:cubicBezTo>
                      <a:pt x="50" y="61"/>
                      <a:pt x="54" y="63"/>
                      <a:pt x="58" y="65"/>
                    </a:cubicBezTo>
                    <a:cubicBezTo>
                      <a:pt x="62" y="67"/>
                      <a:pt x="66" y="69"/>
                      <a:pt x="69" y="72"/>
                    </a:cubicBezTo>
                    <a:cubicBezTo>
                      <a:pt x="72" y="74"/>
                      <a:pt x="74" y="77"/>
                      <a:pt x="75" y="81"/>
                    </a:cubicBezTo>
                    <a:cubicBezTo>
                      <a:pt x="77" y="84"/>
                      <a:pt x="78" y="89"/>
                      <a:pt x="78" y="93"/>
                    </a:cubicBezTo>
                    <a:cubicBezTo>
                      <a:pt x="78" y="96"/>
                      <a:pt x="77" y="100"/>
                      <a:pt x="77" y="103"/>
                    </a:cubicBezTo>
                    <a:cubicBezTo>
                      <a:pt x="76" y="106"/>
                      <a:pt x="74" y="109"/>
                      <a:pt x="72" y="112"/>
                    </a:cubicBezTo>
                    <a:cubicBezTo>
                      <a:pt x="69" y="114"/>
                      <a:pt x="67" y="116"/>
                      <a:pt x="63" y="118"/>
                    </a:cubicBezTo>
                    <a:cubicBezTo>
                      <a:pt x="59" y="120"/>
                      <a:pt x="55" y="122"/>
                      <a:pt x="50" y="123"/>
                    </a:cubicBezTo>
                    <a:cubicBezTo>
                      <a:pt x="50" y="142"/>
                      <a:pt x="50" y="142"/>
                      <a:pt x="50" y="142"/>
                    </a:cubicBezTo>
                    <a:cubicBezTo>
                      <a:pt x="30" y="142"/>
                      <a:pt x="30" y="142"/>
                      <a:pt x="30" y="142"/>
                    </a:cubicBezTo>
                    <a:lnTo>
                      <a:pt x="30" y="123"/>
                    </a:lnTo>
                    <a:close/>
                  </a:path>
                </a:pathLst>
              </a:custGeom>
              <a:solidFill>
                <a:srgbClr val="CB298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grpSp>
      <p:grpSp>
        <p:nvGrpSpPr>
          <p:cNvPr id="54" name="Group 53">
            <a:extLst>
              <a:ext uri="{FF2B5EF4-FFF2-40B4-BE49-F238E27FC236}">
                <a16:creationId xmlns:a16="http://schemas.microsoft.com/office/drawing/2014/main" id="{FC8AA5FE-2BA4-44A0-9F56-FCD17AF188E6}"/>
              </a:ext>
            </a:extLst>
          </p:cNvPr>
          <p:cNvGrpSpPr/>
          <p:nvPr/>
        </p:nvGrpSpPr>
        <p:grpSpPr>
          <a:xfrm>
            <a:off x="11292784" y="120844"/>
            <a:ext cx="681824" cy="640080"/>
            <a:chOff x="11292784" y="120844"/>
            <a:chExt cx="681824" cy="640080"/>
          </a:xfrm>
        </p:grpSpPr>
        <p:sp>
          <p:nvSpPr>
            <p:cNvPr id="55" name="Oval 20">
              <a:extLst>
                <a:ext uri="{FF2B5EF4-FFF2-40B4-BE49-F238E27FC236}">
                  <a16:creationId xmlns:a16="http://schemas.microsoft.com/office/drawing/2014/main" id="{94F64983-594D-471E-96F1-07347764CACA}"/>
                </a:ext>
              </a:extLst>
            </p:cNvPr>
            <p:cNvSpPr/>
            <p:nvPr/>
          </p:nvSpPr>
          <p:spPr>
            <a:xfrm>
              <a:off x="11292784" y="120844"/>
              <a:ext cx="681824" cy="640080"/>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0F999C"/>
            </a:solidFill>
            <a:ln w="12700" cap="flat" cmpd="sng" algn="ctr">
              <a:noFill/>
              <a:prstDash val="solid"/>
              <a:miter lim="800000"/>
            </a:ln>
            <a:effectLst/>
          </p:spPr>
          <p:txBody>
            <a:bodyPr bIns="182880" rtlCol="0" anchor="b"/>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PT" sz="1000" b="1" i="0" u="none" strike="noStrike" kern="0" cap="none" spc="0" normalizeH="0" baseline="0" noProof="0">
                <a:ln>
                  <a:noFill/>
                </a:ln>
                <a:solidFill>
                  <a:prstClr val="white"/>
                </a:solidFill>
                <a:effectLst/>
                <a:uLnTx/>
                <a:uFillTx/>
              </a:endParaRPr>
            </a:p>
          </p:txBody>
        </p:sp>
        <p:grpSp>
          <p:nvGrpSpPr>
            <p:cNvPr id="56" name="Group 55">
              <a:extLst>
                <a:ext uri="{FF2B5EF4-FFF2-40B4-BE49-F238E27FC236}">
                  <a16:creationId xmlns:a16="http://schemas.microsoft.com/office/drawing/2014/main" id="{6F2F5296-C79C-42EE-A00D-5EA46B65CAC2}"/>
                </a:ext>
              </a:extLst>
            </p:cNvPr>
            <p:cNvGrpSpPr/>
            <p:nvPr/>
          </p:nvGrpSpPr>
          <p:grpSpPr>
            <a:xfrm>
              <a:off x="11456391" y="301444"/>
              <a:ext cx="354609" cy="274284"/>
              <a:chOff x="568325" y="4824415"/>
              <a:chExt cx="420687" cy="350839"/>
            </a:xfrm>
          </p:grpSpPr>
          <p:sp>
            <p:nvSpPr>
              <p:cNvPr id="57" name="Freeform 185">
                <a:extLst>
                  <a:ext uri="{FF2B5EF4-FFF2-40B4-BE49-F238E27FC236}">
                    <a16:creationId xmlns:a16="http://schemas.microsoft.com/office/drawing/2014/main" id="{AE608F22-46E3-4AF3-BF21-2CEA980C3928}"/>
                  </a:ext>
                </a:extLst>
              </p:cNvPr>
              <p:cNvSpPr>
                <a:spLocks/>
              </p:cNvSpPr>
              <p:nvPr/>
            </p:nvSpPr>
            <p:spPr bwMode="auto">
              <a:xfrm>
                <a:off x="568325" y="4824415"/>
                <a:ext cx="420687" cy="207963"/>
              </a:xfrm>
              <a:custGeom>
                <a:avLst/>
                <a:gdLst>
                  <a:gd name="T0" fmla="*/ 148 w 219"/>
                  <a:gd name="T1" fmla="*/ 0 h 108"/>
                  <a:gd name="T2" fmla="*/ 149 w 219"/>
                  <a:gd name="T3" fmla="*/ 0 h 108"/>
                  <a:gd name="T4" fmla="*/ 219 w 219"/>
                  <a:gd name="T5" fmla="*/ 9 h 108"/>
                  <a:gd name="T6" fmla="*/ 219 w 219"/>
                  <a:gd name="T7" fmla="*/ 10 h 108"/>
                  <a:gd name="T8" fmla="*/ 194 w 219"/>
                  <a:gd name="T9" fmla="*/ 75 h 108"/>
                  <a:gd name="T10" fmla="*/ 179 w 219"/>
                  <a:gd name="T11" fmla="*/ 51 h 108"/>
                  <a:gd name="T12" fmla="*/ 107 w 219"/>
                  <a:gd name="T13" fmla="*/ 93 h 108"/>
                  <a:gd name="T14" fmla="*/ 96 w 219"/>
                  <a:gd name="T15" fmla="*/ 83 h 108"/>
                  <a:gd name="T16" fmla="*/ 85 w 219"/>
                  <a:gd name="T17" fmla="*/ 72 h 108"/>
                  <a:gd name="T18" fmla="*/ 16 w 219"/>
                  <a:gd name="T19" fmla="*/ 108 h 108"/>
                  <a:gd name="T20" fmla="*/ 1 w 219"/>
                  <a:gd name="T21" fmla="*/ 82 h 108"/>
                  <a:gd name="T22" fmla="*/ 1 w 219"/>
                  <a:gd name="T23" fmla="*/ 81 h 108"/>
                  <a:gd name="T24" fmla="*/ 90 w 219"/>
                  <a:gd name="T25" fmla="*/ 35 h 108"/>
                  <a:gd name="T26" fmla="*/ 102 w 219"/>
                  <a:gd name="T27" fmla="*/ 44 h 108"/>
                  <a:gd name="T28" fmla="*/ 112 w 219"/>
                  <a:gd name="T29" fmla="*/ 55 h 108"/>
                  <a:gd name="T30" fmla="*/ 163 w 219"/>
                  <a:gd name="T31" fmla="*/ 25 h 108"/>
                  <a:gd name="T32" fmla="*/ 148 w 219"/>
                  <a:gd name="T3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08">
                    <a:moveTo>
                      <a:pt x="148" y="0"/>
                    </a:moveTo>
                    <a:cubicBezTo>
                      <a:pt x="148" y="0"/>
                      <a:pt x="148" y="0"/>
                      <a:pt x="149" y="0"/>
                    </a:cubicBezTo>
                    <a:cubicBezTo>
                      <a:pt x="172" y="3"/>
                      <a:pt x="196" y="6"/>
                      <a:pt x="219" y="9"/>
                    </a:cubicBezTo>
                    <a:cubicBezTo>
                      <a:pt x="219" y="9"/>
                      <a:pt x="219" y="9"/>
                      <a:pt x="219" y="10"/>
                    </a:cubicBezTo>
                    <a:cubicBezTo>
                      <a:pt x="215" y="31"/>
                      <a:pt x="208" y="53"/>
                      <a:pt x="194" y="75"/>
                    </a:cubicBezTo>
                    <a:cubicBezTo>
                      <a:pt x="189" y="68"/>
                      <a:pt x="183" y="62"/>
                      <a:pt x="179" y="51"/>
                    </a:cubicBezTo>
                    <a:cubicBezTo>
                      <a:pt x="155" y="65"/>
                      <a:pt x="131" y="79"/>
                      <a:pt x="107" y="93"/>
                    </a:cubicBezTo>
                    <a:cubicBezTo>
                      <a:pt x="103" y="91"/>
                      <a:pt x="99" y="87"/>
                      <a:pt x="96" y="83"/>
                    </a:cubicBezTo>
                    <a:cubicBezTo>
                      <a:pt x="92" y="79"/>
                      <a:pt x="89" y="75"/>
                      <a:pt x="85" y="72"/>
                    </a:cubicBezTo>
                    <a:cubicBezTo>
                      <a:pt x="62" y="84"/>
                      <a:pt x="39" y="96"/>
                      <a:pt x="16" y="108"/>
                    </a:cubicBezTo>
                    <a:cubicBezTo>
                      <a:pt x="14" y="99"/>
                      <a:pt x="0" y="93"/>
                      <a:pt x="1" y="82"/>
                    </a:cubicBezTo>
                    <a:cubicBezTo>
                      <a:pt x="1" y="82"/>
                      <a:pt x="1" y="82"/>
                      <a:pt x="1" y="81"/>
                    </a:cubicBezTo>
                    <a:cubicBezTo>
                      <a:pt x="31" y="66"/>
                      <a:pt x="60" y="51"/>
                      <a:pt x="90" y="35"/>
                    </a:cubicBezTo>
                    <a:cubicBezTo>
                      <a:pt x="94" y="35"/>
                      <a:pt x="97" y="39"/>
                      <a:pt x="102" y="44"/>
                    </a:cubicBezTo>
                    <a:cubicBezTo>
                      <a:pt x="105" y="48"/>
                      <a:pt x="108" y="53"/>
                      <a:pt x="112" y="55"/>
                    </a:cubicBezTo>
                    <a:cubicBezTo>
                      <a:pt x="129" y="45"/>
                      <a:pt x="146" y="35"/>
                      <a:pt x="163" y="25"/>
                    </a:cubicBezTo>
                    <a:cubicBezTo>
                      <a:pt x="155" y="17"/>
                      <a:pt x="153" y="9"/>
                      <a:pt x="148"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58" name="Freeform 186">
                <a:extLst>
                  <a:ext uri="{FF2B5EF4-FFF2-40B4-BE49-F238E27FC236}">
                    <a16:creationId xmlns:a16="http://schemas.microsoft.com/office/drawing/2014/main" id="{4ACED223-A5FA-48F7-BF2D-3671D5982B6E}"/>
                  </a:ext>
                </a:extLst>
              </p:cNvPr>
              <p:cNvSpPr>
                <a:spLocks/>
              </p:cNvSpPr>
              <p:nvPr/>
            </p:nvSpPr>
            <p:spPr bwMode="auto">
              <a:xfrm>
                <a:off x="847725" y="4953003"/>
                <a:ext cx="60325" cy="222250"/>
              </a:xfrm>
              <a:custGeom>
                <a:avLst/>
                <a:gdLst>
                  <a:gd name="T0" fmla="*/ 25 w 31"/>
                  <a:gd name="T1" fmla="*/ 115 h 115"/>
                  <a:gd name="T2" fmla="*/ 6 w 31"/>
                  <a:gd name="T3" fmla="*/ 115 h 115"/>
                  <a:gd name="T4" fmla="*/ 0 w 31"/>
                  <a:gd name="T5" fmla="*/ 110 h 115"/>
                  <a:gd name="T6" fmla="*/ 0 w 31"/>
                  <a:gd name="T7" fmla="*/ 19 h 115"/>
                  <a:gd name="T8" fmla="*/ 3 w 31"/>
                  <a:gd name="T9" fmla="*/ 14 h 115"/>
                  <a:gd name="T10" fmla="*/ 23 w 31"/>
                  <a:gd name="T11" fmla="*/ 2 h 115"/>
                  <a:gd name="T12" fmla="*/ 31 w 31"/>
                  <a:gd name="T13" fmla="*/ 7 h 115"/>
                  <a:gd name="T14" fmla="*/ 31 w 31"/>
                  <a:gd name="T15" fmla="*/ 110 h 115"/>
                  <a:gd name="T16" fmla="*/ 25 w 31"/>
                  <a:gd name="T17"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115">
                    <a:moveTo>
                      <a:pt x="25" y="115"/>
                    </a:moveTo>
                    <a:cubicBezTo>
                      <a:pt x="6" y="115"/>
                      <a:pt x="6" y="115"/>
                      <a:pt x="6" y="115"/>
                    </a:cubicBezTo>
                    <a:cubicBezTo>
                      <a:pt x="3" y="115"/>
                      <a:pt x="0" y="113"/>
                      <a:pt x="0" y="110"/>
                    </a:cubicBezTo>
                    <a:cubicBezTo>
                      <a:pt x="0" y="19"/>
                      <a:pt x="0" y="19"/>
                      <a:pt x="0" y="19"/>
                    </a:cubicBezTo>
                    <a:cubicBezTo>
                      <a:pt x="0" y="17"/>
                      <a:pt x="1" y="15"/>
                      <a:pt x="3" y="14"/>
                    </a:cubicBezTo>
                    <a:cubicBezTo>
                      <a:pt x="10" y="10"/>
                      <a:pt x="16" y="6"/>
                      <a:pt x="23" y="2"/>
                    </a:cubicBezTo>
                    <a:cubicBezTo>
                      <a:pt x="26" y="0"/>
                      <a:pt x="31" y="3"/>
                      <a:pt x="31" y="7"/>
                    </a:cubicBezTo>
                    <a:cubicBezTo>
                      <a:pt x="31" y="110"/>
                      <a:pt x="31" y="110"/>
                      <a:pt x="31" y="110"/>
                    </a:cubicBezTo>
                    <a:cubicBezTo>
                      <a:pt x="31" y="113"/>
                      <a:pt x="28" y="115"/>
                      <a:pt x="25" y="115"/>
                    </a:cubicBezTo>
                    <a:close/>
                  </a:path>
                </a:pathLst>
              </a:custGeom>
              <a:solidFill>
                <a:srgbClr val="8EC63E"/>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59" name="Freeform 187">
                <a:extLst>
                  <a:ext uri="{FF2B5EF4-FFF2-40B4-BE49-F238E27FC236}">
                    <a16:creationId xmlns:a16="http://schemas.microsoft.com/office/drawing/2014/main" id="{ADF7DF69-E31B-416A-877F-790E227B3119}"/>
                  </a:ext>
                </a:extLst>
              </p:cNvPr>
              <p:cNvSpPr>
                <a:spLocks/>
              </p:cNvSpPr>
              <p:nvPr/>
            </p:nvSpPr>
            <p:spPr bwMode="auto">
              <a:xfrm>
                <a:off x="690563" y="4989515"/>
                <a:ext cx="58737" cy="185738"/>
              </a:xfrm>
              <a:custGeom>
                <a:avLst/>
                <a:gdLst>
                  <a:gd name="T0" fmla="*/ 25 w 31"/>
                  <a:gd name="T1" fmla="*/ 96 h 96"/>
                  <a:gd name="T2" fmla="*/ 5 w 31"/>
                  <a:gd name="T3" fmla="*/ 96 h 96"/>
                  <a:gd name="T4" fmla="*/ 0 w 31"/>
                  <a:gd name="T5" fmla="*/ 91 h 96"/>
                  <a:gd name="T6" fmla="*/ 0 w 31"/>
                  <a:gd name="T7" fmla="*/ 12 h 96"/>
                  <a:gd name="T8" fmla="*/ 3 w 31"/>
                  <a:gd name="T9" fmla="*/ 7 h 96"/>
                  <a:gd name="T10" fmla="*/ 15 w 31"/>
                  <a:gd name="T11" fmla="*/ 1 h 96"/>
                  <a:gd name="T12" fmla="*/ 21 w 31"/>
                  <a:gd name="T13" fmla="*/ 2 h 96"/>
                  <a:gd name="T14" fmla="*/ 30 w 31"/>
                  <a:gd name="T15" fmla="*/ 11 h 96"/>
                  <a:gd name="T16" fmla="*/ 30 w 31"/>
                  <a:gd name="T17" fmla="*/ 22 h 96"/>
                  <a:gd name="T18" fmla="*/ 30 w 31"/>
                  <a:gd name="T19" fmla="*/ 91 h 96"/>
                  <a:gd name="T20" fmla="*/ 25 w 31"/>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 h="96">
                    <a:moveTo>
                      <a:pt x="25" y="96"/>
                    </a:moveTo>
                    <a:cubicBezTo>
                      <a:pt x="5" y="96"/>
                      <a:pt x="5" y="96"/>
                      <a:pt x="5" y="96"/>
                    </a:cubicBezTo>
                    <a:cubicBezTo>
                      <a:pt x="2" y="96"/>
                      <a:pt x="0" y="94"/>
                      <a:pt x="0" y="91"/>
                    </a:cubicBezTo>
                    <a:cubicBezTo>
                      <a:pt x="0" y="12"/>
                      <a:pt x="0" y="12"/>
                      <a:pt x="0" y="12"/>
                    </a:cubicBezTo>
                    <a:cubicBezTo>
                      <a:pt x="0" y="10"/>
                      <a:pt x="1" y="8"/>
                      <a:pt x="3" y="7"/>
                    </a:cubicBezTo>
                    <a:cubicBezTo>
                      <a:pt x="7" y="5"/>
                      <a:pt x="11" y="3"/>
                      <a:pt x="15" y="1"/>
                    </a:cubicBezTo>
                    <a:cubicBezTo>
                      <a:pt x="17" y="0"/>
                      <a:pt x="19" y="0"/>
                      <a:pt x="21" y="2"/>
                    </a:cubicBezTo>
                    <a:cubicBezTo>
                      <a:pt x="24" y="5"/>
                      <a:pt x="29" y="8"/>
                      <a:pt x="30" y="11"/>
                    </a:cubicBezTo>
                    <a:cubicBezTo>
                      <a:pt x="31" y="14"/>
                      <a:pt x="30" y="18"/>
                      <a:pt x="30" y="22"/>
                    </a:cubicBezTo>
                    <a:cubicBezTo>
                      <a:pt x="30" y="91"/>
                      <a:pt x="30" y="91"/>
                      <a:pt x="30" y="91"/>
                    </a:cubicBezTo>
                    <a:cubicBezTo>
                      <a:pt x="30" y="94"/>
                      <a:pt x="27" y="96"/>
                      <a:pt x="25" y="96"/>
                    </a:cubicBezTo>
                    <a:close/>
                  </a:path>
                </a:pathLst>
              </a:custGeom>
              <a:solidFill>
                <a:srgbClr val="8EC63E"/>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0" name="Freeform 188">
                <a:extLst>
                  <a:ext uri="{FF2B5EF4-FFF2-40B4-BE49-F238E27FC236}">
                    <a16:creationId xmlns:a16="http://schemas.microsoft.com/office/drawing/2014/main" id="{17FA5D81-AE1C-4910-8DBF-EC9C634B20A0}"/>
                  </a:ext>
                </a:extLst>
              </p:cNvPr>
              <p:cNvSpPr>
                <a:spLocks/>
              </p:cNvSpPr>
              <p:nvPr/>
            </p:nvSpPr>
            <p:spPr bwMode="auto">
              <a:xfrm>
                <a:off x="769938" y="5002216"/>
                <a:ext cx="57150" cy="173038"/>
              </a:xfrm>
              <a:custGeom>
                <a:avLst/>
                <a:gdLst>
                  <a:gd name="T0" fmla="*/ 25 w 30"/>
                  <a:gd name="T1" fmla="*/ 90 h 90"/>
                  <a:gd name="T2" fmla="*/ 5 w 30"/>
                  <a:gd name="T3" fmla="*/ 90 h 90"/>
                  <a:gd name="T4" fmla="*/ 0 w 30"/>
                  <a:gd name="T5" fmla="*/ 85 h 90"/>
                  <a:gd name="T6" fmla="*/ 0 w 30"/>
                  <a:gd name="T7" fmla="*/ 18 h 90"/>
                  <a:gd name="T8" fmla="*/ 3 w 30"/>
                  <a:gd name="T9" fmla="*/ 13 h 90"/>
                  <a:gd name="T10" fmla="*/ 22 w 30"/>
                  <a:gd name="T11" fmla="*/ 2 h 90"/>
                  <a:gd name="T12" fmla="*/ 30 w 30"/>
                  <a:gd name="T13" fmla="*/ 6 h 90"/>
                  <a:gd name="T14" fmla="*/ 30 w 30"/>
                  <a:gd name="T15" fmla="*/ 85 h 90"/>
                  <a:gd name="T16" fmla="*/ 25 w 30"/>
                  <a:gd name="T1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90">
                    <a:moveTo>
                      <a:pt x="25" y="90"/>
                    </a:moveTo>
                    <a:cubicBezTo>
                      <a:pt x="5" y="90"/>
                      <a:pt x="5" y="90"/>
                      <a:pt x="5" y="90"/>
                    </a:cubicBezTo>
                    <a:cubicBezTo>
                      <a:pt x="2" y="90"/>
                      <a:pt x="0" y="88"/>
                      <a:pt x="0" y="85"/>
                    </a:cubicBezTo>
                    <a:cubicBezTo>
                      <a:pt x="0" y="18"/>
                      <a:pt x="0" y="18"/>
                      <a:pt x="0" y="18"/>
                    </a:cubicBezTo>
                    <a:cubicBezTo>
                      <a:pt x="0" y="16"/>
                      <a:pt x="1" y="14"/>
                      <a:pt x="3" y="13"/>
                    </a:cubicBezTo>
                    <a:cubicBezTo>
                      <a:pt x="9" y="10"/>
                      <a:pt x="16" y="6"/>
                      <a:pt x="22" y="2"/>
                    </a:cubicBezTo>
                    <a:cubicBezTo>
                      <a:pt x="26" y="0"/>
                      <a:pt x="30" y="2"/>
                      <a:pt x="30" y="6"/>
                    </a:cubicBezTo>
                    <a:cubicBezTo>
                      <a:pt x="30" y="85"/>
                      <a:pt x="30" y="85"/>
                      <a:pt x="30" y="85"/>
                    </a:cubicBezTo>
                    <a:cubicBezTo>
                      <a:pt x="30" y="88"/>
                      <a:pt x="28" y="90"/>
                      <a:pt x="25" y="90"/>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61" name="Freeform 189">
                <a:extLst>
                  <a:ext uri="{FF2B5EF4-FFF2-40B4-BE49-F238E27FC236}">
                    <a16:creationId xmlns:a16="http://schemas.microsoft.com/office/drawing/2014/main" id="{A9879521-46C6-452F-A5FD-C86BC352C1A1}"/>
                  </a:ext>
                </a:extLst>
              </p:cNvPr>
              <p:cNvSpPr>
                <a:spLocks/>
              </p:cNvSpPr>
              <p:nvPr/>
            </p:nvSpPr>
            <p:spPr bwMode="auto">
              <a:xfrm>
                <a:off x="600075" y="5022853"/>
                <a:ext cx="57150" cy="152400"/>
              </a:xfrm>
              <a:custGeom>
                <a:avLst/>
                <a:gdLst>
                  <a:gd name="T0" fmla="*/ 25 w 30"/>
                  <a:gd name="T1" fmla="*/ 79 h 79"/>
                  <a:gd name="T2" fmla="*/ 6 w 30"/>
                  <a:gd name="T3" fmla="*/ 79 h 79"/>
                  <a:gd name="T4" fmla="*/ 0 w 30"/>
                  <a:gd name="T5" fmla="*/ 74 h 79"/>
                  <a:gd name="T6" fmla="*/ 0 w 30"/>
                  <a:gd name="T7" fmla="*/ 17 h 79"/>
                  <a:gd name="T8" fmla="*/ 3 w 30"/>
                  <a:gd name="T9" fmla="*/ 12 h 79"/>
                  <a:gd name="T10" fmla="*/ 23 w 30"/>
                  <a:gd name="T11" fmla="*/ 2 h 79"/>
                  <a:gd name="T12" fmla="*/ 30 w 30"/>
                  <a:gd name="T13" fmla="*/ 7 h 79"/>
                  <a:gd name="T14" fmla="*/ 30 w 30"/>
                  <a:gd name="T15" fmla="*/ 74 h 79"/>
                  <a:gd name="T16" fmla="*/ 25 w 30"/>
                  <a:gd name="T17"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79">
                    <a:moveTo>
                      <a:pt x="25" y="79"/>
                    </a:moveTo>
                    <a:cubicBezTo>
                      <a:pt x="6" y="79"/>
                      <a:pt x="6" y="79"/>
                      <a:pt x="6" y="79"/>
                    </a:cubicBezTo>
                    <a:cubicBezTo>
                      <a:pt x="3" y="79"/>
                      <a:pt x="0" y="77"/>
                      <a:pt x="0" y="74"/>
                    </a:cubicBezTo>
                    <a:cubicBezTo>
                      <a:pt x="0" y="17"/>
                      <a:pt x="0" y="17"/>
                      <a:pt x="0" y="17"/>
                    </a:cubicBezTo>
                    <a:cubicBezTo>
                      <a:pt x="0" y="15"/>
                      <a:pt x="1" y="13"/>
                      <a:pt x="3" y="12"/>
                    </a:cubicBezTo>
                    <a:cubicBezTo>
                      <a:pt x="10" y="9"/>
                      <a:pt x="16" y="5"/>
                      <a:pt x="23" y="2"/>
                    </a:cubicBezTo>
                    <a:cubicBezTo>
                      <a:pt x="26" y="0"/>
                      <a:pt x="30" y="3"/>
                      <a:pt x="30" y="7"/>
                    </a:cubicBezTo>
                    <a:cubicBezTo>
                      <a:pt x="30" y="74"/>
                      <a:pt x="30" y="74"/>
                      <a:pt x="30" y="74"/>
                    </a:cubicBezTo>
                    <a:cubicBezTo>
                      <a:pt x="30" y="77"/>
                      <a:pt x="28" y="79"/>
                      <a:pt x="25" y="79"/>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grpSp>
      </p:grpSp>
    </p:spTree>
    <p:extLst>
      <p:ext uri="{BB962C8B-B14F-4D97-AF65-F5344CB8AC3E}">
        <p14:creationId xmlns:p14="http://schemas.microsoft.com/office/powerpoint/2010/main" val="2491759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0500" y="88434"/>
            <a:ext cx="11811000" cy="527620"/>
          </a:xfrm>
        </p:spPr>
        <p:txBody>
          <a:bodyPr/>
          <a:lstStyle/>
          <a:p>
            <a:r>
              <a:rPr lang="en-US" dirty="0">
                <a:latin typeface="Ubuntu" panose="020B0504030602030204" pitchFamily="34" charset="0"/>
                <a:ea typeface="+mn-ea"/>
                <a:cs typeface="+mn-cs"/>
              </a:rPr>
              <a:t>Supplier Visibility - Transformation Layer Data Model (Draft)</a:t>
            </a:r>
            <a:endParaRPr lang="en-GB" dirty="0">
              <a:latin typeface="Ubuntu" panose="020B0504030602030204" pitchFamily="34" charset="0"/>
              <a:ea typeface="+mn-ea"/>
              <a:cs typeface="+mn-cs"/>
            </a:endParaRPr>
          </a:p>
        </p:txBody>
      </p:sp>
      <p:pic>
        <p:nvPicPr>
          <p:cNvPr id="5" name="Picture 4">
            <a:extLst>
              <a:ext uri="{FF2B5EF4-FFF2-40B4-BE49-F238E27FC236}">
                <a16:creationId xmlns:a16="http://schemas.microsoft.com/office/drawing/2014/main" id="{8135C568-7C3A-B12A-644B-EB392DB4F8A7}"/>
              </a:ext>
            </a:extLst>
          </p:cNvPr>
          <p:cNvPicPr>
            <a:picLocks noChangeAspect="1"/>
          </p:cNvPicPr>
          <p:nvPr/>
        </p:nvPicPr>
        <p:blipFill>
          <a:blip r:embed="rId3"/>
          <a:stretch>
            <a:fillRect/>
          </a:stretch>
        </p:blipFill>
        <p:spPr>
          <a:xfrm>
            <a:off x="934082" y="631517"/>
            <a:ext cx="10323836" cy="5594965"/>
          </a:xfrm>
          <a:prstGeom prst="rect">
            <a:avLst/>
          </a:prstGeom>
        </p:spPr>
      </p:pic>
      <p:sp>
        <p:nvSpPr>
          <p:cNvPr id="6" name="TextBox 5">
            <a:extLst>
              <a:ext uri="{FF2B5EF4-FFF2-40B4-BE49-F238E27FC236}">
                <a16:creationId xmlns:a16="http://schemas.microsoft.com/office/drawing/2014/main" id="{A3F0226F-5206-81C2-52DE-BDD42831B53B}"/>
              </a:ext>
            </a:extLst>
          </p:cNvPr>
          <p:cNvSpPr txBox="1"/>
          <p:nvPr/>
        </p:nvSpPr>
        <p:spPr>
          <a:xfrm>
            <a:off x="5018313" y="5540078"/>
            <a:ext cx="6239605" cy="523220"/>
          </a:xfrm>
          <a:prstGeom prst="rect">
            <a:avLst/>
          </a:prstGeom>
          <a:solidFill>
            <a:schemeClr val="accent3">
              <a:lumMod val="10000"/>
              <a:lumOff val="90000"/>
            </a:schemeClr>
          </a:solidFill>
        </p:spPr>
        <p:txBody>
          <a:bodyPr wrap="square" rtlCol="0">
            <a:spAutoFit/>
          </a:bodyPr>
          <a:lstStyle/>
          <a:p>
            <a:r>
              <a:rPr lang="en-US" sz="1400" dirty="0"/>
              <a:t>Additional attributes for process auditing, mapping status through </a:t>
            </a:r>
            <a:r>
              <a:rPr lang="en-US" sz="1400" dirty="0" err="1"/>
              <a:t>Interos</a:t>
            </a:r>
            <a:r>
              <a:rPr lang="en-US" sz="1400" dirty="0"/>
              <a:t> and Screening through Thomson Reuters will be added </a:t>
            </a:r>
          </a:p>
        </p:txBody>
      </p:sp>
      <p:cxnSp>
        <p:nvCxnSpPr>
          <p:cNvPr id="8" name="Connector: Curved 7">
            <a:extLst>
              <a:ext uri="{FF2B5EF4-FFF2-40B4-BE49-F238E27FC236}">
                <a16:creationId xmlns:a16="http://schemas.microsoft.com/office/drawing/2014/main" id="{519B210F-6ED0-5162-274E-D0A529947EF3}"/>
              </a:ext>
            </a:extLst>
          </p:cNvPr>
          <p:cNvCxnSpPr>
            <a:cxnSpLocks/>
            <a:endCxn id="6" idx="1"/>
          </p:cNvCxnSpPr>
          <p:nvPr/>
        </p:nvCxnSpPr>
        <p:spPr>
          <a:xfrm flipV="1">
            <a:off x="3864428" y="5801688"/>
            <a:ext cx="1153885" cy="200055"/>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DCF76A8-A6A3-FD15-9594-FF5111A03336}"/>
              </a:ext>
            </a:extLst>
          </p:cNvPr>
          <p:cNvSpPr txBox="1"/>
          <p:nvPr/>
        </p:nvSpPr>
        <p:spPr>
          <a:xfrm>
            <a:off x="7696199" y="2951945"/>
            <a:ext cx="4005944" cy="523220"/>
          </a:xfrm>
          <a:prstGeom prst="rect">
            <a:avLst/>
          </a:prstGeom>
          <a:solidFill>
            <a:schemeClr val="accent3">
              <a:lumMod val="10000"/>
              <a:lumOff val="90000"/>
            </a:schemeClr>
          </a:solidFill>
        </p:spPr>
        <p:txBody>
          <a:bodyPr wrap="square" rtlCol="0">
            <a:spAutoFit/>
          </a:bodyPr>
          <a:lstStyle/>
          <a:p>
            <a:r>
              <a:rPr lang="en-US" sz="1400" dirty="0"/>
              <a:t>We can materialize this view based on the data volumes and expected queries</a:t>
            </a:r>
          </a:p>
        </p:txBody>
      </p:sp>
      <p:cxnSp>
        <p:nvCxnSpPr>
          <p:cNvPr id="15" name="Connector: Curved 14">
            <a:extLst>
              <a:ext uri="{FF2B5EF4-FFF2-40B4-BE49-F238E27FC236}">
                <a16:creationId xmlns:a16="http://schemas.microsoft.com/office/drawing/2014/main" id="{BA9D245D-233F-406A-3661-04B28D7FFCC6}"/>
              </a:ext>
            </a:extLst>
          </p:cNvPr>
          <p:cNvCxnSpPr>
            <a:cxnSpLocks/>
            <a:endCxn id="13" idx="1"/>
          </p:cNvCxnSpPr>
          <p:nvPr/>
        </p:nvCxnSpPr>
        <p:spPr>
          <a:xfrm>
            <a:off x="6749143" y="2427514"/>
            <a:ext cx="947056" cy="78604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35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0500" y="122940"/>
            <a:ext cx="11811000" cy="527620"/>
          </a:xfrm>
        </p:spPr>
        <p:txBody>
          <a:bodyPr/>
          <a:lstStyle/>
          <a:p>
            <a:r>
              <a:rPr lang="en-US" dirty="0">
                <a:latin typeface="Ubuntu" panose="020B0504030602030204" pitchFamily="34" charset="0"/>
                <a:ea typeface="+mn-ea"/>
                <a:cs typeface="+mn-cs"/>
              </a:rPr>
              <a:t>Data Mockups</a:t>
            </a:r>
            <a:endParaRPr lang="en-GB" dirty="0">
              <a:latin typeface="Ubuntu" panose="020B0504030602030204" pitchFamily="34" charset="0"/>
              <a:ea typeface="+mn-ea"/>
              <a:cs typeface="+mn-cs"/>
            </a:endParaRPr>
          </a:p>
        </p:txBody>
      </p:sp>
      <p:pic>
        <p:nvPicPr>
          <p:cNvPr id="8" name="Picture 7">
            <a:extLst>
              <a:ext uri="{FF2B5EF4-FFF2-40B4-BE49-F238E27FC236}">
                <a16:creationId xmlns:a16="http://schemas.microsoft.com/office/drawing/2014/main" id="{00439BC7-1770-9F5F-72E0-ED7596090A39}"/>
              </a:ext>
            </a:extLst>
          </p:cNvPr>
          <p:cNvPicPr>
            <a:picLocks noChangeAspect="1"/>
          </p:cNvPicPr>
          <p:nvPr/>
        </p:nvPicPr>
        <p:blipFill>
          <a:blip r:embed="rId3"/>
          <a:stretch>
            <a:fillRect/>
          </a:stretch>
        </p:blipFill>
        <p:spPr>
          <a:xfrm>
            <a:off x="190500" y="1132359"/>
            <a:ext cx="11974596" cy="1533739"/>
          </a:xfrm>
          <a:prstGeom prst="rect">
            <a:avLst/>
          </a:prstGeom>
        </p:spPr>
      </p:pic>
      <p:sp>
        <p:nvSpPr>
          <p:cNvPr id="9" name="TextBox 8">
            <a:extLst>
              <a:ext uri="{FF2B5EF4-FFF2-40B4-BE49-F238E27FC236}">
                <a16:creationId xmlns:a16="http://schemas.microsoft.com/office/drawing/2014/main" id="{096CEBB8-848C-C9A3-111E-7B8FCD03035B}"/>
              </a:ext>
            </a:extLst>
          </p:cNvPr>
          <p:cNvSpPr txBox="1"/>
          <p:nvPr/>
        </p:nvSpPr>
        <p:spPr>
          <a:xfrm>
            <a:off x="129397" y="763027"/>
            <a:ext cx="7545014" cy="369332"/>
          </a:xfrm>
          <a:prstGeom prst="rect">
            <a:avLst/>
          </a:prstGeom>
          <a:noFill/>
        </p:spPr>
        <p:txBody>
          <a:bodyPr wrap="none" rtlCol="0">
            <a:spAutoFit/>
          </a:bodyPr>
          <a:lstStyle/>
          <a:p>
            <a:r>
              <a:rPr lang="en-US" dirty="0"/>
              <a:t>Scenario 1: When Supplier Data comes first time to Snowflake </a:t>
            </a:r>
          </a:p>
        </p:txBody>
      </p:sp>
      <p:sp>
        <p:nvSpPr>
          <p:cNvPr id="10" name="TextBox 9">
            <a:extLst>
              <a:ext uri="{FF2B5EF4-FFF2-40B4-BE49-F238E27FC236}">
                <a16:creationId xmlns:a16="http://schemas.microsoft.com/office/drawing/2014/main" id="{3A68B901-C1B8-2B43-BEE0-617F16B813B6}"/>
              </a:ext>
            </a:extLst>
          </p:cNvPr>
          <p:cNvSpPr txBox="1"/>
          <p:nvPr/>
        </p:nvSpPr>
        <p:spPr>
          <a:xfrm>
            <a:off x="190500" y="3392489"/>
            <a:ext cx="6370655" cy="369332"/>
          </a:xfrm>
          <a:prstGeom prst="rect">
            <a:avLst/>
          </a:prstGeom>
          <a:noFill/>
        </p:spPr>
        <p:txBody>
          <a:bodyPr wrap="none" rtlCol="0">
            <a:spAutoFit/>
          </a:bodyPr>
          <a:lstStyle/>
          <a:p>
            <a:r>
              <a:rPr lang="en-US" dirty="0"/>
              <a:t>Scenario 2: When Matching Data comes from </a:t>
            </a:r>
            <a:r>
              <a:rPr lang="en-US" dirty="0" err="1"/>
              <a:t>Interos</a:t>
            </a:r>
            <a:endParaRPr lang="en-US" dirty="0"/>
          </a:p>
        </p:txBody>
      </p:sp>
      <p:pic>
        <p:nvPicPr>
          <p:cNvPr id="12" name="Picture 11">
            <a:extLst>
              <a:ext uri="{FF2B5EF4-FFF2-40B4-BE49-F238E27FC236}">
                <a16:creationId xmlns:a16="http://schemas.microsoft.com/office/drawing/2014/main" id="{CF45BD4A-F776-5526-77B8-597D1ED40705}"/>
              </a:ext>
            </a:extLst>
          </p:cNvPr>
          <p:cNvPicPr>
            <a:picLocks noChangeAspect="1"/>
          </p:cNvPicPr>
          <p:nvPr/>
        </p:nvPicPr>
        <p:blipFill>
          <a:blip r:embed="rId4"/>
          <a:stretch>
            <a:fillRect/>
          </a:stretch>
        </p:blipFill>
        <p:spPr>
          <a:xfrm>
            <a:off x="216516" y="3723218"/>
            <a:ext cx="11984122" cy="1524213"/>
          </a:xfrm>
          <a:prstGeom prst="rect">
            <a:avLst/>
          </a:prstGeom>
        </p:spPr>
      </p:pic>
      <p:sp>
        <p:nvSpPr>
          <p:cNvPr id="14" name="TextBox 13">
            <a:extLst>
              <a:ext uri="{FF2B5EF4-FFF2-40B4-BE49-F238E27FC236}">
                <a16:creationId xmlns:a16="http://schemas.microsoft.com/office/drawing/2014/main" id="{DAD8378D-AD74-70ED-C4BD-2F4F959819EF}"/>
              </a:ext>
            </a:extLst>
          </p:cNvPr>
          <p:cNvSpPr txBox="1"/>
          <p:nvPr/>
        </p:nvSpPr>
        <p:spPr>
          <a:xfrm>
            <a:off x="216516" y="2658273"/>
            <a:ext cx="4580036" cy="338554"/>
          </a:xfrm>
          <a:prstGeom prst="rect">
            <a:avLst/>
          </a:prstGeom>
          <a:noFill/>
        </p:spPr>
        <p:txBody>
          <a:bodyPr wrap="none" rtlCol="0">
            <a:spAutoFit/>
          </a:bodyPr>
          <a:lstStyle/>
          <a:p>
            <a:r>
              <a:rPr lang="en-US" sz="1600" dirty="0"/>
              <a:t>SCD Type 1 Treatment for </a:t>
            </a:r>
            <a:r>
              <a:rPr lang="en-US" sz="1600" dirty="0" err="1"/>
              <a:t>indidual</a:t>
            </a:r>
            <a:r>
              <a:rPr lang="en-US" sz="1600" dirty="0"/>
              <a:t> records</a:t>
            </a:r>
          </a:p>
        </p:txBody>
      </p:sp>
      <p:sp>
        <p:nvSpPr>
          <p:cNvPr id="17" name="TextBox 16">
            <a:extLst>
              <a:ext uri="{FF2B5EF4-FFF2-40B4-BE49-F238E27FC236}">
                <a16:creationId xmlns:a16="http://schemas.microsoft.com/office/drawing/2014/main" id="{2F320C60-0728-908E-52B7-A637F974377C}"/>
              </a:ext>
            </a:extLst>
          </p:cNvPr>
          <p:cNvSpPr txBox="1"/>
          <p:nvPr/>
        </p:nvSpPr>
        <p:spPr>
          <a:xfrm>
            <a:off x="216516" y="5247431"/>
            <a:ext cx="4580036" cy="338554"/>
          </a:xfrm>
          <a:prstGeom prst="rect">
            <a:avLst/>
          </a:prstGeom>
          <a:noFill/>
        </p:spPr>
        <p:txBody>
          <a:bodyPr wrap="none" rtlCol="0">
            <a:spAutoFit/>
          </a:bodyPr>
          <a:lstStyle/>
          <a:p>
            <a:r>
              <a:rPr lang="en-US" sz="1600" dirty="0"/>
              <a:t>SCD Type 1 Treatment for </a:t>
            </a:r>
            <a:r>
              <a:rPr lang="en-US" sz="1600" dirty="0" err="1"/>
              <a:t>indidual</a:t>
            </a:r>
            <a:r>
              <a:rPr lang="en-US" sz="1600" dirty="0"/>
              <a:t> records</a:t>
            </a:r>
          </a:p>
        </p:txBody>
      </p:sp>
      <p:sp>
        <p:nvSpPr>
          <p:cNvPr id="22" name="TextBox 21">
            <a:extLst>
              <a:ext uri="{FF2B5EF4-FFF2-40B4-BE49-F238E27FC236}">
                <a16:creationId xmlns:a16="http://schemas.microsoft.com/office/drawing/2014/main" id="{302D729B-CE7D-8741-DE28-8A064EBC88B0}"/>
              </a:ext>
            </a:extLst>
          </p:cNvPr>
          <p:cNvSpPr txBox="1"/>
          <p:nvPr/>
        </p:nvSpPr>
        <p:spPr>
          <a:xfrm>
            <a:off x="8362403" y="2799889"/>
            <a:ext cx="3272550" cy="584775"/>
          </a:xfrm>
          <a:prstGeom prst="rect">
            <a:avLst/>
          </a:prstGeom>
          <a:noFill/>
        </p:spPr>
        <p:txBody>
          <a:bodyPr wrap="square" rtlCol="0">
            <a:spAutoFit/>
          </a:bodyPr>
          <a:lstStyle/>
          <a:p>
            <a:r>
              <a:rPr lang="en-US" sz="1600" dirty="0"/>
              <a:t>Virtual or materialized view for </a:t>
            </a:r>
            <a:r>
              <a:rPr lang="en-US" sz="1600" dirty="0" err="1"/>
              <a:t>Master_Record_Ind</a:t>
            </a:r>
            <a:r>
              <a:rPr lang="en-US" sz="1600" dirty="0"/>
              <a:t>=‘Y’</a:t>
            </a:r>
          </a:p>
        </p:txBody>
      </p:sp>
    </p:spTree>
    <p:extLst>
      <p:ext uri="{BB962C8B-B14F-4D97-AF65-F5344CB8AC3E}">
        <p14:creationId xmlns:p14="http://schemas.microsoft.com/office/powerpoint/2010/main" val="1574747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0500" y="122940"/>
            <a:ext cx="11811000" cy="527620"/>
          </a:xfrm>
        </p:spPr>
        <p:txBody>
          <a:bodyPr/>
          <a:lstStyle/>
          <a:p>
            <a:r>
              <a:rPr lang="en-US" dirty="0">
                <a:latin typeface="Ubuntu" panose="020B0504030602030204" pitchFamily="34" charset="0"/>
                <a:ea typeface="+mn-ea"/>
                <a:cs typeface="+mn-cs"/>
              </a:rPr>
              <a:t>Data Mockups</a:t>
            </a:r>
            <a:endParaRPr lang="en-GB" dirty="0">
              <a:latin typeface="Ubuntu" panose="020B0504030602030204" pitchFamily="34" charset="0"/>
              <a:ea typeface="+mn-ea"/>
              <a:cs typeface="+mn-cs"/>
            </a:endParaRPr>
          </a:p>
        </p:txBody>
      </p:sp>
      <p:pic>
        <p:nvPicPr>
          <p:cNvPr id="3" name="Picture 2">
            <a:extLst>
              <a:ext uri="{FF2B5EF4-FFF2-40B4-BE49-F238E27FC236}">
                <a16:creationId xmlns:a16="http://schemas.microsoft.com/office/drawing/2014/main" id="{8831F670-4292-3E22-8DF5-A56D35BABFC5}"/>
              </a:ext>
            </a:extLst>
          </p:cNvPr>
          <p:cNvPicPr>
            <a:picLocks noChangeAspect="1"/>
          </p:cNvPicPr>
          <p:nvPr/>
        </p:nvPicPr>
        <p:blipFill>
          <a:blip r:embed="rId3"/>
          <a:stretch>
            <a:fillRect/>
          </a:stretch>
        </p:blipFill>
        <p:spPr>
          <a:xfrm>
            <a:off x="420414" y="797260"/>
            <a:ext cx="11119945" cy="4917787"/>
          </a:xfrm>
          <a:prstGeom prst="rect">
            <a:avLst/>
          </a:prstGeom>
        </p:spPr>
      </p:pic>
      <p:sp>
        <p:nvSpPr>
          <p:cNvPr id="5" name="TextBox 4">
            <a:extLst>
              <a:ext uri="{FF2B5EF4-FFF2-40B4-BE49-F238E27FC236}">
                <a16:creationId xmlns:a16="http://schemas.microsoft.com/office/drawing/2014/main" id="{7C5D51C7-6252-C4B0-B5FC-E3544A72A4B4}"/>
              </a:ext>
            </a:extLst>
          </p:cNvPr>
          <p:cNvSpPr txBox="1"/>
          <p:nvPr/>
        </p:nvSpPr>
        <p:spPr>
          <a:xfrm>
            <a:off x="2323493" y="465894"/>
            <a:ext cx="5651675" cy="369332"/>
          </a:xfrm>
          <a:prstGeom prst="rect">
            <a:avLst/>
          </a:prstGeom>
          <a:noFill/>
        </p:spPr>
        <p:txBody>
          <a:bodyPr wrap="none" rtlCol="0">
            <a:spAutoFit/>
          </a:bodyPr>
          <a:lstStyle/>
          <a:p>
            <a:r>
              <a:rPr lang="en-US" dirty="0"/>
              <a:t>Supplier to Supplier Relationship Data Mockup</a:t>
            </a:r>
          </a:p>
        </p:txBody>
      </p:sp>
    </p:spTree>
    <p:extLst>
      <p:ext uri="{BB962C8B-B14F-4D97-AF65-F5344CB8AC3E}">
        <p14:creationId xmlns:p14="http://schemas.microsoft.com/office/powerpoint/2010/main" val="312055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DE473D-69BF-4D6E-B1E6-67278062E365}"/>
              </a:ext>
            </a:extLst>
          </p:cNvPr>
          <p:cNvSpPr txBox="1"/>
          <p:nvPr/>
        </p:nvSpPr>
        <p:spPr>
          <a:xfrm>
            <a:off x="7772400" y="1600200"/>
            <a:ext cx="3581400" cy="738660"/>
          </a:xfrm>
          <a:prstGeom prst="rect">
            <a:avLst/>
          </a:prstGeom>
          <a:noFill/>
        </p:spPr>
        <p:txBody>
          <a:bodyPr wrap="square" lIns="121917" tIns="60958" rIns="121917" bIns="60958" rtlCol="0">
            <a:spAutoFit/>
          </a:bodyPr>
          <a:lstStyle/>
          <a:p>
            <a:pPr lvl="0"/>
            <a:r>
              <a:rPr lang="en-US" sz="4000" b="1">
                <a:solidFill>
                  <a:schemeClr val="bg1"/>
                </a:solidFill>
                <a:latin typeface="Ubuntu" panose="020B0504030602030204" pitchFamily="34" charset="0"/>
              </a:rPr>
              <a:t>Thank You</a:t>
            </a:r>
            <a:endParaRPr kumimoji="0" lang="en-US" sz="2700" b="0" i="1" u="none" strike="noStrike" kern="1200" cap="none" spc="0" normalizeH="0" baseline="0" noProof="0">
              <a:ln>
                <a:noFill/>
              </a:ln>
              <a:solidFill>
                <a:schemeClr val="bg1"/>
              </a:solidFill>
              <a:effectLst/>
              <a:uLnTx/>
              <a:uFillTx/>
              <a:latin typeface="Ubuntu" panose="020B0504030602030204" pitchFamily="34" charset="0"/>
            </a:endParaRPr>
          </a:p>
        </p:txBody>
      </p:sp>
    </p:spTree>
    <p:extLst>
      <p:ext uri="{BB962C8B-B14F-4D97-AF65-F5344CB8AC3E}">
        <p14:creationId xmlns:p14="http://schemas.microsoft.com/office/powerpoint/2010/main" val="19099203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heme/theme1.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23A5B85C-F9EE-4523-9FF0-24A1D6C76194}" vid="{5CD0F2CD-C149-47AE-9000-EEF59CE5E48D}"/>
    </a:ext>
  </a:extLst>
</a:theme>
</file>

<file path=ppt/theme/theme2.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7AB3D65C33EB04E991D79C35C166E79" ma:contentTypeVersion="4" ma:contentTypeDescription="Create a new document." ma:contentTypeScope="" ma:versionID="f0f5a8d486a97c94cb5abc6fbbfe57bf">
  <xsd:schema xmlns:xsd="http://www.w3.org/2001/XMLSchema" xmlns:xs="http://www.w3.org/2001/XMLSchema" xmlns:p="http://schemas.microsoft.com/office/2006/metadata/properties" xmlns:ns2="ef70413a-85d5-41f0-a229-99a865caa5b5" xmlns:ns3="607c70e0-e9ea-4bb8-b63f-70fd26670d88" targetNamespace="http://schemas.microsoft.com/office/2006/metadata/properties" ma:root="true" ma:fieldsID="6e51074fafe7aef63d9cd446cba38c5b" ns2:_="" ns3:_="">
    <xsd:import namespace="ef70413a-85d5-41f0-a229-99a865caa5b5"/>
    <xsd:import namespace="607c70e0-e9ea-4bb8-b63f-70fd26670d8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70413a-85d5-41f0-a229-99a865caa5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7c70e0-e9ea-4bb8-b63f-70fd26670d8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96EACD-D7C7-4969-85D1-537D8139A3FD}">
  <ds:schemaRefs>
    <ds:schemaRef ds:uri="http://purl.org/dc/elements/1.1/"/>
    <ds:schemaRef ds:uri="http://schemas.microsoft.com/office/2006/metadata/properties"/>
    <ds:schemaRef ds:uri="http://schemas.microsoft.com/office/2006/documentManagement/types"/>
    <ds:schemaRef ds:uri="http://purl.org/dc/terms/"/>
    <ds:schemaRef ds:uri="607c70e0-e9ea-4bb8-b63f-70fd26670d88"/>
    <ds:schemaRef ds:uri="http://purl.org/dc/dcmitype/"/>
    <ds:schemaRef ds:uri="http://schemas.microsoft.com/office/infopath/2007/PartnerControls"/>
    <ds:schemaRef ds:uri="http://schemas.openxmlformats.org/package/2006/metadata/core-properties"/>
    <ds:schemaRef ds:uri="ef70413a-85d5-41f0-a229-99a865caa5b5"/>
    <ds:schemaRef ds:uri="http://www.w3.org/XML/1998/namespace"/>
  </ds:schemaRefs>
</ds:datastoreItem>
</file>

<file path=customXml/itemProps2.xml><?xml version="1.0" encoding="utf-8"?>
<ds:datastoreItem xmlns:ds="http://schemas.openxmlformats.org/officeDocument/2006/customXml" ds:itemID="{CBB48103-058A-4E1B-9702-49CA4F61D6CA}">
  <ds:schemaRefs>
    <ds:schemaRef ds:uri="607c70e0-e9ea-4bb8-b63f-70fd26670d88"/>
    <ds:schemaRef ds:uri="ef70413a-85d5-41f0-a229-99a865caa5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BF5AF3A-908F-4451-9CA5-EB5C8F5F22C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Template>
  <TotalTime>111</TotalTime>
  <Words>115</Words>
  <Application>Microsoft Office PowerPoint</Application>
  <PresentationFormat>Widescreen</PresentationFormat>
  <Paragraphs>18</Paragraphs>
  <Slides>5</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Arial</vt:lpstr>
      <vt:lpstr>Ubuntu</vt:lpstr>
      <vt:lpstr>Verdana</vt:lpstr>
      <vt:lpstr>Wingdings</vt:lpstr>
      <vt:lpstr>1_Capgemini Master</vt:lpstr>
      <vt:lpstr>think-cell Slide</vt:lpstr>
      <vt:lpstr>PowerPoint Presentation</vt:lpstr>
      <vt:lpstr>Supplier Visibility - Transformation Layer Data Model (Draft)</vt:lpstr>
      <vt:lpstr>Data Mockups</vt:lpstr>
      <vt:lpstr>Data Mockups</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presentation 2 lines</dc:title>
  <dc:subject>ppt template</dc:subject>
  <dc:creator>Sumedh Kakde</dc:creator>
  <cp:lastModifiedBy>Patil, Parashuram</cp:lastModifiedBy>
  <cp:revision>2</cp:revision>
  <dcterms:created xsi:type="dcterms:W3CDTF">2019-03-13T05:35:27Z</dcterms:created>
  <dcterms:modified xsi:type="dcterms:W3CDTF">2023-06-14T16:51:39Z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0x010100D7AB3D65C33EB04E991D79C35C166E79</vt:lpwstr>
  </property>
</Properties>
</file>