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Ubuntu" panose="020B050403060203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ReExXi3zXPCj0jHXdGCJA2Obg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B95C83-6551-44A0-A872-7822C8A71253}">
  <a:tblStyle styleId="{31B95C83-6551-44A0-A872-7822C8A7125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1DB8C12-F39E-4EA9-91C2-D6270382ABF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amdar, Aravind" userId="S::aravind.inamdar@capgemini.com::2dbfa3f2-8320-4c66-82b7-59a236550710" providerId="AD" clId="Web-{437763D4-F8B5-43F2-90E1-9F0705ED622D}"/>
    <pc:docChg chg="addSld delSld modSld">
      <pc:chgData name="Inamdar, Aravind" userId="S::aravind.inamdar@capgemini.com::2dbfa3f2-8320-4c66-82b7-59a236550710" providerId="AD" clId="Web-{437763D4-F8B5-43F2-90E1-9F0705ED622D}" dt="2023-05-26T14:50:57.642" v="7"/>
      <pc:docMkLst>
        <pc:docMk/>
      </pc:docMkLst>
      <pc:sldChg chg="modSp">
        <pc:chgData name="Inamdar, Aravind" userId="S::aravind.inamdar@capgemini.com::2dbfa3f2-8320-4c66-82b7-59a236550710" providerId="AD" clId="Web-{437763D4-F8B5-43F2-90E1-9F0705ED622D}" dt="2023-05-26T14:50:20.249" v="1" actId="20577"/>
        <pc:sldMkLst>
          <pc:docMk/>
          <pc:sldMk cId="0" sldId="256"/>
        </pc:sldMkLst>
        <pc:spChg chg="mod">
          <ac:chgData name="Inamdar, Aravind" userId="S::aravind.inamdar@capgemini.com::2dbfa3f2-8320-4c66-82b7-59a236550710" providerId="AD" clId="Web-{437763D4-F8B5-43F2-90E1-9F0705ED622D}" dt="2023-05-26T14:50:20.249" v="1" actId="20577"/>
          <ac:spMkLst>
            <pc:docMk/>
            <pc:sldMk cId="0" sldId="256"/>
            <ac:spMk id="94" creationId="{00000000-0000-0000-0000-000000000000}"/>
          </ac:spMkLst>
        </pc:spChg>
      </pc:sldChg>
      <pc:sldChg chg="modSp add del">
        <pc:chgData name="Inamdar, Aravind" userId="S::aravind.inamdar@capgemini.com::2dbfa3f2-8320-4c66-82b7-59a236550710" providerId="AD" clId="Web-{437763D4-F8B5-43F2-90E1-9F0705ED622D}" dt="2023-05-26T14:50:57.642" v="7"/>
        <pc:sldMkLst>
          <pc:docMk/>
          <pc:sldMk cId="0" sldId="257"/>
        </pc:sldMkLst>
        <pc:spChg chg="mod">
          <ac:chgData name="Inamdar, Aravind" userId="S::aravind.inamdar@capgemini.com::2dbfa3f2-8320-4c66-82b7-59a236550710" providerId="AD" clId="Web-{437763D4-F8B5-43F2-90E1-9F0705ED622D}" dt="2023-05-26T14:50:28.640" v="5" actId="20577"/>
          <ac:spMkLst>
            <pc:docMk/>
            <pc:sldMk cId="0" sldId="257"/>
            <ac:spMk id="102" creationId="{00000000-0000-0000-0000-000000000000}"/>
          </ac:spMkLst>
        </pc:spChg>
      </pc:sldChg>
    </pc:docChg>
  </pc:docChgLst>
  <pc:docChgLst>
    <pc:chgData name="Inamdar, Aravind" userId="2dbfa3f2-8320-4c66-82b7-59a236550710" providerId="ADAL" clId="{881F4489-D212-4FEF-930A-6C41B68551B0}"/>
    <pc:docChg chg="undo custSel modSld">
      <pc:chgData name="Inamdar, Aravind" userId="2dbfa3f2-8320-4c66-82b7-59a236550710" providerId="ADAL" clId="{881F4489-D212-4FEF-930A-6C41B68551B0}" dt="2023-05-26T16:12:56.772" v="2" actId="20577"/>
      <pc:docMkLst>
        <pc:docMk/>
      </pc:docMkLst>
      <pc:sldChg chg="modSp mod">
        <pc:chgData name="Inamdar, Aravind" userId="2dbfa3f2-8320-4c66-82b7-59a236550710" providerId="ADAL" clId="{881F4489-D212-4FEF-930A-6C41B68551B0}" dt="2023-05-26T16:12:56.772" v="2" actId="20577"/>
        <pc:sldMkLst>
          <pc:docMk/>
          <pc:sldMk cId="0" sldId="256"/>
        </pc:sldMkLst>
        <pc:spChg chg="mod">
          <ac:chgData name="Inamdar, Aravind" userId="2dbfa3f2-8320-4c66-82b7-59a236550710" providerId="ADAL" clId="{881F4489-D212-4FEF-930A-6C41B68551B0}" dt="2023-05-26T16:12:56.772" v="2" actId="20577"/>
          <ac:spMkLst>
            <pc:docMk/>
            <pc:sldMk cId="0" sldId="256"/>
            <ac:spMk id="94" creationId="{00000000-0000-0000-0000-000000000000}"/>
          </ac:spMkLst>
        </pc:spChg>
      </pc:sldChg>
    </pc:docChg>
  </pc:docChgLst>
  <pc:docChgLst>
    <pc:chgData name="Inamdar, Aravind" userId="S::aravind.inamdar@capgemini.com::2dbfa3f2-8320-4c66-82b7-59a236550710" providerId="AD" clId="Web-{385108BD-E5A1-477B-8B8B-EF9AFC6E5E3B}"/>
    <pc:docChg chg="modSld">
      <pc:chgData name="Inamdar, Aravind" userId="S::aravind.inamdar@capgemini.com::2dbfa3f2-8320-4c66-82b7-59a236550710" providerId="AD" clId="Web-{385108BD-E5A1-477B-8B8B-EF9AFC6E5E3B}" dt="2023-05-26T16:11:26.370" v="8" actId="20577"/>
      <pc:docMkLst>
        <pc:docMk/>
      </pc:docMkLst>
      <pc:sldChg chg="modSp">
        <pc:chgData name="Inamdar, Aravind" userId="S::aravind.inamdar@capgemini.com::2dbfa3f2-8320-4c66-82b7-59a236550710" providerId="AD" clId="Web-{385108BD-E5A1-477B-8B8B-EF9AFC6E5E3B}" dt="2023-05-26T16:11:26.370" v="8" actId="20577"/>
        <pc:sldMkLst>
          <pc:docMk/>
          <pc:sldMk cId="866254711" sldId="258"/>
        </pc:sldMkLst>
        <pc:spChg chg="mod">
          <ac:chgData name="Inamdar, Aravind" userId="S::aravind.inamdar@capgemini.com::2dbfa3f2-8320-4c66-82b7-59a236550710" providerId="AD" clId="Web-{385108BD-E5A1-477B-8B8B-EF9AFC6E5E3B}" dt="2023-05-26T16:11:26.370" v="8" actId="20577"/>
          <ac:spMkLst>
            <pc:docMk/>
            <pc:sldMk cId="866254711" sldId="258"/>
            <ac:spMk id="106" creationId="{00000000-0000-0000-0000-000000000000}"/>
          </ac:spMkLst>
        </pc:spChg>
      </pc:sldChg>
    </pc:docChg>
  </pc:docChgLst>
  <pc:docChgLst>
    <pc:chgData name="Kamat, Priya" userId="S::priya.kamat@capgemini.com::c99c14f4-11b7-4657-9aa1-5b5a1388103b" providerId="AD" clId="Web-{91A29D4E-EFE7-493B-AE9A-EB1DCBE9223D}"/>
    <pc:docChg chg="modSld">
      <pc:chgData name="Kamat, Priya" userId="S::priya.kamat@capgemini.com::c99c14f4-11b7-4657-9aa1-5b5a1388103b" providerId="AD" clId="Web-{91A29D4E-EFE7-493B-AE9A-EB1DCBE9223D}" dt="2023-05-22T13:39:52.164" v="1"/>
      <pc:docMkLst>
        <pc:docMk/>
      </pc:docMkLst>
      <pc:sldChg chg="modSp">
        <pc:chgData name="Kamat, Priya" userId="S::priya.kamat@capgemini.com::c99c14f4-11b7-4657-9aa1-5b5a1388103b" providerId="AD" clId="Web-{91A29D4E-EFE7-493B-AE9A-EB1DCBE9223D}" dt="2023-05-22T13:39:52.164" v="1"/>
        <pc:sldMkLst>
          <pc:docMk/>
          <pc:sldMk cId="0" sldId="257"/>
        </pc:sldMkLst>
        <pc:graphicFrameChg chg="mod modGraphic">
          <ac:chgData name="Kamat, Priya" userId="S::priya.kamat@capgemini.com::c99c14f4-11b7-4657-9aa1-5b5a1388103b" providerId="AD" clId="Web-{91A29D4E-EFE7-493B-AE9A-EB1DCBE9223D}" dt="2023-05-22T13:39:52.164" v="1"/>
          <ac:graphicFrameMkLst>
            <pc:docMk/>
            <pc:sldMk cId="0" sldId="257"/>
            <ac:graphicFrameMk id="112" creationId="{00000000-0000-0000-0000-000000000000}"/>
          </ac:graphicFrameMkLst>
        </pc:graphicFrameChg>
      </pc:sldChg>
    </pc:docChg>
  </pc:docChgLst>
  <pc:docChgLst>
    <pc:chgData name="Singh, Akshat" userId="c338668c-3d3e-4c0b-a82d-3c0df7fbc1c5" providerId="ADAL" clId="{E0292127-B43F-40CA-B1D9-F059FC40C1B7}"/>
    <pc:docChg chg="undo custSel delSld modSld">
      <pc:chgData name="Singh, Akshat" userId="c338668c-3d3e-4c0b-a82d-3c0df7fbc1c5" providerId="ADAL" clId="{E0292127-B43F-40CA-B1D9-F059FC40C1B7}" dt="2023-05-26T16:15:33.058" v="628" actId="14100"/>
      <pc:docMkLst>
        <pc:docMk/>
      </pc:docMkLst>
      <pc:sldChg chg="addSp delSp modSp mod">
        <pc:chgData name="Singh, Akshat" userId="c338668c-3d3e-4c0b-a82d-3c0df7fbc1c5" providerId="ADAL" clId="{E0292127-B43F-40CA-B1D9-F059FC40C1B7}" dt="2023-05-22T16:13:21.169" v="140" actId="1076"/>
        <pc:sldMkLst>
          <pc:docMk/>
          <pc:sldMk cId="0" sldId="256"/>
        </pc:sldMkLst>
        <pc:spChg chg="add del mod">
          <ac:chgData name="Singh, Akshat" userId="c338668c-3d3e-4c0b-a82d-3c0df7fbc1c5" providerId="ADAL" clId="{E0292127-B43F-40CA-B1D9-F059FC40C1B7}" dt="2023-05-22T16:13:07.989" v="136" actId="21"/>
          <ac:spMkLst>
            <pc:docMk/>
            <pc:sldMk cId="0" sldId="256"/>
            <ac:spMk id="2" creationId="{08722E94-8536-1106-C4FA-A1C7B61F0F2E}"/>
          </ac:spMkLst>
        </pc:spChg>
        <pc:spChg chg="mod">
          <ac:chgData name="Singh, Akshat" userId="c338668c-3d3e-4c0b-a82d-3c0df7fbc1c5" providerId="ADAL" clId="{E0292127-B43F-40CA-B1D9-F059FC40C1B7}" dt="2023-05-22T16:11:57.334" v="58" actId="20577"/>
          <ac:spMkLst>
            <pc:docMk/>
            <pc:sldMk cId="0" sldId="256"/>
            <ac:spMk id="94" creationId="{00000000-0000-0000-0000-000000000000}"/>
          </ac:spMkLst>
        </pc:spChg>
        <pc:spChg chg="mod">
          <ac:chgData name="Singh, Akshat" userId="c338668c-3d3e-4c0b-a82d-3c0df7fbc1c5" providerId="ADAL" clId="{E0292127-B43F-40CA-B1D9-F059FC40C1B7}" dt="2023-05-22T16:11:29.833" v="22" actId="1076"/>
          <ac:spMkLst>
            <pc:docMk/>
            <pc:sldMk cId="0" sldId="256"/>
            <ac:spMk id="95" creationId="{00000000-0000-0000-0000-000000000000}"/>
          </ac:spMkLst>
        </pc:spChg>
        <pc:picChg chg="add del">
          <ac:chgData name="Singh, Akshat" userId="c338668c-3d3e-4c0b-a82d-3c0df7fbc1c5" providerId="ADAL" clId="{E0292127-B43F-40CA-B1D9-F059FC40C1B7}" dt="2023-05-22T16:09:02.717" v="1"/>
          <ac:picMkLst>
            <pc:docMk/>
            <pc:sldMk cId="0" sldId="256"/>
            <ac:picMk id="1026" creationId="{CA61A85A-8BC1-9EEB-1D1C-245681AA79AD}"/>
          </ac:picMkLst>
        </pc:picChg>
        <pc:picChg chg="add mod">
          <ac:chgData name="Singh, Akshat" userId="c338668c-3d3e-4c0b-a82d-3c0df7fbc1c5" providerId="ADAL" clId="{E0292127-B43F-40CA-B1D9-F059FC40C1B7}" dt="2023-05-22T16:13:21.169" v="140" actId="1076"/>
          <ac:picMkLst>
            <pc:docMk/>
            <pc:sldMk cId="0" sldId="256"/>
            <ac:picMk id="1028" creationId="{815511E6-F801-2F8E-1D47-2712B82E2161}"/>
          </ac:picMkLst>
        </pc:picChg>
        <pc:picChg chg="add mod">
          <ac:chgData name="Singh, Akshat" userId="c338668c-3d3e-4c0b-a82d-3c0df7fbc1c5" providerId="ADAL" clId="{E0292127-B43F-40CA-B1D9-F059FC40C1B7}" dt="2023-05-22T16:13:19.981" v="139" actId="1076"/>
          <ac:picMkLst>
            <pc:docMk/>
            <pc:sldMk cId="0" sldId="256"/>
            <ac:picMk id="1030" creationId="{31A64027-396E-B2EF-572D-3C09D78AB46A}"/>
          </ac:picMkLst>
        </pc:picChg>
      </pc:sldChg>
      <pc:sldChg chg="addSp delSp modSp mod">
        <pc:chgData name="Singh, Akshat" userId="c338668c-3d3e-4c0b-a82d-3c0df7fbc1c5" providerId="ADAL" clId="{E0292127-B43F-40CA-B1D9-F059FC40C1B7}" dt="2023-05-26T16:15:33.058" v="628" actId="14100"/>
        <pc:sldMkLst>
          <pc:docMk/>
          <pc:sldMk cId="0" sldId="257"/>
        </pc:sldMkLst>
        <pc:spChg chg="add mod">
          <ac:chgData name="Singh, Akshat" userId="c338668c-3d3e-4c0b-a82d-3c0df7fbc1c5" providerId="ADAL" clId="{E0292127-B43F-40CA-B1D9-F059FC40C1B7}" dt="2023-05-22T16:13:10.410" v="137"/>
          <ac:spMkLst>
            <pc:docMk/>
            <pc:sldMk cId="0" sldId="257"/>
            <ac:spMk id="2" creationId="{093D3B1A-AFBA-A52E-ACE5-113669B866FB}"/>
          </ac:spMkLst>
        </pc:spChg>
        <pc:spChg chg="del">
          <ac:chgData name="Singh, Akshat" userId="c338668c-3d3e-4c0b-a82d-3c0df7fbc1c5" providerId="ADAL" clId="{E0292127-B43F-40CA-B1D9-F059FC40C1B7}" dt="2023-05-22T16:12:04.127" v="59" actId="478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Singh, Akshat" userId="c338668c-3d3e-4c0b-a82d-3c0df7fbc1c5" providerId="ADAL" clId="{E0292127-B43F-40CA-B1D9-F059FC40C1B7}" dt="2023-05-22T16:18:08.507" v="514" actId="20577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Singh, Akshat" userId="c338668c-3d3e-4c0b-a82d-3c0df7fbc1c5" providerId="ADAL" clId="{E0292127-B43F-40CA-B1D9-F059FC40C1B7}" dt="2023-05-22T16:16:59.980" v="363" actId="207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Singh, Akshat" userId="c338668c-3d3e-4c0b-a82d-3c0df7fbc1c5" providerId="ADAL" clId="{E0292127-B43F-40CA-B1D9-F059FC40C1B7}" dt="2023-05-22T16:16:22.660" v="296" actId="1038"/>
          <ac:spMkLst>
            <pc:docMk/>
            <pc:sldMk cId="0" sldId="257"/>
            <ac:spMk id="113" creationId="{00000000-0000-0000-0000-000000000000}"/>
          </ac:spMkLst>
        </pc:spChg>
        <pc:spChg chg="mod">
          <ac:chgData name="Singh, Akshat" userId="c338668c-3d3e-4c0b-a82d-3c0df7fbc1c5" providerId="ADAL" clId="{E0292127-B43F-40CA-B1D9-F059FC40C1B7}" dt="2023-05-22T16:16:26.607" v="320" actId="1038"/>
          <ac:spMkLst>
            <pc:docMk/>
            <pc:sldMk cId="0" sldId="257"/>
            <ac:spMk id="114" creationId="{00000000-0000-0000-0000-000000000000}"/>
          </ac:spMkLst>
        </pc:spChg>
        <pc:spChg chg="mod">
          <ac:chgData name="Singh, Akshat" userId="c338668c-3d3e-4c0b-a82d-3c0df7fbc1c5" providerId="ADAL" clId="{E0292127-B43F-40CA-B1D9-F059FC40C1B7}" dt="2023-05-22T16:16:31.073" v="345" actId="1038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Singh, Akshat" userId="c338668c-3d3e-4c0b-a82d-3c0df7fbc1c5" providerId="ADAL" clId="{E0292127-B43F-40CA-B1D9-F059FC40C1B7}" dt="2023-05-22T16:16:37.245" v="361" actId="1038"/>
          <ac:spMkLst>
            <pc:docMk/>
            <pc:sldMk cId="0" sldId="257"/>
            <ac:spMk id="116" creationId="{00000000-0000-0000-0000-000000000000}"/>
          </ac:spMkLst>
        </pc:spChg>
        <pc:graphicFrameChg chg="add mod modGraphic">
          <ac:chgData name="Singh, Akshat" userId="c338668c-3d3e-4c0b-a82d-3c0df7fbc1c5" providerId="ADAL" clId="{E0292127-B43F-40CA-B1D9-F059FC40C1B7}" dt="2023-05-26T16:15:33.058" v="628" actId="14100"/>
          <ac:graphicFrameMkLst>
            <pc:docMk/>
            <pc:sldMk cId="0" sldId="257"/>
            <ac:graphicFrameMk id="5" creationId="{9325ECC0-A267-3AC8-8039-3347C6E4866F}"/>
          </ac:graphicFrameMkLst>
        </pc:graphicFrameChg>
        <pc:graphicFrameChg chg="mod modGraphic">
          <ac:chgData name="Singh, Akshat" userId="c338668c-3d3e-4c0b-a82d-3c0df7fbc1c5" providerId="ADAL" clId="{E0292127-B43F-40CA-B1D9-F059FC40C1B7}" dt="2023-05-22T16:16:42.710" v="362" actId="122"/>
          <ac:graphicFrameMkLst>
            <pc:docMk/>
            <pc:sldMk cId="0" sldId="257"/>
            <ac:graphicFrameMk id="112" creationId="{00000000-0000-0000-0000-000000000000}"/>
          </ac:graphicFrameMkLst>
        </pc:graphicFrameChg>
        <pc:graphicFrameChg chg="mod modGraphic">
          <ac:chgData name="Singh, Akshat" userId="c338668c-3d3e-4c0b-a82d-3c0df7fbc1c5" providerId="ADAL" clId="{E0292127-B43F-40CA-B1D9-F059FC40C1B7}" dt="2023-05-26T16:15:25.155" v="626" actId="14100"/>
          <ac:graphicFrameMkLst>
            <pc:docMk/>
            <pc:sldMk cId="0" sldId="257"/>
            <ac:graphicFrameMk id="118" creationId="{00000000-0000-0000-0000-000000000000}"/>
          </ac:graphicFrameMkLst>
        </pc:graphicFrameChg>
        <pc:picChg chg="add mod">
          <ac:chgData name="Singh, Akshat" userId="c338668c-3d3e-4c0b-a82d-3c0df7fbc1c5" providerId="ADAL" clId="{E0292127-B43F-40CA-B1D9-F059FC40C1B7}" dt="2023-05-22T16:13:25.041" v="141"/>
          <ac:picMkLst>
            <pc:docMk/>
            <pc:sldMk cId="0" sldId="257"/>
            <ac:picMk id="3" creationId="{0EAFA7E2-1682-AF4D-E6BA-7A10110BE8B2}"/>
          </ac:picMkLst>
        </pc:picChg>
        <pc:picChg chg="add mod">
          <ac:chgData name="Singh, Akshat" userId="c338668c-3d3e-4c0b-a82d-3c0df7fbc1c5" providerId="ADAL" clId="{E0292127-B43F-40CA-B1D9-F059FC40C1B7}" dt="2023-05-22T16:13:25.041" v="141"/>
          <ac:picMkLst>
            <pc:docMk/>
            <pc:sldMk cId="0" sldId="257"/>
            <ac:picMk id="4" creationId="{B0A2921A-C3D6-406F-D632-02C88CCAECCD}"/>
          </ac:picMkLst>
        </pc:picChg>
      </pc:sldChg>
      <pc:sldChg chg="modSp mod">
        <pc:chgData name="Singh, Akshat" userId="c338668c-3d3e-4c0b-a82d-3c0df7fbc1c5" providerId="ADAL" clId="{E0292127-B43F-40CA-B1D9-F059FC40C1B7}" dt="2023-05-26T16:15:11.600" v="625" actId="14100"/>
        <pc:sldMkLst>
          <pc:docMk/>
          <pc:sldMk cId="866254711" sldId="258"/>
        </pc:sldMkLst>
        <pc:graphicFrameChg chg="mod modGraphic">
          <ac:chgData name="Singh, Akshat" userId="c338668c-3d3e-4c0b-a82d-3c0df7fbc1c5" providerId="ADAL" clId="{E0292127-B43F-40CA-B1D9-F059FC40C1B7}" dt="2023-05-26T16:15:11.600" v="625" actId="14100"/>
          <ac:graphicFrameMkLst>
            <pc:docMk/>
            <pc:sldMk cId="866254711" sldId="258"/>
            <ac:graphicFrameMk id="5" creationId="{9325ECC0-A267-3AC8-8039-3347C6E4866F}"/>
          </ac:graphicFrameMkLst>
        </pc:graphicFrameChg>
        <pc:graphicFrameChg chg="modGraphic">
          <ac:chgData name="Singh, Akshat" userId="c338668c-3d3e-4c0b-a82d-3c0df7fbc1c5" providerId="ADAL" clId="{E0292127-B43F-40CA-B1D9-F059FC40C1B7}" dt="2023-05-26T16:14:59.777" v="623" actId="14100"/>
          <ac:graphicFrameMkLst>
            <pc:docMk/>
            <pc:sldMk cId="866254711" sldId="258"/>
            <ac:graphicFrameMk id="118" creationId="{00000000-0000-0000-0000-000000000000}"/>
          </ac:graphicFrameMkLst>
        </pc:graphicFrameChg>
      </pc:sldChg>
      <pc:sldChg chg="del">
        <pc:chgData name="Singh, Akshat" userId="c338668c-3d3e-4c0b-a82d-3c0df7fbc1c5" providerId="ADAL" clId="{E0292127-B43F-40CA-B1D9-F059FC40C1B7}" dt="2023-05-22T16:10:11.531" v="14" actId="2696"/>
        <pc:sldMkLst>
          <pc:docMk/>
          <pc:sldMk cId="0" sldId="261"/>
        </pc:sldMkLst>
      </pc:sldChg>
    </pc:docChg>
  </pc:docChgLst>
  <pc:docChgLst>
    <pc:chgData name="Inamdar, Aravind" userId="S::aravind.inamdar@capgemini.com::2dbfa3f2-8320-4c66-82b7-59a236550710" providerId="AD" clId="Web-{4CB7D091-8E57-4EC0-B48F-787ECCB208AB}"/>
    <pc:docChg chg="addSld modSld">
      <pc:chgData name="Inamdar, Aravind" userId="S::aravind.inamdar@capgemini.com::2dbfa3f2-8320-4c66-82b7-59a236550710" providerId="AD" clId="Web-{4CB7D091-8E57-4EC0-B48F-787ECCB208AB}" dt="2023-05-26T16:01:01.029" v="769"/>
      <pc:docMkLst>
        <pc:docMk/>
      </pc:docMkLst>
      <pc:sldChg chg="modSp">
        <pc:chgData name="Inamdar, Aravind" userId="S::aravind.inamdar@capgemini.com::2dbfa3f2-8320-4c66-82b7-59a236550710" providerId="AD" clId="Web-{4CB7D091-8E57-4EC0-B48F-787ECCB208AB}" dt="2023-05-26T15:40:05.995" v="574" actId="20577"/>
        <pc:sldMkLst>
          <pc:docMk/>
          <pc:sldMk cId="0" sldId="256"/>
        </pc:sldMkLst>
        <pc:spChg chg="mod">
          <ac:chgData name="Inamdar, Aravind" userId="S::aravind.inamdar@capgemini.com::2dbfa3f2-8320-4c66-82b7-59a236550710" providerId="AD" clId="Web-{4CB7D091-8E57-4EC0-B48F-787ECCB208AB}" dt="2023-05-26T15:40:05.995" v="574" actId="20577"/>
          <ac:spMkLst>
            <pc:docMk/>
            <pc:sldMk cId="0" sldId="256"/>
            <ac:spMk id="94" creationId="{00000000-0000-0000-0000-000000000000}"/>
          </ac:spMkLst>
        </pc:spChg>
      </pc:sldChg>
      <pc:sldChg chg="modSp">
        <pc:chgData name="Inamdar, Aravind" userId="S::aravind.inamdar@capgemini.com::2dbfa3f2-8320-4c66-82b7-59a236550710" providerId="AD" clId="Web-{4CB7D091-8E57-4EC0-B48F-787ECCB208AB}" dt="2023-05-26T15:45:09.913" v="640"/>
        <pc:sldMkLst>
          <pc:docMk/>
          <pc:sldMk cId="0" sldId="257"/>
        </pc:sldMkLst>
        <pc:spChg chg="mod">
          <ac:chgData name="Inamdar, Aravind" userId="S::aravind.inamdar@capgemini.com::2dbfa3f2-8320-4c66-82b7-59a236550710" providerId="AD" clId="Web-{4CB7D091-8E57-4EC0-B48F-787ECCB208AB}" dt="2023-05-26T15:44:38.099" v="636" actId="20577"/>
          <ac:spMkLst>
            <pc:docMk/>
            <pc:sldMk cId="0" sldId="257"/>
            <ac:spMk id="102" creationId="{00000000-0000-0000-0000-000000000000}"/>
          </ac:spMkLst>
        </pc:spChg>
        <pc:graphicFrameChg chg="mod modGraphic">
          <ac:chgData name="Inamdar, Aravind" userId="S::aravind.inamdar@capgemini.com::2dbfa3f2-8320-4c66-82b7-59a236550710" providerId="AD" clId="Web-{4CB7D091-8E57-4EC0-B48F-787ECCB208AB}" dt="2023-05-26T15:45:09.913" v="640"/>
          <ac:graphicFrameMkLst>
            <pc:docMk/>
            <pc:sldMk cId="0" sldId="257"/>
            <ac:graphicFrameMk id="118" creationId="{00000000-0000-0000-0000-000000000000}"/>
          </ac:graphicFrameMkLst>
        </pc:graphicFrameChg>
      </pc:sldChg>
      <pc:sldChg chg="modSp add replId">
        <pc:chgData name="Inamdar, Aravind" userId="S::aravind.inamdar@capgemini.com::2dbfa3f2-8320-4c66-82b7-59a236550710" providerId="AD" clId="Web-{4CB7D091-8E57-4EC0-B48F-787ECCB208AB}" dt="2023-05-26T16:01:01.029" v="769"/>
        <pc:sldMkLst>
          <pc:docMk/>
          <pc:sldMk cId="866254711" sldId="258"/>
        </pc:sldMkLst>
        <pc:spChg chg="mod">
          <ac:chgData name="Inamdar, Aravind" userId="S::aravind.inamdar@capgemini.com::2dbfa3f2-8320-4c66-82b7-59a236550710" providerId="AD" clId="Web-{4CB7D091-8E57-4EC0-B48F-787ECCB208AB}" dt="2023-05-26T15:55:58.032" v="692" actId="20577"/>
          <ac:spMkLst>
            <pc:docMk/>
            <pc:sldMk cId="866254711" sldId="258"/>
            <ac:spMk id="102" creationId="{00000000-0000-0000-0000-000000000000}"/>
          </ac:spMkLst>
        </pc:spChg>
        <pc:spChg chg="mod">
          <ac:chgData name="Inamdar, Aravind" userId="S::aravind.inamdar@capgemini.com::2dbfa3f2-8320-4c66-82b7-59a236550710" providerId="AD" clId="Web-{4CB7D091-8E57-4EC0-B48F-787ECCB208AB}" dt="2023-05-26T15:13:40.532" v="417" actId="20577"/>
          <ac:spMkLst>
            <pc:docMk/>
            <pc:sldMk cId="866254711" sldId="258"/>
            <ac:spMk id="103" creationId="{00000000-0000-0000-0000-000000000000}"/>
          </ac:spMkLst>
        </pc:spChg>
        <pc:spChg chg="mod">
          <ac:chgData name="Inamdar, Aravind" userId="S::aravind.inamdar@capgemini.com::2dbfa3f2-8320-4c66-82b7-59a236550710" providerId="AD" clId="Web-{4CB7D091-8E57-4EC0-B48F-787ECCB208AB}" dt="2023-05-26T15:54:58.795" v="684" actId="20577"/>
          <ac:spMkLst>
            <pc:docMk/>
            <pc:sldMk cId="866254711" sldId="258"/>
            <ac:spMk id="106" creationId="{00000000-0000-0000-0000-000000000000}"/>
          </ac:spMkLst>
        </pc:spChg>
        <pc:graphicFrameChg chg="mod modGraphic">
          <ac:chgData name="Inamdar, Aravind" userId="S::aravind.inamdar@capgemini.com::2dbfa3f2-8320-4c66-82b7-59a236550710" providerId="AD" clId="Web-{4CB7D091-8E57-4EC0-B48F-787ECCB208AB}" dt="2023-05-26T16:01:01.029" v="769"/>
          <ac:graphicFrameMkLst>
            <pc:docMk/>
            <pc:sldMk cId="866254711" sldId="258"/>
            <ac:graphicFrameMk id="118" creationId="{00000000-0000-0000-0000-000000000000}"/>
          </ac:graphicFrameMkLst>
        </pc:graphicFrameChg>
      </pc:sldChg>
    </pc:docChg>
  </pc:docChgLst>
  <pc:docChgLst>
    <pc:chgData name="Kamat, Priya" userId="S::priya.kamat@capgemini.com::c99c14f4-11b7-4657-9aa1-5b5a1388103b" providerId="AD" clId="Web-{FCAEB98D-B0C4-4E9B-8E5D-7563DB09552F}"/>
    <pc:docChg chg="modSld">
      <pc:chgData name="Kamat, Priya" userId="S::priya.kamat@capgemini.com::c99c14f4-11b7-4657-9aa1-5b5a1388103b" providerId="AD" clId="Web-{FCAEB98D-B0C4-4E9B-8E5D-7563DB09552F}" dt="2023-05-22T16:42:48.088" v="3" actId="1076"/>
      <pc:docMkLst>
        <pc:docMk/>
      </pc:docMkLst>
      <pc:sldChg chg="modSp">
        <pc:chgData name="Kamat, Priya" userId="S::priya.kamat@capgemini.com::c99c14f4-11b7-4657-9aa1-5b5a1388103b" providerId="AD" clId="Web-{FCAEB98D-B0C4-4E9B-8E5D-7563DB09552F}" dt="2023-05-22T16:42:48.088" v="3" actId="1076"/>
        <pc:sldMkLst>
          <pc:docMk/>
          <pc:sldMk cId="0" sldId="257"/>
        </pc:sldMkLst>
        <pc:spChg chg="mod">
          <ac:chgData name="Kamat, Priya" userId="S::priya.kamat@capgemini.com::c99c14f4-11b7-4657-9aa1-5b5a1388103b" providerId="AD" clId="Web-{FCAEB98D-B0C4-4E9B-8E5D-7563DB09552F}" dt="2023-05-22T16:42:48.088" v="3" actId="1076"/>
          <ac:spMkLst>
            <pc:docMk/>
            <pc:sldMk cId="0" sldId="257"/>
            <ac:spMk id="107" creationId="{00000000-0000-0000-0000-000000000000}"/>
          </ac:spMkLst>
        </pc:spChg>
      </pc:sldChg>
    </pc:docChg>
  </pc:docChgLst>
  <pc:docChgLst>
    <pc:chgData name="Namasivayam, Manivasagan" userId="e21825c3-4acc-4579-b7bd-4299043c722e" providerId="ADAL" clId="{8DC89D5D-43EB-41FA-9865-552E155EEC8F}"/>
    <pc:docChg chg="custSel addSld delSld modSld">
      <pc:chgData name="Namasivayam, Manivasagan" userId="e21825c3-4acc-4579-b7bd-4299043c722e" providerId="ADAL" clId="{8DC89D5D-43EB-41FA-9865-552E155EEC8F}" dt="2023-06-06T09:38:26.734" v="29" actId="478"/>
      <pc:docMkLst>
        <pc:docMk/>
      </pc:docMkLst>
      <pc:sldChg chg="modSp mod">
        <pc:chgData name="Namasivayam, Manivasagan" userId="e21825c3-4acc-4579-b7bd-4299043c722e" providerId="ADAL" clId="{8DC89D5D-43EB-41FA-9865-552E155EEC8F}" dt="2023-06-06T09:36:58.785" v="20" actId="20577"/>
        <pc:sldMkLst>
          <pc:docMk/>
          <pc:sldMk cId="0" sldId="256"/>
        </pc:sldMkLst>
        <pc:spChg chg="mod">
          <ac:chgData name="Namasivayam, Manivasagan" userId="e21825c3-4acc-4579-b7bd-4299043c722e" providerId="ADAL" clId="{8DC89D5D-43EB-41FA-9865-552E155EEC8F}" dt="2023-06-06T09:36:58.785" v="20" actId="20577"/>
          <ac:spMkLst>
            <pc:docMk/>
            <pc:sldMk cId="0" sldId="256"/>
            <ac:spMk id="94" creationId="{00000000-0000-0000-0000-000000000000}"/>
          </ac:spMkLst>
        </pc:spChg>
      </pc:sldChg>
      <pc:sldChg chg="delSp modSp mod">
        <pc:chgData name="Namasivayam, Manivasagan" userId="e21825c3-4acc-4579-b7bd-4299043c722e" providerId="ADAL" clId="{8DC89D5D-43EB-41FA-9865-552E155EEC8F}" dt="2023-06-06T09:38:26.734" v="29" actId="478"/>
        <pc:sldMkLst>
          <pc:docMk/>
          <pc:sldMk cId="0" sldId="257"/>
        </pc:sldMkLst>
        <pc:spChg chg="mod">
          <ac:chgData name="Namasivayam, Manivasagan" userId="e21825c3-4acc-4579-b7bd-4299043c722e" providerId="ADAL" clId="{8DC89D5D-43EB-41FA-9865-552E155EEC8F}" dt="2023-06-06T09:37:09.905" v="21" actId="20577"/>
          <ac:spMkLst>
            <pc:docMk/>
            <pc:sldMk cId="0" sldId="257"/>
            <ac:spMk id="102" creationId="{00000000-0000-0000-0000-000000000000}"/>
          </ac:spMkLst>
        </pc:spChg>
        <pc:spChg chg="del">
          <ac:chgData name="Namasivayam, Manivasagan" userId="e21825c3-4acc-4579-b7bd-4299043c722e" providerId="ADAL" clId="{8DC89D5D-43EB-41FA-9865-552E155EEC8F}" dt="2023-06-06T09:38:17.331" v="24" actId="478"/>
          <ac:spMkLst>
            <pc:docMk/>
            <pc:sldMk cId="0" sldId="257"/>
            <ac:spMk id="113" creationId="{00000000-0000-0000-0000-000000000000}"/>
          </ac:spMkLst>
        </pc:spChg>
        <pc:spChg chg="del">
          <ac:chgData name="Namasivayam, Manivasagan" userId="e21825c3-4acc-4579-b7bd-4299043c722e" providerId="ADAL" clId="{8DC89D5D-43EB-41FA-9865-552E155EEC8F}" dt="2023-06-06T09:38:18.989" v="25" actId="478"/>
          <ac:spMkLst>
            <pc:docMk/>
            <pc:sldMk cId="0" sldId="257"/>
            <ac:spMk id="114" creationId="{00000000-0000-0000-0000-000000000000}"/>
          </ac:spMkLst>
        </pc:spChg>
        <pc:spChg chg="del">
          <ac:chgData name="Namasivayam, Manivasagan" userId="e21825c3-4acc-4579-b7bd-4299043c722e" providerId="ADAL" clId="{8DC89D5D-43EB-41FA-9865-552E155EEC8F}" dt="2023-06-06T09:38:20.943" v="26" actId="478"/>
          <ac:spMkLst>
            <pc:docMk/>
            <pc:sldMk cId="0" sldId="257"/>
            <ac:spMk id="115" creationId="{00000000-0000-0000-0000-000000000000}"/>
          </ac:spMkLst>
        </pc:spChg>
        <pc:spChg chg="del mod">
          <ac:chgData name="Namasivayam, Manivasagan" userId="e21825c3-4acc-4579-b7bd-4299043c722e" providerId="ADAL" clId="{8DC89D5D-43EB-41FA-9865-552E155EEC8F}" dt="2023-06-06T09:38:26.734" v="29" actId="478"/>
          <ac:spMkLst>
            <pc:docMk/>
            <pc:sldMk cId="0" sldId="257"/>
            <ac:spMk id="116" creationId="{00000000-0000-0000-0000-000000000000}"/>
          </ac:spMkLst>
        </pc:spChg>
        <pc:graphicFrameChg chg="del">
          <ac:chgData name="Namasivayam, Manivasagan" userId="e21825c3-4acc-4579-b7bd-4299043c722e" providerId="ADAL" clId="{8DC89D5D-43EB-41FA-9865-552E155EEC8F}" dt="2023-06-06T09:38:14.372" v="23" actId="478"/>
          <ac:graphicFrameMkLst>
            <pc:docMk/>
            <pc:sldMk cId="0" sldId="257"/>
            <ac:graphicFrameMk id="112" creationId="{00000000-0000-0000-0000-000000000000}"/>
          </ac:graphicFrameMkLst>
        </pc:graphicFrameChg>
      </pc:sldChg>
      <pc:sldChg chg="del">
        <pc:chgData name="Namasivayam, Manivasagan" userId="e21825c3-4acc-4579-b7bd-4299043c722e" providerId="ADAL" clId="{8DC89D5D-43EB-41FA-9865-552E155EEC8F}" dt="2023-06-06T09:36:48.365" v="0" actId="47"/>
        <pc:sldMkLst>
          <pc:docMk/>
          <pc:sldMk cId="866254711" sldId="258"/>
        </pc:sldMkLst>
      </pc:sldChg>
      <pc:sldChg chg="new">
        <pc:chgData name="Namasivayam, Manivasagan" userId="e21825c3-4acc-4579-b7bd-4299043c722e" providerId="ADAL" clId="{8DC89D5D-43EB-41FA-9865-552E155EEC8F}" dt="2023-06-06T09:37:30.376" v="22" actId="680"/>
        <pc:sldMkLst>
          <pc:docMk/>
          <pc:sldMk cId="2448825539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3">
  <p:cSld name="Section break 3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/>
          <p:nvPr/>
        </p:nvSpPr>
        <p:spPr>
          <a:xfrm>
            <a:off x="1" y="0"/>
            <a:ext cx="7651751" cy="6858000"/>
          </a:xfrm>
          <a:custGeom>
            <a:avLst/>
            <a:gdLst/>
            <a:ahLst/>
            <a:cxnLst/>
            <a:rect l="l" t="t" r="r" b="b"/>
            <a:pathLst>
              <a:path w="4820" h="4320" extrusionOk="0">
                <a:moveTo>
                  <a:pt x="0" y="4320"/>
                </a:moveTo>
                <a:lnTo>
                  <a:pt x="0" y="4320"/>
                </a:lnTo>
                <a:lnTo>
                  <a:pt x="0" y="18"/>
                </a:lnTo>
                <a:lnTo>
                  <a:pt x="0" y="18"/>
                </a:lnTo>
                <a:lnTo>
                  <a:pt x="0" y="8"/>
                </a:lnTo>
                <a:lnTo>
                  <a:pt x="2" y="4"/>
                </a:lnTo>
                <a:lnTo>
                  <a:pt x="8" y="0"/>
                </a:lnTo>
                <a:lnTo>
                  <a:pt x="18" y="0"/>
                </a:lnTo>
                <a:lnTo>
                  <a:pt x="18" y="0"/>
                </a:lnTo>
                <a:lnTo>
                  <a:pt x="4802" y="0"/>
                </a:lnTo>
                <a:lnTo>
                  <a:pt x="4802" y="0"/>
                </a:lnTo>
                <a:lnTo>
                  <a:pt x="4812" y="0"/>
                </a:lnTo>
                <a:lnTo>
                  <a:pt x="4818" y="4"/>
                </a:lnTo>
                <a:lnTo>
                  <a:pt x="4820" y="8"/>
                </a:lnTo>
                <a:lnTo>
                  <a:pt x="4820" y="18"/>
                </a:lnTo>
                <a:lnTo>
                  <a:pt x="4820" y="18"/>
                </a:lnTo>
                <a:lnTo>
                  <a:pt x="4820" y="34"/>
                </a:lnTo>
                <a:lnTo>
                  <a:pt x="4820" y="50"/>
                </a:lnTo>
                <a:lnTo>
                  <a:pt x="4820" y="50"/>
                </a:lnTo>
                <a:lnTo>
                  <a:pt x="4816" y="52"/>
                </a:lnTo>
                <a:lnTo>
                  <a:pt x="4816" y="56"/>
                </a:lnTo>
                <a:lnTo>
                  <a:pt x="4816" y="64"/>
                </a:lnTo>
                <a:lnTo>
                  <a:pt x="4816" y="64"/>
                </a:lnTo>
                <a:lnTo>
                  <a:pt x="4808" y="138"/>
                </a:lnTo>
                <a:lnTo>
                  <a:pt x="4808" y="138"/>
                </a:lnTo>
                <a:lnTo>
                  <a:pt x="4800" y="200"/>
                </a:lnTo>
                <a:lnTo>
                  <a:pt x="4790" y="260"/>
                </a:lnTo>
                <a:lnTo>
                  <a:pt x="4776" y="318"/>
                </a:lnTo>
                <a:lnTo>
                  <a:pt x="4762" y="376"/>
                </a:lnTo>
                <a:lnTo>
                  <a:pt x="4744" y="434"/>
                </a:lnTo>
                <a:lnTo>
                  <a:pt x="4726" y="490"/>
                </a:lnTo>
                <a:lnTo>
                  <a:pt x="4704" y="544"/>
                </a:lnTo>
                <a:lnTo>
                  <a:pt x="4680" y="598"/>
                </a:lnTo>
                <a:lnTo>
                  <a:pt x="4654" y="652"/>
                </a:lnTo>
                <a:lnTo>
                  <a:pt x="4626" y="704"/>
                </a:lnTo>
                <a:lnTo>
                  <a:pt x="4594" y="754"/>
                </a:lnTo>
                <a:lnTo>
                  <a:pt x="4562" y="804"/>
                </a:lnTo>
                <a:lnTo>
                  <a:pt x="4528" y="852"/>
                </a:lnTo>
                <a:lnTo>
                  <a:pt x="4490" y="900"/>
                </a:lnTo>
                <a:lnTo>
                  <a:pt x="4452" y="948"/>
                </a:lnTo>
                <a:lnTo>
                  <a:pt x="4410" y="994"/>
                </a:lnTo>
                <a:lnTo>
                  <a:pt x="4410" y="994"/>
                </a:lnTo>
                <a:lnTo>
                  <a:pt x="4376" y="1030"/>
                </a:lnTo>
                <a:lnTo>
                  <a:pt x="4342" y="1064"/>
                </a:lnTo>
                <a:lnTo>
                  <a:pt x="4306" y="1098"/>
                </a:lnTo>
                <a:lnTo>
                  <a:pt x="4270" y="1130"/>
                </a:lnTo>
                <a:lnTo>
                  <a:pt x="4196" y="1194"/>
                </a:lnTo>
                <a:lnTo>
                  <a:pt x="4118" y="1252"/>
                </a:lnTo>
                <a:lnTo>
                  <a:pt x="4038" y="1308"/>
                </a:lnTo>
                <a:lnTo>
                  <a:pt x="3956" y="1360"/>
                </a:lnTo>
                <a:lnTo>
                  <a:pt x="3872" y="1410"/>
                </a:lnTo>
                <a:lnTo>
                  <a:pt x="3786" y="1458"/>
                </a:lnTo>
                <a:lnTo>
                  <a:pt x="3786" y="1458"/>
                </a:lnTo>
                <a:lnTo>
                  <a:pt x="3724" y="1488"/>
                </a:lnTo>
                <a:lnTo>
                  <a:pt x="3664" y="1518"/>
                </a:lnTo>
                <a:lnTo>
                  <a:pt x="3542" y="1574"/>
                </a:lnTo>
                <a:lnTo>
                  <a:pt x="3418" y="1626"/>
                </a:lnTo>
                <a:lnTo>
                  <a:pt x="3294" y="1678"/>
                </a:lnTo>
                <a:lnTo>
                  <a:pt x="3294" y="1678"/>
                </a:lnTo>
                <a:lnTo>
                  <a:pt x="3028" y="1790"/>
                </a:lnTo>
                <a:lnTo>
                  <a:pt x="2762" y="1904"/>
                </a:lnTo>
                <a:lnTo>
                  <a:pt x="2498" y="2020"/>
                </a:lnTo>
                <a:lnTo>
                  <a:pt x="2368" y="2080"/>
                </a:lnTo>
                <a:lnTo>
                  <a:pt x="2238" y="2142"/>
                </a:lnTo>
                <a:lnTo>
                  <a:pt x="2238" y="2142"/>
                </a:lnTo>
                <a:lnTo>
                  <a:pt x="2054" y="2232"/>
                </a:lnTo>
                <a:lnTo>
                  <a:pt x="1962" y="2278"/>
                </a:lnTo>
                <a:lnTo>
                  <a:pt x="1872" y="2326"/>
                </a:lnTo>
                <a:lnTo>
                  <a:pt x="1784" y="2376"/>
                </a:lnTo>
                <a:lnTo>
                  <a:pt x="1696" y="2428"/>
                </a:lnTo>
                <a:lnTo>
                  <a:pt x="1608" y="2482"/>
                </a:lnTo>
                <a:lnTo>
                  <a:pt x="1522" y="2538"/>
                </a:lnTo>
                <a:lnTo>
                  <a:pt x="1522" y="2538"/>
                </a:lnTo>
                <a:lnTo>
                  <a:pt x="1464" y="2578"/>
                </a:lnTo>
                <a:lnTo>
                  <a:pt x="1406" y="2620"/>
                </a:lnTo>
                <a:lnTo>
                  <a:pt x="1350" y="2664"/>
                </a:lnTo>
                <a:lnTo>
                  <a:pt x="1296" y="2710"/>
                </a:lnTo>
                <a:lnTo>
                  <a:pt x="1242" y="2758"/>
                </a:lnTo>
                <a:lnTo>
                  <a:pt x="1192" y="2808"/>
                </a:lnTo>
                <a:lnTo>
                  <a:pt x="1142" y="2860"/>
                </a:lnTo>
                <a:lnTo>
                  <a:pt x="1096" y="2916"/>
                </a:lnTo>
                <a:lnTo>
                  <a:pt x="1096" y="2916"/>
                </a:lnTo>
                <a:lnTo>
                  <a:pt x="1062" y="2962"/>
                </a:lnTo>
                <a:lnTo>
                  <a:pt x="1030" y="3008"/>
                </a:lnTo>
                <a:lnTo>
                  <a:pt x="1002" y="3054"/>
                </a:lnTo>
                <a:lnTo>
                  <a:pt x="976" y="3102"/>
                </a:lnTo>
                <a:lnTo>
                  <a:pt x="952" y="3152"/>
                </a:lnTo>
                <a:lnTo>
                  <a:pt x="934" y="3200"/>
                </a:lnTo>
                <a:lnTo>
                  <a:pt x="916" y="3250"/>
                </a:lnTo>
                <a:lnTo>
                  <a:pt x="904" y="3302"/>
                </a:lnTo>
                <a:lnTo>
                  <a:pt x="892" y="3352"/>
                </a:lnTo>
                <a:lnTo>
                  <a:pt x="884" y="3404"/>
                </a:lnTo>
                <a:lnTo>
                  <a:pt x="880" y="3458"/>
                </a:lnTo>
                <a:lnTo>
                  <a:pt x="878" y="3512"/>
                </a:lnTo>
                <a:lnTo>
                  <a:pt x="880" y="3566"/>
                </a:lnTo>
                <a:lnTo>
                  <a:pt x="884" y="3620"/>
                </a:lnTo>
                <a:lnTo>
                  <a:pt x="890" y="3676"/>
                </a:lnTo>
                <a:lnTo>
                  <a:pt x="900" y="3732"/>
                </a:lnTo>
                <a:lnTo>
                  <a:pt x="900" y="3732"/>
                </a:lnTo>
                <a:lnTo>
                  <a:pt x="914" y="3788"/>
                </a:lnTo>
                <a:lnTo>
                  <a:pt x="928" y="3844"/>
                </a:lnTo>
                <a:lnTo>
                  <a:pt x="944" y="3898"/>
                </a:lnTo>
                <a:lnTo>
                  <a:pt x="962" y="3952"/>
                </a:lnTo>
                <a:lnTo>
                  <a:pt x="982" y="4004"/>
                </a:lnTo>
                <a:lnTo>
                  <a:pt x="1004" y="4056"/>
                </a:lnTo>
                <a:lnTo>
                  <a:pt x="1028" y="4108"/>
                </a:lnTo>
                <a:lnTo>
                  <a:pt x="1052" y="4160"/>
                </a:lnTo>
                <a:lnTo>
                  <a:pt x="1052" y="4160"/>
                </a:lnTo>
                <a:lnTo>
                  <a:pt x="1088" y="4232"/>
                </a:lnTo>
                <a:lnTo>
                  <a:pt x="1126" y="4302"/>
                </a:lnTo>
                <a:lnTo>
                  <a:pt x="1126" y="4302"/>
                </a:lnTo>
                <a:lnTo>
                  <a:pt x="1130" y="4312"/>
                </a:lnTo>
                <a:lnTo>
                  <a:pt x="1132" y="4316"/>
                </a:lnTo>
                <a:lnTo>
                  <a:pt x="1130" y="4318"/>
                </a:lnTo>
                <a:lnTo>
                  <a:pt x="1126" y="4320"/>
                </a:lnTo>
                <a:lnTo>
                  <a:pt x="1116" y="4320"/>
                </a:lnTo>
                <a:lnTo>
                  <a:pt x="1116" y="4320"/>
                </a:lnTo>
                <a:lnTo>
                  <a:pt x="1100" y="4320"/>
                </a:lnTo>
                <a:lnTo>
                  <a:pt x="1100" y="4320"/>
                </a:lnTo>
                <a:lnTo>
                  <a:pt x="0" y="4320"/>
                </a:lnTo>
                <a:lnTo>
                  <a:pt x="0" y="4320"/>
                </a:lnTo>
                <a:close/>
              </a:path>
            </a:pathLst>
          </a:custGeom>
          <a:solidFill>
            <a:srgbClr val="12AADA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"/>
          <p:cNvSpPr>
            <a:spLocks noGrp="1"/>
          </p:cNvSpPr>
          <p:nvPr>
            <p:ph type="pic" idx="2"/>
          </p:nvPr>
        </p:nvSpPr>
        <p:spPr>
          <a:xfrm>
            <a:off x="2273301" y="0"/>
            <a:ext cx="9918700" cy="6859588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8"/>
          <p:cNvSpPr txBox="1">
            <a:spLocks noGrp="1"/>
          </p:cNvSpPr>
          <p:nvPr>
            <p:ph type="body" idx="1"/>
          </p:nvPr>
        </p:nvSpPr>
        <p:spPr>
          <a:xfrm>
            <a:off x="460709" y="434515"/>
            <a:ext cx="5419268" cy="190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ith footer">
  <p:cSld name="Empty with foo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9"/>
          <p:cNvCxnSpPr/>
          <p:nvPr/>
        </p:nvCxnSpPr>
        <p:spPr>
          <a:xfrm>
            <a:off x="739775" y="6177548"/>
            <a:ext cx="10712451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body" idx="1"/>
          </p:nvPr>
        </p:nvSpPr>
        <p:spPr>
          <a:xfrm>
            <a:off x="2796274" y="4101544"/>
            <a:ext cx="4752528" cy="118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2400"/>
            </a:pPr>
            <a:endParaRPr lang="en-US" sz="2400" dirty="0"/>
          </a:p>
          <a:p>
            <a:pPr marL="0" indent="0"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</a:rPr>
              <a:t> </a:t>
            </a: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600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796274" y="3653733"/>
            <a:ext cx="947030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>
                <a:solidFill>
                  <a:schemeClr val="tx1">
                    <a:lumMod val="85000"/>
                    <a:lumOff val="15000"/>
                  </a:schemeClr>
                </a:solidFill>
                <a:latin typeface="Ubuntu" panose="020B0504030602030204" pitchFamily="34" charset="0"/>
              </a:rPr>
              <a:t>Disney Supplier Visibility </a:t>
            </a:r>
            <a:r>
              <a:rPr kumimoji="0" lang="en-US" sz="40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Ubuntu" panose="020B0504030602030204" pitchFamily="34" charset="0"/>
              </a:rPr>
              <a:t>Analytics</a:t>
            </a:r>
            <a:endParaRPr kumimoji="0" lang="en-US" sz="2800" b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Ubuntu" panose="020B0504030602030204" pitchFamily="34" charset="0"/>
            </a:endParaRPr>
          </a:p>
        </p:txBody>
      </p:sp>
      <p:pic>
        <p:nvPicPr>
          <p:cNvPr id="1028" name="Picture 4" descr="Capgemini Logo Logo and symbol, meaning, history, PNG">
            <a:extLst>
              <a:ext uri="{FF2B5EF4-FFF2-40B4-BE49-F238E27FC236}">
                <a16:creationId xmlns:a16="http://schemas.microsoft.com/office/drawing/2014/main" id="{815511E6-F801-2F8E-1D47-2712B82E2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177" y="0"/>
            <a:ext cx="1234422" cy="77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alt Disney Pictures Png Logo - Free Transparent PNG Logos">
            <a:extLst>
              <a:ext uri="{FF2B5EF4-FFF2-40B4-BE49-F238E27FC236}">
                <a16:creationId xmlns:a16="http://schemas.microsoft.com/office/drawing/2014/main" id="{31A64027-396E-B2EF-572D-3C09D78AB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118" y="0"/>
            <a:ext cx="1002819" cy="66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08722E94-8536-1106-C4FA-A1C7B61F0F2E}"/>
              </a:ext>
            </a:extLst>
          </p:cNvPr>
          <p:cNvSpPr txBox="1">
            <a:spLocks/>
          </p:cNvSpPr>
          <p:nvPr/>
        </p:nvSpPr>
        <p:spPr>
          <a:xfrm>
            <a:off x="8920962" y="6642634"/>
            <a:ext cx="3111637" cy="21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050">
                <a:solidFill>
                  <a:schemeClr val="dk1"/>
                </a:solidFill>
              </a:rPr>
              <a:t>Confidential to The Walt Disney Company &amp; Capgemini</a:t>
            </a:r>
            <a:endParaRPr lang="en-US"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2"/>
          <p:cNvGraphicFramePr/>
          <p:nvPr/>
        </p:nvGraphicFramePr>
        <p:xfrm>
          <a:off x="6477003" y="6200286"/>
          <a:ext cx="4968325" cy="320275"/>
        </p:xfrm>
        <a:graphic>
          <a:graphicData uri="http://schemas.openxmlformats.org/drawingml/2006/table">
            <a:tbl>
              <a:tblPr>
                <a:noFill/>
                <a:tableStyleId>{31B95C83-6551-44A0-A872-7822C8A71253}</a:tableStyleId>
              </a:tblPr>
              <a:tblGrid>
                <a:gridCol w="52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b="1" u="none" strike="noStrike" cap="none">
                        <a:solidFill>
                          <a:srgbClr val="262626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1" u="none" strike="noStrike" cap="none">
                          <a:solidFill>
                            <a:schemeClr val="dk1"/>
                          </a:solidFill>
                        </a:rPr>
                        <a:t>Not Started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B050"/>
                          </a:solidFill>
                        </a:rPr>
                        <a:t>  ✔</a:t>
                      </a:r>
                      <a:endParaRPr sz="1200" b="1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Completed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solidFill>
                          <a:srgbClr val="00B050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On Track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solidFill>
                          <a:srgbClr val="FFFF00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Open Risk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 cap="none">
                          <a:solidFill>
                            <a:schemeClr val="dk1"/>
                          </a:solidFill>
                        </a:rPr>
                        <a:t>Major Risk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Google Shape;102;p2"/>
          <p:cNvSpPr/>
          <p:nvPr/>
        </p:nvSpPr>
        <p:spPr>
          <a:xfrm>
            <a:off x="838199" y="-2765"/>
            <a:ext cx="8554583" cy="77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45700" rIns="17125" bIns="45700" anchor="ctr" anchorCtr="0">
            <a:noAutofit/>
          </a:bodyPr>
          <a:lstStyle/>
          <a:p>
            <a:pPr>
              <a:lnSpc>
                <a:spcPct val="80000"/>
              </a:lnSpc>
              <a:buSzPts val="2400"/>
            </a:pPr>
            <a:endParaRPr lang="en-US" sz="20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lnSpc>
                <a:spcPct val="80000"/>
              </a:lnSpc>
              <a:buSzPts val="2400"/>
            </a:pPr>
            <a:r>
              <a:rPr lang="en-US" sz="20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Disney </a:t>
            </a:r>
            <a:r>
              <a:rPr lang="en-US" sz="2000" b="1" i="0" u="none" strike="noStrike" cap="none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Supplier Visibility Analytics</a:t>
            </a:r>
            <a:r>
              <a:rPr lang="en-US" sz="20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 lang="en-US" sz="2000" b="1" dirty="0">
              <a:solidFill>
                <a:schemeClr val="dk2"/>
              </a:solidFill>
              <a:latin typeface="Century Gothic"/>
              <a:ea typeface="Century Gothic"/>
              <a:cs typeface="Calibri"/>
            </a:endParaRPr>
          </a:p>
          <a:p>
            <a:pPr>
              <a:lnSpc>
                <a:spcPct val="80000"/>
              </a:lnSpc>
              <a:buSzPts val="2400"/>
            </a:pPr>
            <a:endParaRPr lang="en-US" sz="1600" i="0" u="none" strike="noStrike" cap="none" dirty="0">
              <a:solidFill>
                <a:schemeClr val="dk1"/>
              </a:solidFill>
              <a:latin typeface="Calibri"/>
              <a:ea typeface="Century Gothic"/>
              <a:cs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85800" y="701040"/>
            <a:ext cx="10983824" cy="5907149"/>
          </a:xfrm>
          <a:prstGeom prst="roundRect">
            <a:avLst>
              <a:gd name="adj" fmla="val 3033"/>
            </a:avLst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189292" y="567378"/>
            <a:ext cx="1676400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125349" y="1015461"/>
            <a:ext cx="5226432" cy="589996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45700" anchor="t" anchorCtr="0">
            <a:noAutofit/>
          </a:bodyPr>
          <a:lstStyle/>
          <a:p>
            <a:pPr marL="89297" marR="0" lvl="0" indent="-3690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endParaRPr sz="82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033099" y="941897"/>
            <a:ext cx="5213700" cy="8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250" dirty="0">
                <a:solidFill>
                  <a:schemeClr val="dk1"/>
                </a:solidFill>
                <a:latin typeface="Calibri"/>
                <a:cs typeface="Calibri"/>
              </a:rPr>
              <a:t>Green Field Implementation for ‘Supplier Visibility Analytics’ for Disney Enterprise Tech has been kicked off on 5/15/2023. </a:t>
            </a:r>
            <a:r>
              <a:rPr lang="en-US" sz="1250">
                <a:solidFill>
                  <a:schemeClr val="dk1"/>
                </a:solidFill>
                <a:latin typeface="Calibri"/>
                <a:cs typeface="Calibri"/>
              </a:rPr>
              <a:t>The core team has been started mobilize and the onboarding is in progress.</a:t>
            </a:r>
            <a:endParaRPr sz="125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030099" y="890364"/>
            <a:ext cx="2514600" cy="18152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lang="en-US" b="0" i="0" u="none" strike="noStrike" cap="none">
              <a:solidFill>
                <a:srgbClr val="000000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873220" y="6308193"/>
            <a:ext cx="113367" cy="113367"/>
          </a:xfrm>
          <a:prstGeom prst="ellipse">
            <a:avLst/>
          </a:prstGeom>
          <a:solidFill>
            <a:srgbClr val="DDDDD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833503" y="6283761"/>
            <a:ext cx="150378" cy="150378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732141" y="6299356"/>
            <a:ext cx="142904" cy="142904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EBD7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0664322" y="6308193"/>
            <a:ext cx="125582" cy="125582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715314" y="2999159"/>
            <a:ext cx="150378" cy="150378"/>
          </a:xfrm>
          <a:prstGeom prst="ellipse">
            <a:avLst/>
          </a:prstGeom>
          <a:solidFill>
            <a:srgbClr val="0099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2"/>
          <p:cNvGraphicFramePr/>
          <p:nvPr>
            <p:extLst>
              <p:ext uri="{D42A27DB-BD31-4B8C-83A1-F6EECF244321}">
                <p14:modId xmlns:p14="http://schemas.microsoft.com/office/powerpoint/2010/main" val="3026563019"/>
              </p:ext>
            </p:extLst>
          </p:nvPr>
        </p:nvGraphicFramePr>
        <p:xfrm>
          <a:off x="838199" y="2093825"/>
          <a:ext cx="10642188" cy="2854477"/>
        </p:xfrm>
        <a:graphic>
          <a:graphicData uri="http://schemas.openxmlformats.org/drawingml/2006/table">
            <a:tbl>
              <a:tblPr firstRow="1" bandRow="1">
                <a:noFill/>
                <a:tableStyleId>{71DB8C12-F39E-4EA9-91C2-D6270382ABF0}</a:tableStyleId>
              </a:tblPr>
              <a:tblGrid>
                <a:gridCol w="354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7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8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400" u="none" strike="noStrike" cap="none"/>
                        <a:t>Last Week Activities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400" u="none" strike="noStrike" cap="none"/>
                        <a:t>Current  Week Activities (As planned)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400" u="none" strike="noStrike" cap="none"/>
                        <a:t>Concerns/Dependencies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667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Resource Onboarding</a:t>
                      </a: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 </a:t>
                      </a:r>
                      <a:endParaRPr lang="en-IN" sz="1100" b="0" i="0" u="none" strike="noStrike" cap="none" baseline="0" dirty="0">
                        <a:solidFill>
                          <a:schemeClr val="dk1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100" b="0" i="0" u="none" strike="noStrike" cap="none" baseline="0" dirty="0">
                        <a:solidFill>
                          <a:schemeClr val="dk1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100" b="0" i="0" u="none" strike="noStrike" cap="none" baseline="0" dirty="0">
                        <a:solidFill>
                          <a:schemeClr val="dk1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Background Verification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Kick-off Meeting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Compatibility document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Project Plan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User Stories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Identification of list of deliverables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aseline="0" dirty="0"/>
                        <a:t>Completion of Last week’s activities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100" baseline="0" dirty="0"/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IN" sz="1100" baseline="0" dirty="0"/>
                        <a:t>Resource Onboarding &amp; BGV Initiation for below</a:t>
                      </a:r>
                    </a:p>
                    <a:p>
                      <a:pPr marL="171450" lvl="6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100" baseline="0" dirty="0"/>
                        <a:t>Scrum Master </a:t>
                      </a:r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100" baseline="0" dirty="0"/>
                        <a:t>Tableau Developers</a:t>
                      </a:r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IN" sz="1100" baseline="0" dirty="0"/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100" baseline="0" dirty="0"/>
                        <a:t>Access to tools &amp; platforms</a:t>
                      </a:r>
                    </a:p>
                    <a:p>
                      <a:pPr marL="0" lvl="4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1100" baseline="0" dirty="0"/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100" baseline="0" dirty="0"/>
                        <a:t>User Stories finalization</a:t>
                      </a:r>
                    </a:p>
                    <a:p>
                      <a:pPr marL="0" lvl="4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1100" baseline="0" dirty="0"/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IN" sz="1100" baseline="0"/>
                        <a:t>Sharing the deliverable for review</a:t>
                      </a:r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100" baseline="0" dirty="0"/>
                        <a:t>Project Plan Delivery</a:t>
                      </a:r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100" baseline="0" dirty="0"/>
                        <a:t>Compatibility document delivery</a:t>
                      </a:r>
                    </a:p>
                    <a:p>
                      <a:pPr marL="171450" lvl="4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100" baseline="0" dirty="0"/>
                        <a:t>The list of Deliverables</a:t>
                      </a:r>
                    </a:p>
                  </a:txBody>
                  <a:tcPr marL="91450" marR="91450" marT="45725" marB="4572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100" u="none" strike="noStrike" cap="none" dirty="0"/>
                        <a:t>Third Party Delay : Integration  API setup with </a:t>
                      </a:r>
                      <a:r>
                        <a:rPr lang="en-IN" sz="1100" u="none" strike="noStrike" cap="none" dirty="0" err="1"/>
                        <a:t>Interos</a:t>
                      </a:r>
                      <a:r>
                        <a:rPr lang="en-IN" sz="1100" u="none" strike="noStrike" cap="none" dirty="0"/>
                        <a:t> &amp; Thomson Reuters may get delayed  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lang="en-IN" sz="11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100" u="none" strike="noStrike" cap="none" dirty="0"/>
                        <a:t>Sample Data awaited </a:t>
                      </a:r>
                    </a:p>
                  </a:txBody>
                  <a:tcPr marL="91450" marR="91450" marT="45725" marB="45725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093D3B1A-AFBA-A52E-ACE5-113669B866FB}"/>
              </a:ext>
            </a:extLst>
          </p:cNvPr>
          <p:cNvSpPr txBox="1">
            <a:spLocks/>
          </p:cNvSpPr>
          <p:nvPr/>
        </p:nvSpPr>
        <p:spPr>
          <a:xfrm>
            <a:off x="8920962" y="6642634"/>
            <a:ext cx="3111637" cy="21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050">
                <a:solidFill>
                  <a:schemeClr val="dk1"/>
                </a:solidFill>
              </a:rPr>
              <a:t>Confidential to The Walt Disney Company &amp; Capgemini</a:t>
            </a:r>
            <a:endParaRPr lang="en-US" sz="800">
              <a:solidFill>
                <a:schemeClr val="dk1"/>
              </a:solidFill>
            </a:endParaRPr>
          </a:p>
        </p:txBody>
      </p:sp>
      <p:pic>
        <p:nvPicPr>
          <p:cNvPr id="3" name="Picture 4" descr="Capgemini Logo Logo and symbol, meaning, history, PNG">
            <a:extLst>
              <a:ext uri="{FF2B5EF4-FFF2-40B4-BE49-F238E27FC236}">
                <a16:creationId xmlns:a16="http://schemas.microsoft.com/office/drawing/2014/main" id="{0EAFA7E2-1682-AF4D-E6BA-7A10110BE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177" y="0"/>
            <a:ext cx="1234422" cy="77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Walt Disney Pictures Png Logo - Free Transparent PNG Logos">
            <a:extLst>
              <a:ext uri="{FF2B5EF4-FFF2-40B4-BE49-F238E27FC236}">
                <a16:creationId xmlns:a16="http://schemas.microsoft.com/office/drawing/2014/main" id="{B0A2921A-C3D6-406F-D632-02C88CCAE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118" y="0"/>
            <a:ext cx="1002819" cy="66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oogle Shape;118;p2">
            <a:extLst>
              <a:ext uri="{FF2B5EF4-FFF2-40B4-BE49-F238E27FC236}">
                <a16:creationId xmlns:a16="http://schemas.microsoft.com/office/drawing/2014/main" id="{9325ECC0-A267-3AC8-8039-3347C6E486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175818"/>
              </p:ext>
            </p:extLst>
          </p:nvPr>
        </p:nvGraphicFramePr>
        <p:xfrm>
          <a:off x="838199" y="5076263"/>
          <a:ext cx="10642188" cy="897756"/>
        </p:xfrm>
        <a:graphic>
          <a:graphicData uri="http://schemas.openxmlformats.org/drawingml/2006/table">
            <a:tbl>
              <a:tblPr firstRow="1" bandRow="1">
                <a:noFill/>
                <a:tableStyleId>{71DB8C12-F39E-4EA9-91C2-D6270382ABF0}</a:tableStyleId>
              </a:tblPr>
              <a:tblGrid>
                <a:gridCol w="1064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400" u="none" strike="noStrike" cap="none"/>
                        <a:t>Risks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946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cap="none" baseline="0">
                          <a:solidFill>
                            <a:schemeClr val="dk1"/>
                          </a:solidFill>
                          <a:latin typeface="Calibri"/>
                          <a:cs typeface="Calibri"/>
                          <a:sym typeface="Arial"/>
                        </a:rPr>
                        <a:t>None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200" b="0" i="0" u="none" strike="noStrike" cap="none" baseline="0">
                        <a:solidFill>
                          <a:schemeClr val="dk1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82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70413a-85d5-41f0-a229-99a865caa5b5">
      <Terms xmlns="http://schemas.microsoft.com/office/infopath/2007/PartnerControls"/>
    </lcf76f155ced4ddcb4097134ff3c332f>
    <TaxCatchAll xmlns="607c70e0-e9ea-4bb8-b63f-70fd26670d88" xsi:nil="true"/>
    <SharedWithUsers xmlns="607c70e0-e9ea-4bb8-b63f-70fd26670d88">
      <UserInfo>
        <DisplayName>Singh, Akshat</DisplayName>
        <AccountId>9</AccountId>
        <AccountType/>
      </UserInfo>
      <UserInfo>
        <DisplayName>Kamat, Priya</DisplayName>
        <AccountId>83</AccountId>
        <AccountType/>
      </UserInfo>
      <UserInfo>
        <DisplayName>Hyppolite, Don Rubens</DisplayName>
        <AccountId>12</AccountId>
        <AccountType/>
      </UserInfo>
      <UserInfo>
        <DisplayName>Namasivayam, Manivasagan</DisplayName>
        <AccountId>86</AccountId>
        <AccountType/>
      </UserInfo>
      <UserInfo>
        <DisplayName>Singh, Ajay</DisplayName>
        <AccountId>84</AccountId>
        <AccountType/>
      </UserInfo>
      <UserInfo>
        <DisplayName>Saxena, Komal</DisplayName>
        <AccountId>102</AccountId>
        <AccountType/>
      </UserInfo>
      <UserInfo>
        <DisplayName>Patil, Parashuram</DisplayName>
        <AccountId>101</AccountId>
        <AccountType/>
      </UserInfo>
      <UserInfo>
        <DisplayName>El Bekri, Mouna</DisplayName>
        <AccountId>21</AccountId>
        <AccountType/>
      </UserInfo>
      <UserInfo>
        <DisplayName>Kulkarni, Kanchan</DisplayName>
        <AccountId>14</AccountId>
        <AccountType/>
      </UserInfo>
      <UserInfo>
        <DisplayName>Inamdar, Aravind</DisplayName>
        <AccountId>100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AB3D65C33EB04E991D79C35C166E79" ma:contentTypeVersion="13" ma:contentTypeDescription="Create a new document." ma:contentTypeScope="" ma:versionID="4f85f4418303c741969d7c6bfe3d1272">
  <xsd:schema xmlns:xsd="http://www.w3.org/2001/XMLSchema" xmlns:xs="http://www.w3.org/2001/XMLSchema" xmlns:p="http://schemas.microsoft.com/office/2006/metadata/properties" xmlns:ns2="ef70413a-85d5-41f0-a229-99a865caa5b5" xmlns:ns3="607c70e0-e9ea-4bb8-b63f-70fd26670d88" targetNamespace="http://schemas.microsoft.com/office/2006/metadata/properties" ma:root="true" ma:fieldsID="123ccf8b1cd4e49f2292bfc6889f62d7" ns2:_="" ns3:_="">
    <xsd:import namespace="ef70413a-85d5-41f0-a229-99a865caa5b5"/>
    <xsd:import namespace="607c70e0-e9ea-4bb8-b63f-70fd26670d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70413a-85d5-41f0-a229-99a865caa5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7c70e0-e9ea-4bb8-b63f-70fd26670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f8c33b4-a392-4b76-8cf2-5c0b4e0403ce}" ma:internalName="TaxCatchAll" ma:showField="CatchAllData" ma:web="607c70e0-e9ea-4bb8-b63f-70fd26670d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B201C5-FBDC-40C9-B3CF-6501E7B59838}">
  <ds:schemaRefs>
    <ds:schemaRef ds:uri="607c70e0-e9ea-4bb8-b63f-70fd26670d88"/>
    <ds:schemaRef ds:uri="ef70413a-85d5-41f0-a229-99a865caa5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59B1FD2-2669-468C-88EB-4C635603EA8F}">
  <ds:schemaRefs>
    <ds:schemaRef ds:uri="607c70e0-e9ea-4bb8-b63f-70fd26670d88"/>
    <ds:schemaRef ds:uri="ef70413a-85d5-41f0-a229-99a865caa5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960155-5AE6-49B0-AEC1-23AFB860AF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52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Ubuntu</vt:lpstr>
      <vt:lpstr>Wingdings</vt:lpstr>
      <vt:lpstr>Calibri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Perumal, Selvaraju</dc:creator>
  <cp:lastModifiedBy>Namasivayam, Manivasagan</cp:lastModifiedBy>
  <cp:revision>1</cp:revision>
  <dcterms:modified xsi:type="dcterms:W3CDTF">2023-06-06T09:38:36Z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0x010100D7AB3D65C33EB04E991D79C35C166E79</vt:lpwstr>
  </property>
  <property fmtid="{D5CDD505-2E9C-101B-9397-08002B2CF9AE}" pid="3" name="MediaServiceImageTags">
    <vt:lpwstr/>
  </property>
</Properties>
</file>