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171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E8955C-1766-43E6-9108-B8AD4DEB51C7}" v="15" dt="2020-09-14T04:27:50.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asivayam, Manivasagan" userId="e21825c3-4acc-4579-b7bd-4299043c722e" providerId="ADAL" clId="{86D84EE2-CA59-4FE0-8DD7-1423D99A1A6D}"/>
    <pc:docChg chg="modSld">
      <pc:chgData name="Namasivayam, Manivasagan" userId="e21825c3-4acc-4579-b7bd-4299043c722e" providerId="ADAL" clId="{86D84EE2-CA59-4FE0-8DD7-1423D99A1A6D}" dt="2020-09-12T17:17:30.087" v="936" actId="1036"/>
      <pc:docMkLst>
        <pc:docMk/>
      </pc:docMkLst>
      <pc:sldChg chg="addSp delSp modSp">
        <pc:chgData name="Namasivayam, Manivasagan" userId="e21825c3-4acc-4579-b7bd-4299043c722e" providerId="ADAL" clId="{86D84EE2-CA59-4FE0-8DD7-1423D99A1A6D}" dt="2020-09-12T17:17:30.087" v="936" actId="1036"/>
        <pc:sldMkLst>
          <pc:docMk/>
          <pc:sldMk cId="1121434733" sldId="257"/>
        </pc:sldMkLst>
        <pc:spChg chg="add mod">
          <ac:chgData name="Namasivayam, Manivasagan" userId="e21825c3-4acc-4579-b7bd-4299043c722e" providerId="ADAL" clId="{86D84EE2-CA59-4FE0-8DD7-1423D99A1A6D}" dt="2020-09-12T17:14:21.865" v="528" actId="14100"/>
          <ac:spMkLst>
            <pc:docMk/>
            <pc:sldMk cId="1121434733" sldId="257"/>
            <ac:spMk id="80" creationId="{89ACBC4E-99D2-4582-9C85-019E9F38A4A0}"/>
          </ac:spMkLst>
        </pc:spChg>
        <pc:spChg chg="add mod">
          <ac:chgData name="Namasivayam, Manivasagan" userId="e21825c3-4acc-4579-b7bd-4299043c722e" providerId="ADAL" clId="{86D84EE2-CA59-4FE0-8DD7-1423D99A1A6D}" dt="2020-09-12T17:16:35.642" v="775" actId="1037"/>
          <ac:spMkLst>
            <pc:docMk/>
            <pc:sldMk cId="1121434733" sldId="257"/>
            <ac:spMk id="114" creationId="{2FBABDFD-54D0-4259-B244-64C77D74B5BB}"/>
          </ac:spMkLst>
        </pc:spChg>
        <pc:spChg chg="add mod">
          <ac:chgData name="Namasivayam, Manivasagan" userId="e21825c3-4acc-4579-b7bd-4299043c722e" providerId="ADAL" clId="{86D84EE2-CA59-4FE0-8DD7-1423D99A1A6D}" dt="2020-09-12T17:17:06.124" v="917" actId="1037"/>
          <ac:spMkLst>
            <pc:docMk/>
            <pc:sldMk cId="1121434733" sldId="257"/>
            <ac:spMk id="116" creationId="{A3FDDE3B-E84D-4BC5-999D-C6E1615F4190}"/>
          </ac:spMkLst>
        </pc:spChg>
        <pc:spChg chg="mod">
          <ac:chgData name="Namasivayam, Manivasagan" userId="e21825c3-4acc-4579-b7bd-4299043c722e" providerId="ADAL" clId="{86D84EE2-CA59-4FE0-8DD7-1423D99A1A6D}" dt="2020-09-12T17:13:18.873" v="420" actId="1038"/>
          <ac:spMkLst>
            <pc:docMk/>
            <pc:sldMk cId="1121434733" sldId="257"/>
            <ac:spMk id="148" creationId="{9917F438-0AD6-44A9-B614-D11A9CDC2008}"/>
          </ac:spMkLst>
        </pc:spChg>
        <pc:spChg chg="mod">
          <ac:chgData name="Namasivayam, Manivasagan" userId="e21825c3-4acc-4579-b7bd-4299043c722e" providerId="ADAL" clId="{86D84EE2-CA59-4FE0-8DD7-1423D99A1A6D}" dt="2020-09-12T17:09:12.085" v="2" actId="14100"/>
          <ac:spMkLst>
            <pc:docMk/>
            <pc:sldMk cId="1121434733" sldId="257"/>
            <ac:spMk id="177" creationId="{EFFF9BBF-F943-4B62-8916-B908696A41D9}"/>
          </ac:spMkLst>
        </pc:spChg>
        <pc:spChg chg="mod">
          <ac:chgData name="Namasivayam, Manivasagan" userId="e21825c3-4acc-4579-b7bd-4299043c722e" providerId="ADAL" clId="{86D84EE2-CA59-4FE0-8DD7-1423D99A1A6D}" dt="2020-09-12T17:17:30.087" v="936" actId="1036"/>
          <ac:spMkLst>
            <pc:docMk/>
            <pc:sldMk cId="1121434733" sldId="257"/>
            <ac:spMk id="237" creationId="{C18D8729-EA71-4B51-98DC-C788DF7C87A8}"/>
          </ac:spMkLst>
        </pc:spChg>
        <pc:spChg chg="mod">
          <ac:chgData name="Namasivayam, Manivasagan" userId="e21825c3-4acc-4579-b7bd-4299043c722e" providerId="ADAL" clId="{86D84EE2-CA59-4FE0-8DD7-1423D99A1A6D}" dt="2020-09-12T17:17:19.066" v="918" actId="6549"/>
          <ac:spMkLst>
            <pc:docMk/>
            <pc:sldMk cId="1121434733" sldId="257"/>
            <ac:spMk id="269" creationId="{364ABFB2-532C-4942-9565-515E1510105C}"/>
          </ac:spMkLst>
        </pc:spChg>
        <pc:spChg chg="mod">
          <ac:chgData name="Namasivayam, Manivasagan" userId="e21825c3-4acc-4579-b7bd-4299043c722e" providerId="ADAL" clId="{86D84EE2-CA59-4FE0-8DD7-1423D99A1A6D}" dt="2020-09-12T17:11:55.291" v="227" actId="14100"/>
          <ac:spMkLst>
            <pc:docMk/>
            <pc:sldMk cId="1121434733" sldId="257"/>
            <ac:spMk id="270" creationId="{0501F728-FE06-4795-9A16-557939FC96DE}"/>
          </ac:spMkLst>
        </pc:spChg>
        <pc:picChg chg="add del">
          <ac:chgData name="Namasivayam, Manivasagan" userId="e21825c3-4acc-4579-b7bd-4299043c722e" providerId="ADAL" clId="{86D84EE2-CA59-4FE0-8DD7-1423D99A1A6D}" dt="2020-09-12T17:08:52.899" v="1"/>
          <ac:picMkLst>
            <pc:docMk/>
            <pc:sldMk cId="1121434733" sldId="257"/>
            <ac:picMk id="2" creationId="{F72C31D2-617C-4750-B904-5413F8AA44D4}"/>
          </ac:picMkLst>
        </pc:picChg>
        <pc:cxnChg chg="add mod">
          <ac:chgData name="Namasivayam, Manivasagan" userId="e21825c3-4acc-4579-b7bd-4299043c722e" providerId="ADAL" clId="{86D84EE2-CA59-4FE0-8DD7-1423D99A1A6D}" dt="2020-09-12T17:12:59.533" v="394" actId="1035"/>
          <ac:cxnSpMkLst>
            <pc:docMk/>
            <pc:sldMk cId="1121434733" sldId="257"/>
            <ac:cxnSpMk id="104" creationId="{226B8C29-6DF0-45B4-B6C5-2489643E47FB}"/>
          </ac:cxnSpMkLst>
        </pc:cxnChg>
        <pc:cxnChg chg="add mod">
          <ac:chgData name="Namasivayam, Manivasagan" userId="e21825c3-4acc-4579-b7bd-4299043c722e" providerId="ADAL" clId="{86D84EE2-CA59-4FE0-8DD7-1423D99A1A6D}" dt="2020-09-12T17:14:11.373" v="527" actId="14100"/>
          <ac:cxnSpMkLst>
            <pc:docMk/>
            <pc:sldMk cId="1121434733" sldId="257"/>
            <ac:cxnSpMk id="105" creationId="{3E9AB416-7BA1-4D72-85AD-85B68B14D71A}"/>
          </ac:cxnSpMkLst>
        </pc:cxnChg>
        <pc:cxnChg chg="add mod">
          <ac:chgData name="Namasivayam, Manivasagan" userId="e21825c3-4acc-4579-b7bd-4299043c722e" providerId="ADAL" clId="{86D84EE2-CA59-4FE0-8DD7-1423D99A1A6D}" dt="2020-09-12T17:15:36.397" v="621" actId="14100"/>
          <ac:cxnSpMkLst>
            <pc:docMk/>
            <pc:sldMk cId="1121434733" sldId="257"/>
            <ac:cxnSpMk id="108" creationId="{923F1523-ACAD-4B75-AFAB-19705DA06A53}"/>
          </ac:cxnSpMkLst>
        </pc:cxnChg>
        <pc:cxnChg chg="mod">
          <ac:chgData name="Namasivayam, Manivasagan" userId="e21825c3-4acc-4579-b7bd-4299043c722e" providerId="ADAL" clId="{86D84EE2-CA59-4FE0-8DD7-1423D99A1A6D}" dt="2020-09-12T17:15:08.406" v="530" actId="14100"/>
          <ac:cxnSpMkLst>
            <pc:docMk/>
            <pc:sldMk cId="1121434733" sldId="257"/>
            <ac:cxnSpMk id="113" creationId="{D503447D-B944-42B7-BA82-D53810E0E6EC}"/>
          </ac:cxnSpMkLst>
        </pc:cxnChg>
        <pc:cxnChg chg="mod">
          <ac:chgData name="Namasivayam, Manivasagan" userId="e21825c3-4acc-4579-b7bd-4299043c722e" providerId="ADAL" clId="{86D84EE2-CA59-4FE0-8DD7-1423D99A1A6D}" dt="2020-09-12T17:13:33.042" v="421" actId="14100"/>
          <ac:cxnSpMkLst>
            <pc:docMk/>
            <pc:sldMk cId="1121434733" sldId="257"/>
            <ac:cxnSpMk id="262" creationId="{91990551-46F8-4318-8C79-BDB0B31FBBEB}"/>
          </ac:cxnSpMkLst>
        </pc:cxnChg>
        <pc:cxnChg chg="mod">
          <ac:chgData name="Namasivayam, Manivasagan" userId="e21825c3-4acc-4579-b7bd-4299043c722e" providerId="ADAL" clId="{86D84EE2-CA59-4FE0-8DD7-1423D99A1A6D}" dt="2020-09-12T17:14:21.865" v="528" actId="14100"/>
          <ac:cxnSpMkLst>
            <pc:docMk/>
            <pc:sldMk cId="1121434733" sldId="257"/>
            <ac:cxnSpMk id="279" creationId="{CB6932D7-293C-499F-861C-3D9F6FE08898}"/>
          </ac:cxnSpMkLst>
        </pc:cxnChg>
      </pc:sldChg>
    </pc:docChg>
  </pc:docChgLst>
  <pc:docChgLst>
    <pc:chgData name="Namasivayam, Manivasagan" userId="e21825c3-4acc-4579-b7bd-4299043c722e" providerId="ADAL" clId="{87E8955C-1766-43E6-9108-B8AD4DEB51C7}"/>
    <pc:docChg chg="undo custSel addSld delSld modSld">
      <pc:chgData name="Namasivayam, Manivasagan" userId="e21825c3-4acc-4579-b7bd-4299043c722e" providerId="ADAL" clId="{87E8955C-1766-43E6-9108-B8AD4DEB51C7}" dt="2020-09-14T04:27:34.129" v="1027" actId="313"/>
      <pc:docMkLst>
        <pc:docMk/>
      </pc:docMkLst>
      <pc:sldChg chg="addSp modSp">
        <pc:chgData name="Namasivayam, Manivasagan" userId="e21825c3-4acc-4579-b7bd-4299043c722e" providerId="ADAL" clId="{87E8955C-1766-43E6-9108-B8AD4DEB51C7}" dt="2020-09-14T04:27:34.129" v="1027" actId="313"/>
        <pc:sldMkLst>
          <pc:docMk/>
          <pc:sldMk cId="1121434733" sldId="257"/>
        </pc:sldMkLst>
        <pc:spChg chg="mod">
          <ac:chgData name="Namasivayam, Manivasagan" userId="e21825c3-4acc-4579-b7bd-4299043c722e" providerId="ADAL" clId="{87E8955C-1766-43E6-9108-B8AD4DEB51C7}" dt="2020-09-13T10:49:28.917" v="1016" actId="14100"/>
          <ac:spMkLst>
            <pc:docMk/>
            <pc:sldMk cId="1121434733" sldId="257"/>
            <ac:spMk id="80" creationId="{89ACBC4E-99D2-4582-9C85-019E9F38A4A0}"/>
          </ac:spMkLst>
        </pc:spChg>
        <pc:spChg chg="mod">
          <ac:chgData name="Namasivayam, Manivasagan" userId="e21825c3-4acc-4579-b7bd-4299043c722e" providerId="ADAL" clId="{87E8955C-1766-43E6-9108-B8AD4DEB51C7}" dt="2020-09-13T10:39:47.657" v="695" actId="1036"/>
          <ac:spMkLst>
            <pc:docMk/>
            <pc:sldMk cId="1121434733" sldId="257"/>
            <ac:spMk id="85" creationId="{D7A651A2-1D31-425D-842D-9F1D4A3CCBCB}"/>
          </ac:spMkLst>
        </pc:spChg>
        <pc:spChg chg="add mod">
          <ac:chgData name="Namasivayam, Manivasagan" userId="e21825c3-4acc-4579-b7bd-4299043c722e" providerId="ADAL" clId="{87E8955C-1766-43E6-9108-B8AD4DEB51C7}" dt="2020-09-13T10:48:10.643" v="985" actId="20577"/>
          <ac:spMkLst>
            <pc:docMk/>
            <pc:sldMk cId="1121434733" sldId="257"/>
            <ac:spMk id="117" creationId="{4A4C42B5-870A-4167-AB90-9EF6EA5F32B1}"/>
          </ac:spMkLst>
        </pc:spChg>
        <pc:spChg chg="mod">
          <ac:chgData name="Namasivayam, Manivasagan" userId="e21825c3-4acc-4579-b7bd-4299043c722e" providerId="ADAL" clId="{87E8955C-1766-43E6-9108-B8AD4DEB51C7}" dt="2020-09-14T04:27:34.129" v="1027" actId="313"/>
          <ac:spMkLst>
            <pc:docMk/>
            <pc:sldMk cId="1121434733" sldId="257"/>
            <ac:spMk id="140" creationId="{BBEDF777-6F7C-48C3-B2DC-3D0BEC1065C1}"/>
          </ac:spMkLst>
        </pc:spChg>
        <pc:spChg chg="mod">
          <ac:chgData name="Namasivayam, Manivasagan" userId="e21825c3-4acc-4579-b7bd-4299043c722e" providerId="ADAL" clId="{87E8955C-1766-43E6-9108-B8AD4DEB51C7}" dt="2020-09-13T10:47:27.076" v="924" actId="20577"/>
          <ac:spMkLst>
            <pc:docMk/>
            <pc:sldMk cId="1121434733" sldId="257"/>
            <ac:spMk id="145" creationId="{3A8A33CC-EDBA-47F3-A7BC-891FA4868C39}"/>
          </ac:spMkLst>
        </pc:spChg>
        <pc:spChg chg="mod">
          <ac:chgData name="Namasivayam, Manivasagan" userId="e21825c3-4acc-4579-b7bd-4299043c722e" providerId="ADAL" clId="{87E8955C-1766-43E6-9108-B8AD4DEB51C7}" dt="2020-09-13T06:10:26.618" v="3" actId="20577"/>
          <ac:spMkLst>
            <pc:docMk/>
            <pc:sldMk cId="1121434733" sldId="257"/>
            <ac:spMk id="146" creationId="{6C562C70-29DA-47D7-92A0-D0F67CA4D5E7}"/>
          </ac:spMkLst>
        </pc:spChg>
        <pc:cxnChg chg="mod">
          <ac:chgData name="Namasivayam, Manivasagan" userId="e21825c3-4acc-4579-b7bd-4299043c722e" providerId="ADAL" clId="{87E8955C-1766-43E6-9108-B8AD4DEB51C7}" dt="2020-09-13T10:49:22.490" v="1015" actId="1035"/>
          <ac:cxnSpMkLst>
            <pc:docMk/>
            <pc:sldMk cId="1121434733" sldId="257"/>
            <ac:cxnSpMk id="104" creationId="{226B8C29-6DF0-45B4-B6C5-2489643E47FB}"/>
          </ac:cxnSpMkLst>
        </pc:cxnChg>
        <pc:cxnChg chg="mod">
          <ac:chgData name="Namasivayam, Manivasagan" userId="e21825c3-4acc-4579-b7bd-4299043c722e" providerId="ADAL" clId="{87E8955C-1766-43E6-9108-B8AD4DEB51C7}" dt="2020-09-13T10:49:28.917" v="1016" actId="14100"/>
          <ac:cxnSpMkLst>
            <pc:docMk/>
            <pc:sldMk cId="1121434733" sldId="257"/>
            <ac:cxnSpMk id="279" creationId="{CB6932D7-293C-499F-861C-3D9F6FE08898}"/>
          </ac:cxnSpMkLst>
        </pc:cxnChg>
      </pc:sldChg>
      <pc:sldChg chg="delSp modSp add del">
        <pc:chgData name="Namasivayam, Manivasagan" userId="e21825c3-4acc-4579-b7bd-4299043c722e" providerId="ADAL" clId="{87E8955C-1766-43E6-9108-B8AD4DEB51C7}" dt="2020-09-13T10:13:41.422" v="11" actId="2696"/>
        <pc:sldMkLst>
          <pc:docMk/>
          <pc:sldMk cId="2000629602" sldId="258"/>
        </pc:sldMkLst>
        <pc:spChg chg="del mod">
          <ac:chgData name="Namasivayam, Manivasagan" userId="e21825c3-4acc-4579-b7bd-4299043c722e" providerId="ADAL" clId="{87E8955C-1766-43E6-9108-B8AD4DEB51C7}" dt="2020-09-13T10:13:33.672" v="8" actId="478"/>
          <ac:spMkLst>
            <pc:docMk/>
            <pc:sldMk cId="2000629602" sldId="258"/>
            <ac:spMk id="2" creationId="{7A08C7EA-6F46-4532-8C63-A5938130862A}"/>
          </ac:spMkLst>
        </pc:spChg>
        <pc:spChg chg="del mod">
          <ac:chgData name="Namasivayam, Manivasagan" userId="e21825c3-4acc-4579-b7bd-4299043c722e" providerId="ADAL" clId="{87E8955C-1766-43E6-9108-B8AD4DEB51C7}" dt="2020-09-13T10:13:28.706" v="6" actId="478"/>
          <ac:spMkLst>
            <pc:docMk/>
            <pc:sldMk cId="2000629602" sldId="258"/>
            <ac:spMk id="3" creationId="{FD2A28E8-C61C-4D3F-863B-698842DE6818}"/>
          </ac:spMkLst>
        </pc:spChg>
      </pc:sldChg>
      <pc:sldChg chg="delSp modSp add">
        <pc:chgData name="Namasivayam, Manivasagan" userId="e21825c3-4acc-4579-b7bd-4299043c722e" providerId="ADAL" clId="{87E8955C-1766-43E6-9108-B8AD4DEB51C7}" dt="2020-09-14T04:26:06.594" v="1026" actId="20577"/>
        <pc:sldMkLst>
          <pc:docMk/>
          <pc:sldMk cId="3942972387" sldId="1711"/>
        </pc:sldMkLst>
        <pc:spChg chg="del mod">
          <ac:chgData name="Namasivayam, Manivasagan" userId="e21825c3-4acc-4579-b7bd-4299043c722e" providerId="ADAL" clId="{87E8955C-1766-43E6-9108-B8AD4DEB51C7}" dt="2020-09-13T10:54:08.541" v="1020" actId="478"/>
          <ac:spMkLst>
            <pc:docMk/>
            <pc:sldMk cId="3942972387" sldId="1711"/>
            <ac:spMk id="4" creationId="{00000000-0000-0000-0000-000000000000}"/>
          </ac:spMkLst>
        </pc:spChg>
        <pc:spChg chg="del mod">
          <ac:chgData name="Namasivayam, Manivasagan" userId="e21825c3-4acc-4579-b7bd-4299043c722e" providerId="ADAL" clId="{87E8955C-1766-43E6-9108-B8AD4DEB51C7}" dt="2020-09-13T10:14:28.375" v="31" actId="478"/>
          <ac:spMkLst>
            <pc:docMk/>
            <pc:sldMk cId="3942972387" sldId="1711"/>
            <ac:spMk id="5" creationId="{00000000-0000-0000-0000-000000000000}"/>
          </ac:spMkLst>
        </pc:spChg>
        <pc:spChg chg="mod">
          <ac:chgData name="Namasivayam, Manivasagan" userId="e21825c3-4acc-4579-b7bd-4299043c722e" providerId="ADAL" clId="{87E8955C-1766-43E6-9108-B8AD4DEB51C7}" dt="2020-09-14T04:26:06.594" v="1026" actId="20577"/>
          <ac:spMkLst>
            <pc:docMk/>
            <pc:sldMk cId="3942972387" sldId="1711"/>
            <ac:spMk id="9" creationId="{00000000-0000-0000-0000-000000000000}"/>
          </ac:spMkLst>
        </pc:spChg>
        <pc:spChg chg="mod">
          <ac:chgData name="Namasivayam, Manivasagan" userId="e21825c3-4acc-4579-b7bd-4299043c722e" providerId="ADAL" clId="{87E8955C-1766-43E6-9108-B8AD4DEB51C7}" dt="2020-09-13T10:14:21.079" v="29" actId="122"/>
          <ac:spMkLst>
            <pc:docMk/>
            <pc:sldMk cId="3942972387" sldId="1711"/>
            <ac:spMk id="10" creationId="{00000000-0000-0000-0000-000000000000}"/>
          </ac:spMkLst>
        </pc:spChg>
        <pc:spChg chg="del">
          <ac:chgData name="Namasivayam, Manivasagan" userId="e21825c3-4acc-4579-b7bd-4299043c722e" providerId="ADAL" clId="{87E8955C-1766-43E6-9108-B8AD4DEB51C7}" dt="2020-09-13T10:14:41.532" v="32" actId="478"/>
          <ac:spMkLst>
            <pc:docMk/>
            <pc:sldMk cId="3942972387" sldId="1711"/>
            <ac:spMk id="1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EA25A-55E0-4725-A3E7-B9E69CDF0F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1F6332F-5C17-4BA7-AB20-303F54A62C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18A14E9-8CDA-4441-9DC5-E0B8CF30AA64}"/>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1A384D4E-4D0A-4644-834F-102541ED84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AB7627-DA91-490E-A2E6-84D3036A3669}"/>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2248941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8D8F8-F0E3-499F-8387-59A8C0883A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540A3A-5511-4455-A05A-A267D72EF1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4B8ACA-EA7F-4B23-A0CE-31BC74EFA131}"/>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6240B1C1-6858-44FD-B1A9-31242179B0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1973A2-2E99-4E5E-8C32-C583DA8E8C79}"/>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316617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280C5-6763-4D9C-8E30-CCDF3D301B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C9824B-C902-43AD-A9C4-EF0D73867F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93942A-2ACD-460A-B221-CEAC71BF44F1}"/>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EBF6A87D-CFF7-4282-AA4B-4850147C1A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884223-ED79-46EA-9FE3-242CC8C65230}"/>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2163086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772CA-4C94-45B9-A1C5-9802136940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38ECAF-AC40-4FC2-8DCA-16778AA74C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3D792B-84A4-45C2-B014-E0E47920DD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872B1A-D3DA-42BA-B2D7-4CA7CBE8A3A1}"/>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6" name="Footer Placeholder 5">
            <a:extLst>
              <a:ext uri="{FF2B5EF4-FFF2-40B4-BE49-F238E27FC236}">
                <a16:creationId xmlns:a16="http://schemas.microsoft.com/office/drawing/2014/main" id="{4D9E9ABF-EB91-4881-BCF2-52ED3A897A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E72FDB-E0D2-4EA2-BD56-EFB6DB576F7F}"/>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1462880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C5F57-B314-4B36-BA35-D57BED3B1D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7EB50E-C964-42A7-8A4D-839592C552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0F9ECD-ABDF-4F93-8722-FB0D595E4D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C4DD2A-3059-4773-AE24-AE89755B5E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034040-F767-4798-83A3-7DB97B8807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300317-6916-430D-AE33-71D712596952}"/>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8" name="Footer Placeholder 7">
            <a:extLst>
              <a:ext uri="{FF2B5EF4-FFF2-40B4-BE49-F238E27FC236}">
                <a16:creationId xmlns:a16="http://schemas.microsoft.com/office/drawing/2014/main" id="{15A4D40F-0BD4-40F3-9AF8-083D629B9C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8580D57-3C89-47F1-B406-C015E535EEA2}"/>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169625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765F-C81A-480D-8C49-D14947A265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FC091A-181F-4B52-826E-AC72C44DC049}"/>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4" name="Footer Placeholder 3">
            <a:extLst>
              <a:ext uri="{FF2B5EF4-FFF2-40B4-BE49-F238E27FC236}">
                <a16:creationId xmlns:a16="http://schemas.microsoft.com/office/drawing/2014/main" id="{2DFEDAEC-7993-4483-A7CD-CED2D50880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8367F7-FD04-44DB-858C-C24D48BAA969}"/>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438155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BE5314-2F1E-43E2-BD07-8DB607FC4E0B}"/>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3" name="Footer Placeholder 2">
            <a:extLst>
              <a:ext uri="{FF2B5EF4-FFF2-40B4-BE49-F238E27FC236}">
                <a16:creationId xmlns:a16="http://schemas.microsoft.com/office/drawing/2014/main" id="{29AA8F66-5D53-4BA8-A49F-B7A7491E46D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D4167F-A7AF-49A8-A775-B37E6E14774D}"/>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3318944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0EA1-8773-4CA1-86A4-46155C441B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4C6CE6-3F22-4BB8-B215-9E4FD25061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51097E-FE24-4940-8717-3BDDF9AA56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0C9155-A0A9-40C7-948B-3737F5511EAB}"/>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6" name="Footer Placeholder 5">
            <a:extLst>
              <a:ext uri="{FF2B5EF4-FFF2-40B4-BE49-F238E27FC236}">
                <a16:creationId xmlns:a16="http://schemas.microsoft.com/office/drawing/2014/main" id="{6546DD1D-4E19-4F63-9B16-30A7DF46CC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27B45F-540D-4EED-9D0B-72390719AD9B}"/>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19957072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018A3-994C-4F22-8FC5-F712AB4AD5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F695C3-6C4B-4763-9597-54EDD3F42F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FB338BA-22D9-4956-A733-FDF80ACE2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7EAD8C-D3ED-4414-991C-F93C2A45C06A}"/>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6" name="Footer Placeholder 5">
            <a:extLst>
              <a:ext uri="{FF2B5EF4-FFF2-40B4-BE49-F238E27FC236}">
                <a16:creationId xmlns:a16="http://schemas.microsoft.com/office/drawing/2014/main" id="{5EE078D8-842B-42FF-90A8-011E170CAC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28A01E-F03A-4EA1-A7CD-C9E07B465FE3}"/>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2991936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04CE0-ED3F-424E-A085-202CD83DFE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5877AE-306D-48ED-8E26-285CAC8FFD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C7AB1D-9E92-44AC-A948-42ABFB67DE1D}"/>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B55042E2-9885-487F-81D2-55E3976B8E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DFA533-E152-49F8-AE98-C07BEE4C6CA3}"/>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406292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6BE02-1777-4113-97C9-96E79EAC7C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EDC4E6-F120-441F-870B-AC6954017B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791FD7-60A6-4838-8D5E-5268673181BA}"/>
              </a:ext>
            </a:extLst>
          </p:cNvPr>
          <p:cNvSpPr>
            <a:spLocks noGrp="1"/>
          </p:cNvSpPr>
          <p:nvPr>
            <p:ph type="dt" sz="half" idx="10"/>
          </p:nvPr>
        </p:nvSpPr>
        <p:spPr/>
        <p:txBody>
          <a:body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049FBDF8-ECFF-40A3-AD6B-47EC3B606C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15590A-3DDA-4543-B139-56B9EDBF8AA6}"/>
              </a:ext>
            </a:extLst>
          </p:cNvPr>
          <p:cNvSpPr>
            <a:spLocks noGrp="1"/>
          </p:cNvSpPr>
          <p:nvPr>
            <p:ph type="sldNum" sz="quarter" idx="12"/>
          </p:nvPr>
        </p:nvSpPr>
        <p:spPr/>
        <p:txBody>
          <a:bodyPr/>
          <a:lstStyle/>
          <a:p>
            <a:fld id="{76E18907-5C18-4963-B6D9-85AFA41476C5}" type="slidenum">
              <a:rPr lang="en-IN" smtClean="0"/>
              <a:t>‹#›</a:t>
            </a:fld>
            <a:endParaRPr lang="en-IN"/>
          </a:p>
        </p:txBody>
      </p:sp>
    </p:spTree>
    <p:extLst>
      <p:ext uri="{BB962C8B-B14F-4D97-AF65-F5344CB8AC3E}">
        <p14:creationId xmlns:p14="http://schemas.microsoft.com/office/powerpoint/2010/main" val="4276373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tandard Page Template">
    <p:spTree>
      <p:nvGrpSpPr>
        <p:cNvPr id="1" name=""/>
        <p:cNvGrpSpPr/>
        <p:nvPr/>
      </p:nvGrpSpPr>
      <p:grpSpPr>
        <a:xfrm>
          <a:off x="0" y="0"/>
          <a:ext cx="0" cy="0"/>
          <a:chOff x="0" y="0"/>
          <a:chExt cx="0" cy="0"/>
        </a:xfrm>
      </p:grpSpPr>
      <p:graphicFrame>
        <p:nvGraphicFramePr>
          <p:cNvPr id="4" name="Rectangle 1" hidden="1"/>
          <p:cNvGraphicFramePr>
            <a:graphicFrameLocks/>
          </p:cNvGraphicFramePr>
          <p:nvPr>
            <p:custDataLst>
              <p:tags r:id="rId2"/>
            </p:custDataLst>
          </p:nvPr>
        </p:nvGraphicFramePr>
        <p:xfrm>
          <a:off x="0" y="0"/>
          <a:ext cx="211667" cy="158750"/>
        </p:xfrm>
        <a:graphic>
          <a:graphicData uri="http://schemas.openxmlformats.org/presentationml/2006/ole">
            <mc:AlternateContent xmlns:mc="http://schemas.openxmlformats.org/markup-compatibility/2006">
              <mc:Choice xmlns:v="urn:schemas-microsoft-com:vml" Requires="v">
                <p:oleObj spid="_x0000_s1026" name="think-cell Slide" r:id="rId4" imgW="0" imgH="0" progId="">
                  <p:embed/>
                </p:oleObj>
              </mc:Choice>
              <mc:Fallback>
                <p:oleObj name="think-cell Slide" r:id="rId4" imgW="0" imgH="0" progId="">
                  <p:embed/>
                  <p:pic>
                    <p:nvPicPr>
                      <p:cNvPr id="4" name="Rectangle 1"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0" y="0"/>
                        <a:ext cx="211667"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Straight Connector 5"/>
          <p:cNvCxnSpPr/>
          <p:nvPr/>
        </p:nvCxnSpPr>
        <p:spPr>
          <a:xfrm flipV="1">
            <a:off x="110073" y="681043"/>
            <a:ext cx="11918951" cy="317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91008" y="277368"/>
            <a:ext cx="10883392" cy="484632"/>
          </a:xfrm>
          <a:prstGeom prst="rect">
            <a:avLst/>
          </a:prstGeom>
        </p:spPr>
        <p:txBody>
          <a:bodyPr anchor="ctr">
            <a:normAutofit/>
          </a:bodyPr>
          <a:lstStyle>
            <a:lvl1pPr algn="l">
              <a:lnSpc>
                <a:spcPts val="2000"/>
              </a:lnSpc>
              <a:defRPr sz="3600" b="1"/>
            </a:lvl1pPr>
          </a:lstStyle>
          <a:p>
            <a:r>
              <a:rPr lang="en-US" dirty="0"/>
              <a:t>Click to edit Master title style</a:t>
            </a:r>
          </a:p>
        </p:txBody>
      </p:sp>
      <p:sp>
        <p:nvSpPr>
          <p:cNvPr id="10" name="Slide Number Placeholder 5"/>
          <p:cNvSpPr>
            <a:spLocks noGrp="1"/>
          </p:cNvSpPr>
          <p:nvPr>
            <p:ph type="sldNum" sz="quarter" idx="10"/>
          </p:nvPr>
        </p:nvSpPr>
        <p:spPr>
          <a:xfrm>
            <a:off x="9144000" y="6477009"/>
            <a:ext cx="2844800" cy="365125"/>
          </a:xfrm>
          <a:prstGeom prst="rect">
            <a:avLst/>
          </a:prstGeom>
        </p:spPr>
        <p:txBody>
          <a:bodyPr/>
          <a:lstStyle>
            <a:lvl1pPr algn="r">
              <a:defRPr sz="1000"/>
            </a:lvl1pPr>
          </a:lstStyle>
          <a:p>
            <a:pPr>
              <a:defRPr/>
            </a:pPr>
            <a:fld id="{A67DD86E-3D1A-411A-8D4F-E1275C93087E}" type="slidenum">
              <a:rPr lang="en-US" smtClean="0"/>
              <a:pPr>
                <a:defRPr/>
              </a:pPr>
              <a:t>‹#›</a:t>
            </a:fld>
            <a:endParaRPr lang="en-US" dirty="0"/>
          </a:p>
        </p:txBody>
      </p:sp>
      <p:sp>
        <p:nvSpPr>
          <p:cNvPr id="7" name="Text Placeholder 6"/>
          <p:cNvSpPr>
            <a:spLocks noGrp="1"/>
          </p:cNvSpPr>
          <p:nvPr>
            <p:ph type="body" sz="quarter" idx="11" hasCustomPrompt="1"/>
          </p:nvPr>
        </p:nvSpPr>
        <p:spPr>
          <a:xfrm>
            <a:off x="4572000" y="0"/>
            <a:ext cx="3048000" cy="182880"/>
          </a:xfrm>
          <a:prstGeom prst="rect">
            <a:avLst/>
          </a:prstGeom>
          <a:solidFill>
            <a:srgbClr val="002060"/>
          </a:solidFill>
        </p:spPr>
        <p:txBody>
          <a:bodyPr anchor="ctr"/>
          <a:lstStyle>
            <a:lvl1pPr marL="0" indent="0" algn="ctr">
              <a:buNone/>
              <a:defRPr sz="1000" b="1" baseline="0">
                <a:solidFill>
                  <a:schemeClr val="bg1"/>
                </a:solidFill>
              </a:defRPr>
            </a:lvl1pPr>
          </a:lstStyle>
          <a:p>
            <a:pPr lvl="0"/>
            <a:r>
              <a:rPr lang="en-US" dirty="0"/>
              <a:t>Enterprise Architecture</a:t>
            </a:r>
          </a:p>
        </p:txBody>
      </p:sp>
    </p:spTree>
    <p:extLst>
      <p:ext uri="{BB962C8B-B14F-4D97-AF65-F5344CB8AC3E}">
        <p14:creationId xmlns:p14="http://schemas.microsoft.com/office/powerpoint/2010/main" val="126706842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F9E624-C932-45DB-9D45-808CF93540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CE0A14-A5F7-4AFC-88BC-A472447D55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59B8E-0CE2-4D9B-9A90-862CAE72DE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04328A-13F4-41D7-9C50-AA1A879C9723}" type="datetimeFigureOut">
              <a:rPr lang="en-IN" smtClean="0"/>
              <a:t>14-09-2020</a:t>
            </a:fld>
            <a:endParaRPr lang="en-IN"/>
          </a:p>
        </p:txBody>
      </p:sp>
      <p:sp>
        <p:nvSpPr>
          <p:cNvPr id="5" name="Footer Placeholder 4">
            <a:extLst>
              <a:ext uri="{FF2B5EF4-FFF2-40B4-BE49-F238E27FC236}">
                <a16:creationId xmlns:a16="http://schemas.microsoft.com/office/drawing/2014/main" id="{B66892BA-16EC-4FB8-A538-44CCABA941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21EF17B-AF3D-4F09-944C-841A05EE75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E18907-5C18-4963-B6D9-85AFA41476C5}" type="slidenum">
              <a:rPr lang="en-IN" smtClean="0"/>
              <a:t>‹#›</a:t>
            </a:fld>
            <a:endParaRPr lang="en-IN"/>
          </a:p>
        </p:txBody>
      </p:sp>
    </p:spTree>
    <p:extLst>
      <p:ext uri="{BB962C8B-B14F-4D97-AF65-F5344CB8AC3E}">
        <p14:creationId xmlns:p14="http://schemas.microsoft.com/office/powerpoint/2010/main" val="928591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ounded Rectangle 66">
            <a:extLst>
              <a:ext uri="{FF2B5EF4-FFF2-40B4-BE49-F238E27FC236}">
                <a16:creationId xmlns:a16="http://schemas.microsoft.com/office/drawing/2014/main" id="{C4CBF6E0-050F-4EBE-982E-BFB6BDC2D65B}"/>
              </a:ext>
            </a:extLst>
          </p:cNvPr>
          <p:cNvSpPr/>
          <p:nvPr/>
        </p:nvSpPr>
        <p:spPr>
          <a:xfrm>
            <a:off x="1874697" y="288774"/>
            <a:ext cx="4999241" cy="5712512"/>
          </a:xfrm>
          <a:prstGeom prst="roundRect">
            <a:avLst/>
          </a:prstGeom>
          <a:ln w="28575">
            <a:solidFill>
              <a:schemeClr val="tx1"/>
            </a:solidFill>
            <a:prstDash val="solid"/>
            <a:headEnd/>
            <a:tailEnd/>
          </a:ln>
        </p:spPr>
        <p:style>
          <a:lnRef idx="2">
            <a:schemeClr val="dk1"/>
          </a:lnRef>
          <a:fillRef idx="1">
            <a:schemeClr val="lt1"/>
          </a:fillRef>
          <a:effectRef idx="0">
            <a:schemeClr val="dk1"/>
          </a:effectRef>
          <a:fontRef idx="minor">
            <a:schemeClr val="dk1"/>
          </a:fontRef>
        </p:style>
        <p:txBody>
          <a:bodyPr lIns="73149" tIns="73149" rIns="73149" bIns="73149" anchor="b" anchorCtr="1"/>
          <a:lstStyle/>
          <a:p>
            <a:pPr algn="ctr" defTabSz="914354" eaLnBrk="0" hangingPunct="0">
              <a:lnSpc>
                <a:spcPct val="106000"/>
              </a:lnSpc>
            </a:pPr>
            <a:endParaRPr lang="en-US" b="1" dirty="0">
              <a:solidFill>
                <a:prstClr val="black"/>
              </a:solidFill>
              <a:cs typeface="Arial" charset="0"/>
            </a:endParaRPr>
          </a:p>
        </p:txBody>
      </p:sp>
      <p:sp>
        <p:nvSpPr>
          <p:cNvPr id="84" name="Slide Number Placeholder 2">
            <a:extLst>
              <a:ext uri="{FF2B5EF4-FFF2-40B4-BE49-F238E27FC236}">
                <a16:creationId xmlns:a16="http://schemas.microsoft.com/office/drawing/2014/main" id="{B9940DFD-458A-461C-A20B-0231539B5A1A}"/>
              </a:ext>
            </a:extLst>
          </p:cNvPr>
          <p:cNvSpPr txBox="1">
            <a:spLocks/>
          </p:cNvSpPr>
          <p:nvPr/>
        </p:nvSpPr>
        <p:spPr>
          <a:xfrm>
            <a:off x="6858000" y="647700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67DD86E-3D1A-411A-8D4F-E1275C93087E}" type="slidenum">
              <a:rPr lang="en-US" smtClean="0"/>
              <a:pPr>
                <a:defRPr/>
              </a:pPr>
              <a:t>1</a:t>
            </a:fld>
            <a:endParaRPr lang="en-US" dirty="0"/>
          </a:p>
        </p:txBody>
      </p:sp>
      <p:sp>
        <p:nvSpPr>
          <p:cNvPr id="85" name="Rectangle 164">
            <a:extLst>
              <a:ext uri="{FF2B5EF4-FFF2-40B4-BE49-F238E27FC236}">
                <a16:creationId xmlns:a16="http://schemas.microsoft.com/office/drawing/2014/main" id="{D7A651A2-1D31-425D-842D-9F1D4A3CCBCB}"/>
              </a:ext>
            </a:extLst>
          </p:cNvPr>
          <p:cNvSpPr>
            <a:spLocks noChangeArrowheads="1"/>
          </p:cNvSpPr>
          <p:nvPr/>
        </p:nvSpPr>
        <p:spPr bwMode="auto">
          <a:xfrm>
            <a:off x="148597" y="565526"/>
            <a:ext cx="1326959" cy="5392332"/>
          </a:xfrm>
          <a:prstGeom prst="rect">
            <a:avLst/>
          </a:prstGeom>
          <a:ln w="28575">
            <a:prstDash val="solid"/>
            <a:headEnd/>
            <a:tailEnd/>
          </a:ln>
        </p:spPr>
        <p:style>
          <a:lnRef idx="2">
            <a:schemeClr val="accent1"/>
          </a:lnRef>
          <a:fillRef idx="1">
            <a:schemeClr val="lt1"/>
          </a:fillRef>
          <a:effectRef idx="0">
            <a:schemeClr val="accent1"/>
          </a:effectRef>
          <a:fontRef idx="minor">
            <a:schemeClr val="dk1"/>
          </a:fontRef>
        </p:style>
        <p:txBody>
          <a:bodyPr lIns="73149" tIns="73149" rIns="73149" bIns="73149" anchor="b" anchorCtr="1"/>
          <a:lstStyle/>
          <a:p>
            <a:pPr algn="ctr" defTabSz="914354" eaLnBrk="0" hangingPunct="0">
              <a:lnSpc>
                <a:spcPct val="106000"/>
              </a:lnSpc>
            </a:pPr>
            <a:endParaRPr lang="en-US" sz="1200" b="1" dirty="0">
              <a:solidFill>
                <a:srgbClr val="C00000"/>
              </a:solidFill>
              <a:cs typeface="Arial" charset="0"/>
            </a:endParaRPr>
          </a:p>
        </p:txBody>
      </p:sp>
      <p:sp>
        <p:nvSpPr>
          <p:cNvPr id="86" name="Rounded Rectangle 122">
            <a:extLst>
              <a:ext uri="{FF2B5EF4-FFF2-40B4-BE49-F238E27FC236}">
                <a16:creationId xmlns:a16="http://schemas.microsoft.com/office/drawing/2014/main" id="{EED0F0D7-81F6-4FBA-A801-0D17D347FAB0}"/>
              </a:ext>
            </a:extLst>
          </p:cNvPr>
          <p:cNvSpPr/>
          <p:nvPr/>
        </p:nvSpPr>
        <p:spPr>
          <a:xfrm>
            <a:off x="1906828" y="694521"/>
            <a:ext cx="5141880" cy="5686104"/>
          </a:xfrm>
          <a:prstGeom prst="round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1100" b="1" dirty="0">
              <a:solidFill>
                <a:schemeClr val="tx2"/>
              </a:solidFill>
            </a:endParaRPr>
          </a:p>
        </p:txBody>
      </p:sp>
      <p:pic>
        <p:nvPicPr>
          <p:cNvPr id="87" name="Picture 5">
            <a:extLst>
              <a:ext uri="{FF2B5EF4-FFF2-40B4-BE49-F238E27FC236}">
                <a16:creationId xmlns:a16="http://schemas.microsoft.com/office/drawing/2014/main" id="{9A1AD340-7BC0-41C9-B153-BE50717AC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8118" y="1441364"/>
            <a:ext cx="323850"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8" name="TextBox 87">
            <a:extLst>
              <a:ext uri="{FF2B5EF4-FFF2-40B4-BE49-F238E27FC236}">
                <a16:creationId xmlns:a16="http://schemas.microsoft.com/office/drawing/2014/main" id="{80178FB6-5088-4FEC-86F4-26A37EFCB73E}"/>
              </a:ext>
            </a:extLst>
          </p:cNvPr>
          <p:cNvSpPr txBox="1"/>
          <p:nvPr/>
        </p:nvSpPr>
        <p:spPr>
          <a:xfrm>
            <a:off x="4161566" y="1042878"/>
            <a:ext cx="666750" cy="338554"/>
          </a:xfrm>
          <a:prstGeom prst="rect">
            <a:avLst/>
          </a:prstGeom>
          <a:noFill/>
          <a:ln>
            <a:solidFill>
              <a:srgbClr val="0066FF"/>
            </a:solidFill>
          </a:ln>
        </p:spPr>
        <p:txBody>
          <a:bodyPr wrap="square" rtlCol="0">
            <a:spAutoFit/>
          </a:bodyPr>
          <a:lstStyle>
            <a:defPPr>
              <a:defRPr lang="en-US"/>
            </a:defPPr>
            <a:lvl1pPr algn="ctr" defTabSz="914354">
              <a:defRPr sz="800">
                <a:solidFill>
                  <a:prstClr val="black"/>
                </a:solidFill>
              </a:defRPr>
            </a:lvl1pPr>
            <a:lvl2pPr marL="457145" defTabSz="457145"/>
            <a:lvl3pPr marL="914290" defTabSz="457145"/>
            <a:lvl4pPr marL="1371435" defTabSz="457145"/>
            <a:lvl5pPr marL="1828581" defTabSz="457145"/>
            <a:lvl6pPr marL="2285726" defTabSz="457145"/>
            <a:lvl7pPr marL="2742871" defTabSz="457145"/>
            <a:lvl8pPr marL="3200016" defTabSz="457145"/>
            <a:lvl9pPr marL="3657161" defTabSz="457145"/>
          </a:lstStyle>
          <a:p>
            <a:r>
              <a:rPr lang="en-US" dirty="0"/>
              <a:t>TNG Scheduler</a:t>
            </a:r>
          </a:p>
        </p:txBody>
      </p:sp>
      <p:sp>
        <p:nvSpPr>
          <p:cNvPr id="89" name="Rectangle 88">
            <a:extLst>
              <a:ext uri="{FF2B5EF4-FFF2-40B4-BE49-F238E27FC236}">
                <a16:creationId xmlns:a16="http://schemas.microsoft.com/office/drawing/2014/main" id="{6D98691A-AAEA-4E9D-A28C-056A9F790835}"/>
              </a:ext>
            </a:extLst>
          </p:cNvPr>
          <p:cNvSpPr/>
          <p:nvPr/>
        </p:nvSpPr>
        <p:spPr>
          <a:xfrm>
            <a:off x="2281395" y="1792244"/>
            <a:ext cx="4357373" cy="2285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TNG Batch Job</a:t>
            </a:r>
          </a:p>
        </p:txBody>
      </p:sp>
      <p:sp>
        <p:nvSpPr>
          <p:cNvPr id="90" name="Rectangle 89">
            <a:extLst>
              <a:ext uri="{FF2B5EF4-FFF2-40B4-BE49-F238E27FC236}">
                <a16:creationId xmlns:a16="http://schemas.microsoft.com/office/drawing/2014/main" id="{FE1AB4E6-B222-424A-BE7E-5F7C8EE4F1CA}"/>
              </a:ext>
            </a:extLst>
          </p:cNvPr>
          <p:cNvSpPr/>
          <p:nvPr/>
        </p:nvSpPr>
        <p:spPr>
          <a:xfrm>
            <a:off x="7562632" y="594171"/>
            <a:ext cx="1286814" cy="5401480"/>
          </a:xfrm>
          <a:prstGeom prst="rect">
            <a:avLst/>
          </a:prstGeom>
          <a:ln w="28575">
            <a:prstDash val="solid"/>
            <a:headEnd/>
            <a:tailEnd/>
          </a:ln>
        </p:spPr>
        <p:style>
          <a:lnRef idx="2">
            <a:schemeClr val="accent1"/>
          </a:lnRef>
          <a:fillRef idx="1">
            <a:schemeClr val="lt1"/>
          </a:fillRef>
          <a:effectRef idx="0">
            <a:schemeClr val="accent1"/>
          </a:effectRef>
          <a:fontRef idx="minor">
            <a:schemeClr val="dk1"/>
          </a:fontRef>
        </p:style>
        <p:txBody>
          <a:bodyPr lIns="73149" tIns="73149" rIns="73149" bIns="73149" anchor="b" anchorCtr="1"/>
          <a:lstStyle/>
          <a:p>
            <a:pPr algn="ctr" defTabSz="914354" eaLnBrk="0" hangingPunct="0">
              <a:lnSpc>
                <a:spcPct val="106000"/>
              </a:lnSpc>
            </a:pPr>
            <a:endParaRPr lang="en-US" sz="1200" b="1" dirty="0">
              <a:solidFill>
                <a:srgbClr val="C00000"/>
              </a:solidFill>
              <a:cs typeface="Arial" charset="0"/>
            </a:endParaRPr>
          </a:p>
        </p:txBody>
      </p:sp>
      <p:sp>
        <p:nvSpPr>
          <p:cNvPr id="91" name="Rectangle 90">
            <a:extLst>
              <a:ext uri="{FF2B5EF4-FFF2-40B4-BE49-F238E27FC236}">
                <a16:creationId xmlns:a16="http://schemas.microsoft.com/office/drawing/2014/main" id="{DC3CF803-0511-481D-B0FF-6B6873C4A2AC}"/>
              </a:ext>
            </a:extLst>
          </p:cNvPr>
          <p:cNvSpPr/>
          <p:nvPr/>
        </p:nvSpPr>
        <p:spPr>
          <a:xfrm>
            <a:off x="7552386" y="884643"/>
            <a:ext cx="1286814" cy="3392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C00000"/>
                </a:solidFill>
                <a:cs typeface="Arial" charset="0"/>
              </a:rPr>
              <a:t>P4D Target </a:t>
            </a:r>
          </a:p>
          <a:p>
            <a:pPr algn="ctr"/>
            <a:r>
              <a:rPr lang="en-US" sz="1200" b="1" dirty="0">
                <a:solidFill>
                  <a:srgbClr val="C00000"/>
                </a:solidFill>
                <a:cs typeface="Arial" charset="0"/>
              </a:rPr>
              <a:t>System </a:t>
            </a:r>
          </a:p>
        </p:txBody>
      </p:sp>
      <p:sp>
        <p:nvSpPr>
          <p:cNvPr id="92" name="Rounded Rectangle 133">
            <a:extLst>
              <a:ext uri="{FF2B5EF4-FFF2-40B4-BE49-F238E27FC236}">
                <a16:creationId xmlns:a16="http://schemas.microsoft.com/office/drawing/2014/main" id="{CA304904-C890-4001-94B9-28D90E143FE0}"/>
              </a:ext>
            </a:extLst>
          </p:cNvPr>
          <p:cNvSpPr/>
          <p:nvPr/>
        </p:nvSpPr>
        <p:spPr>
          <a:xfrm>
            <a:off x="2911431" y="689530"/>
            <a:ext cx="3124200" cy="250567"/>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C00000"/>
                </a:solidFill>
                <a:cs typeface="Arial" charset="0"/>
              </a:rPr>
              <a:t>Integration Layer</a:t>
            </a:r>
          </a:p>
        </p:txBody>
      </p:sp>
      <p:sp>
        <p:nvSpPr>
          <p:cNvPr id="93" name="Rectangle 92">
            <a:extLst>
              <a:ext uri="{FF2B5EF4-FFF2-40B4-BE49-F238E27FC236}">
                <a16:creationId xmlns:a16="http://schemas.microsoft.com/office/drawing/2014/main" id="{59D70A2E-D349-40A7-855A-9A27A6580D34}"/>
              </a:ext>
            </a:extLst>
          </p:cNvPr>
          <p:cNvSpPr/>
          <p:nvPr/>
        </p:nvSpPr>
        <p:spPr>
          <a:xfrm>
            <a:off x="197043" y="703669"/>
            <a:ext cx="1326956" cy="3487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C00000"/>
                </a:solidFill>
                <a:cs typeface="Arial" charset="0"/>
              </a:rPr>
              <a:t>ADS Source System</a:t>
            </a:r>
          </a:p>
        </p:txBody>
      </p:sp>
      <p:sp>
        <p:nvSpPr>
          <p:cNvPr id="94" name="Rectangle 93">
            <a:extLst>
              <a:ext uri="{FF2B5EF4-FFF2-40B4-BE49-F238E27FC236}">
                <a16:creationId xmlns:a16="http://schemas.microsoft.com/office/drawing/2014/main" id="{7E3D58DF-226D-4972-8DC7-9FEB12544679}"/>
              </a:ext>
            </a:extLst>
          </p:cNvPr>
          <p:cNvSpPr/>
          <p:nvPr/>
        </p:nvSpPr>
        <p:spPr>
          <a:xfrm>
            <a:off x="2253519" y="1792244"/>
            <a:ext cx="4400094" cy="417419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5" name="Elbow Connector 148">
            <a:extLst>
              <a:ext uri="{FF2B5EF4-FFF2-40B4-BE49-F238E27FC236}">
                <a16:creationId xmlns:a16="http://schemas.microsoft.com/office/drawing/2014/main" id="{E69F897C-9068-4DBD-81E8-89089C8C7498}"/>
              </a:ext>
            </a:extLst>
          </p:cNvPr>
          <p:cNvCxnSpPr>
            <a:stCxn id="87" idx="3"/>
            <a:endCxn id="94" idx="0"/>
          </p:cNvCxnSpPr>
          <p:nvPr/>
        </p:nvCxnSpPr>
        <p:spPr>
          <a:xfrm>
            <a:off x="3351968" y="1603289"/>
            <a:ext cx="1101598" cy="188955"/>
          </a:xfrm>
          <a:prstGeom prst="bentConnector2">
            <a:avLst/>
          </a:prstGeom>
          <a:solidFill>
            <a:schemeClr val="accent3"/>
          </a:solidFill>
          <a:ln w="19050">
            <a:solidFill>
              <a:srgbClr val="FF0000"/>
            </a:solidFill>
            <a:miter lim="800000"/>
            <a:headEnd type="none" w="med" len="med"/>
            <a:tailEnd type="triangle" w="med" len="med"/>
          </a:ln>
        </p:spPr>
      </p:cxnSp>
      <p:cxnSp>
        <p:nvCxnSpPr>
          <p:cNvPr id="96" name="Elbow Connector 170">
            <a:extLst>
              <a:ext uri="{FF2B5EF4-FFF2-40B4-BE49-F238E27FC236}">
                <a16:creationId xmlns:a16="http://schemas.microsoft.com/office/drawing/2014/main" id="{6DCBC0FC-8A12-4A30-BBAE-67341E64A75C}"/>
              </a:ext>
            </a:extLst>
          </p:cNvPr>
          <p:cNvCxnSpPr>
            <a:stCxn id="88" idx="1"/>
            <a:endCxn id="87" idx="0"/>
          </p:cNvCxnSpPr>
          <p:nvPr/>
        </p:nvCxnSpPr>
        <p:spPr>
          <a:xfrm rot="10800000" flipV="1">
            <a:off x="3190044" y="1212154"/>
            <a:ext cx="971523" cy="229209"/>
          </a:xfrm>
          <a:prstGeom prst="bentConnector2">
            <a:avLst/>
          </a:prstGeom>
          <a:solidFill>
            <a:schemeClr val="accent3"/>
          </a:solidFill>
          <a:ln w="19050">
            <a:solidFill>
              <a:srgbClr val="FF0000"/>
            </a:solidFill>
            <a:miter lim="800000"/>
            <a:headEnd type="none" w="med" len="med"/>
            <a:tailEnd type="triangle" w="med" len="med"/>
          </a:ln>
        </p:spPr>
      </p:cxnSp>
      <p:sp>
        <p:nvSpPr>
          <p:cNvPr id="97" name="Flowchart: Alternate Process 96">
            <a:extLst>
              <a:ext uri="{FF2B5EF4-FFF2-40B4-BE49-F238E27FC236}">
                <a16:creationId xmlns:a16="http://schemas.microsoft.com/office/drawing/2014/main" id="{D863251C-3240-4D61-A51A-7702710B5E6E}"/>
              </a:ext>
            </a:extLst>
          </p:cNvPr>
          <p:cNvSpPr/>
          <p:nvPr/>
        </p:nvSpPr>
        <p:spPr>
          <a:xfrm>
            <a:off x="5549742" y="1094460"/>
            <a:ext cx="609600" cy="235387"/>
          </a:xfrm>
          <a:prstGeom prst="flowChartAlternateProcess">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START</a:t>
            </a:r>
          </a:p>
        </p:txBody>
      </p:sp>
      <p:cxnSp>
        <p:nvCxnSpPr>
          <p:cNvPr id="98" name="Elbow Connector 177">
            <a:extLst>
              <a:ext uri="{FF2B5EF4-FFF2-40B4-BE49-F238E27FC236}">
                <a16:creationId xmlns:a16="http://schemas.microsoft.com/office/drawing/2014/main" id="{C1C120A9-EC79-4193-AAFB-17C206A3C59D}"/>
              </a:ext>
            </a:extLst>
          </p:cNvPr>
          <p:cNvCxnSpPr>
            <a:stCxn id="97" idx="1"/>
            <a:endCxn id="88" idx="3"/>
          </p:cNvCxnSpPr>
          <p:nvPr/>
        </p:nvCxnSpPr>
        <p:spPr>
          <a:xfrm rot="10800000" flipV="1">
            <a:off x="4828316" y="1212153"/>
            <a:ext cx="721426" cy="1"/>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sp>
        <p:nvSpPr>
          <p:cNvPr id="99" name="Flowchart: Connector 98">
            <a:extLst>
              <a:ext uri="{FF2B5EF4-FFF2-40B4-BE49-F238E27FC236}">
                <a16:creationId xmlns:a16="http://schemas.microsoft.com/office/drawing/2014/main" id="{9AF92D23-ED5A-46CC-9724-69D04CD3EE08}"/>
              </a:ext>
            </a:extLst>
          </p:cNvPr>
          <p:cNvSpPr/>
          <p:nvPr/>
        </p:nvSpPr>
        <p:spPr>
          <a:xfrm>
            <a:off x="5228367" y="1020376"/>
            <a:ext cx="152400" cy="148167"/>
          </a:xfrm>
          <a:prstGeom prst="flowChartConnector">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r>
              <a:rPr lang="en-US" sz="1100" b="1" dirty="0">
                <a:solidFill>
                  <a:schemeClr val="tx2"/>
                </a:solidFill>
              </a:rPr>
              <a:t>1</a:t>
            </a:r>
          </a:p>
        </p:txBody>
      </p:sp>
      <p:sp>
        <p:nvSpPr>
          <p:cNvPr id="100" name="Flowchart: Connector 99">
            <a:extLst>
              <a:ext uri="{FF2B5EF4-FFF2-40B4-BE49-F238E27FC236}">
                <a16:creationId xmlns:a16="http://schemas.microsoft.com/office/drawing/2014/main" id="{D5C5C6BB-FED3-4FB3-84DA-26153A84A921}"/>
              </a:ext>
            </a:extLst>
          </p:cNvPr>
          <p:cNvSpPr/>
          <p:nvPr/>
        </p:nvSpPr>
        <p:spPr>
          <a:xfrm>
            <a:off x="3493686" y="1020376"/>
            <a:ext cx="182119" cy="160855"/>
          </a:xfrm>
          <a:prstGeom prst="flowChartConnector">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r>
              <a:rPr lang="en-US" sz="1100" b="1" dirty="0">
                <a:solidFill>
                  <a:schemeClr val="tx2"/>
                </a:solidFill>
              </a:rPr>
              <a:t>2</a:t>
            </a:r>
          </a:p>
        </p:txBody>
      </p:sp>
      <p:sp>
        <p:nvSpPr>
          <p:cNvPr id="101" name="Flowchart: Connector 100">
            <a:extLst>
              <a:ext uri="{FF2B5EF4-FFF2-40B4-BE49-F238E27FC236}">
                <a16:creationId xmlns:a16="http://schemas.microsoft.com/office/drawing/2014/main" id="{A51CE008-78AB-40B8-A239-D2154E3C10CA}"/>
              </a:ext>
            </a:extLst>
          </p:cNvPr>
          <p:cNvSpPr/>
          <p:nvPr/>
        </p:nvSpPr>
        <p:spPr>
          <a:xfrm>
            <a:off x="3414903" y="1357557"/>
            <a:ext cx="428587" cy="228600"/>
          </a:xfrm>
          <a:prstGeom prst="flowChartConnector">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r>
              <a:rPr lang="en-US" sz="1100" b="1" dirty="0">
                <a:solidFill>
                  <a:schemeClr val="tx2"/>
                </a:solidFill>
              </a:rPr>
              <a:t>3</a:t>
            </a:r>
          </a:p>
        </p:txBody>
      </p:sp>
      <p:sp>
        <p:nvSpPr>
          <p:cNvPr id="102" name="TextBox 101">
            <a:extLst>
              <a:ext uri="{FF2B5EF4-FFF2-40B4-BE49-F238E27FC236}">
                <a16:creationId xmlns:a16="http://schemas.microsoft.com/office/drawing/2014/main" id="{48D03B0E-2495-4550-8A61-E592BC8A35BA}"/>
              </a:ext>
            </a:extLst>
          </p:cNvPr>
          <p:cNvSpPr txBox="1"/>
          <p:nvPr/>
        </p:nvSpPr>
        <p:spPr>
          <a:xfrm>
            <a:off x="4428267" y="2732938"/>
            <a:ext cx="490352" cy="215444"/>
          </a:xfrm>
          <a:prstGeom prst="rect">
            <a:avLst/>
          </a:prstGeom>
          <a:noFill/>
        </p:spPr>
        <p:txBody>
          <a:bodyPr wrap="square" rtlCol="0">
            <a:spAutoFit/>
          </a:bodyPr>
          <a:lstStyle/>
          <a:p>
            <a:r>
              <a:rPr lang="en-US" sz="800" dirty="0">
                <a:solidFill>
                  <a:srgbClr val="C00000"/>
                </a:solidFill>
              </a:rPr>
              <a:t>A1</a:t>
            </a:r>
          </a:p>
        </p:txBody>
      </p:sp>
      <p:cxnSp>
        <p:nvCxnSpPr>
          <p:cNvPr id="103" name="Elbow Connector 198">
            <a:extLst>
              <a:ext uri="{FF2B5EF4-FFF2-40B4-BE49-F238E27FC236}">
                <a16:creationId xmlns:a16="http://schemas.microsoft.com/office/drawing/2014/main" id="{8EAE3545-A764-43FC-94D7-6724958EFD0F}"/>
              </a:ext>
            </a:extLst>
          </p:cNvPr>
          <p:cNvCxnSpPr>
            <a:cxnSpLocks/>
            <a:stCxn id="132" idx="4"/>
          </p:cNvCxnSpPr>
          <p:nvPr/>
        </p:nvCxnSpPr>
        <p:spPr>
          <a:xfrm>
            <a:off x="1333985" y="3438088"/>
            <a:ext cx="1241658" cy="170812"/>
          </a:xfrm>
          <a:prstGeom prst="bentConnector3">
            <a:avLst>
              <a:gd name="adj1" fmla="val 50000"/>
            </a:avLst>
          </a:prstGeom>
          <a:solidFill>
            <a:schemeClr val="accent3"/>
          </a:solidFill>
          <a:ln w="19050">
            <a:solidFill>
              <a:srgbClr val="0066FF"/>
            </a:solidFill>
            <a:miter lim="800000"/>
            <a:headEnd type="none" w="med" len="med"/>
            <a:tailEnd type="triangle" w="med" len="med"/>
          </a:ln>
        </p:spPr>
      </p:cxnSp>
      <p:sp>
        <p:nvSpPr>
          <p:cNvPr id="106" name="AutoShape 2" descr="Image result for windows server 2003">
            <a:extLst>
              <a:ext uri="{FF2B5EF4-FFF2-40B4-BE49-F238E27FC236}">
                <a16:creationId xmlns:a16="http://schemas.microsoft.com/office/drawing/2014/main" id="{436A02C5-C2E7-47E0-BBC6-0F275A6DCD2F}"/>
              </a:ext>
            </a:extLst>
          </p:cNvPr>
          <p:cNvSpPr>
            <a:spLocks noChangeAspect="1" noChangeArrowheads="1"/>
          </p:cNvSpPr>
          <p:nvPr/>
        </p:nvSpPr>
        <p:spPr bwMode="auto">
          <a:xfrm>
            <a:off x="1206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7" name="Rectangle 106">
            <a:extLst>
              <a:ext uri="{FF2B5EF4-FFF2-40B4-BE49-F238E27FC236}">
                <a16:creationId xmlns:a16="http://schemas.microsoft.com/office/drawing/2014/main" id="{4739D6CB-E08B-4E0A-AC3E-44BEA0CC93A2}"/>
              </a:ext>
            </a:extLst>
          </p:cNvPr>
          <p:cNvSpPr/>
          <p:nvPr/>
        </p:nvSpPr>
        <p:spPr>
          <a:xfrm>
            <a:off x="4604381" y="3379033"/>
            <a:ext cx="1014812" cy="40656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Update/Insert work order Records</a:t>
            </a:r>
          </a:p>
        </p:txBody>
      </p:sp>
      <p:cxnSp>
        <p:nvCxnSpPr>
          <p:cNvPr id="109" name="Elbow Connector 117">
            <a:extLst>
              <a:ext uri="{FF2B5EF4-FFF2-40B4-BE49-F238E27FC236}">
                <a16:creationId xmlns:a16="http://schemas.microsoft.com/office/drawing/2014/main" id="{9CF66854-979D-4BF5-986A-D460DB74DF6A}"/>
              </a:ext>
            </a:extLst>
          </p:cNvPr>
          <p:cNvCxnSpPr>
            <a:cxnSpLocks/>
          </p:cNvCxnSpPr>
          <p:nvPr/>
        </p:nvCxnSpPr>
        <p:spPr>
          <a:xfrm flipV="1">
            <a:off x="6602191" y="3217504"/>
            <a:ext cx="1083909" cy="380379"/>
          </a:xfrm>
          <a:prstGeom prst="bentConnector3">
            <a:avLst>
              <a:gd name="adj1" fmla="val 50000"/>
            </a:avLst>
          </a:prstGeom>
          <a:solidFill>
            <a:schemeClr val="accent3"/>
          </a:solidFill>
          <a:ln w="19050">
            <a:solidFill>
              <a:srgbClr val="009900"/>
            </a:solidFill>
            <a:miter lim="800000"/>
            <a:headEnd type="none" w="med" len="med"/>
            <a:tailEnd type="triangle" w="med" len="med"/>
          </a:ln>
        </p:spPr>
      </p:cxnSp>
      <p:cxnSp>
        <p:nvCxnSpPr>
          <p:cNvPr id="110" name="Elbow Connector 123">
            <a:extLst>
              <a:ext uri="{FF2B5EF4-FFF2-40B4-BE49-F238E27FC236}">
                <a16:creationId xmlns:a16="http://schemas.microsoft.com/office/drawing/2014/main" id="{EF2495AB-EC7B-4521-8DC2-A3C725656B45}"/>
              </a:ext>
            </a:extLst>
          </p:cNvPr>
          <p:cNvCxnSpPr>
            <a:cxnSpLocks/>
          </p:cNvCxnSpPr>
          <p:nvPr/>
        </p:nvCxnSpPr>
        <p:spPr>
          <a:xfrm rot="5400000">
            <a:off x="4011529" y="2110020"/>
            <a:ext cx="537728" cy="359379"/>
          </a:xfrm>
          <a:prstGeom prst="bentConnector3">
            <a:avLst>
              <a:gd name="adj1" fmla="val 50000"/>
            </a:avLst>
          </a:prstGeom>
          <a:solidFill>
            <a:schemeClr val="accent3"/>
          </a:solidFill>
          <a:ln w="19050">
            <a:solidFill>
              <a:schemeClr val="accent6">
                <a:lumMod val="75000"/>
              </a:schemeClr>
            </a:solidFill>
            <a:miter lim="800000"/>
            <a:headEnd type="none" w="med" len="med"/>
            <a:tailEnd type="triangle" w="med" len="med"/>
          </a:ln>
        </p:spPr>
      </p:cxnSp>
      <p:sp>
        <p:nvSpPr>
          <p:cNvPr id="111" name="TextBox 110">
            <a:extLst>
              <a:ext uri="{FF2B5EF4-FFF2-40B4-BE49-F238E27FC236}">
                <a16:creationId xmlns:a16="http://schemas.microsoft.com/office/drawing/2014/main" id="{A51BD3F1-4961-4F44-8565-5FC165FD6FD3}"/>
              </a:ext>
            </a:extLst>
          </p:cNvPr>
          <p:cNvSpPr txBox="1"/>
          <p:nvPr/>
        </p:nvSpPr>
        <p:spPr>
          <a:xfrm>
            <a:off x="2684248" y="3287299"/>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5</a:t>
            </a:r>
          </a:p>
        </p:txBody>
      </p:sp>
      <p:sp>
        <p:nvSpPr>
          <p:cNvPr id="112" name="Rectangle 111">
            <a:extLst>
              <a:ext uri="{FF2B5EF4-FFF2-40B4-BE49-F238E27FC236}">
                <a16:creationId xmlns:a16="http://schemas.microsoft.com/office/drawing/2014/main" id="{4D9C3827-DDC6-4003-8BD8-D32E8B36CAFA}"/>
              </a:ext>
            </a:extLst>
          </p:cNvPr>
          <p:cNvSpPr/>
          <p:nvPr/>
        </p:nvSpPr>
        <p:spPr>
          <a:xfrm>
            <a:off x="3414903" y="2558571"/>
            <a:ext cx="1371600" cy="49624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Update  Control Table with Today’s Date</a:t>
            </a:r>
          </a:p>
        </p:txBody>
      </p:sp>
      <p:cxnSp>
        <p:nvCxnSpPr>
          <p:cNvPr id="113" name="Elbow Connector 67">
            <a:extLst>
              <a:ext uri="{FF2B5EF4-FFF2-40B4-BE49-F238E27FC236}">
                <a16:creationId xmlns:a16="http://schemas.microsoft.com/office/drawing/2014/main" id="{D503447D-B944-42B7-BA82-D53810E0E6EC}"/>
              </a:ext>
            </a:extLst>
          </p:cNvPr>
          <p:cNvCxnSpPr>
            <a:cxnSpLocks/>
            <a:stCxn id="130" idx="6"/>
            <a:endCxn id="134" idx="2"/>
          </p:cNvCxnSpPr>
          <p:nvPr/>
        </p:nvCxnSpPr>
        <p:spPr>
          <a:xfrm flipV="1">
            <a:off x="6591361" y="2390820"/>
            <a:ext cx="1107768" cy="415872"/>
          </a:xfrm>
          <a:prstGeom prst="bentConnector3">
            <a:avLst>
              <a:gd name="adj1" fmla="val 50000"/>
            </a:avLst>
          </a:prstGeom>
          <a:solidFill>
            <a:schemeClr val="accent3"/>
          </a:solidFill>
          <a:ln w="19050">
            <a:solidFill>
              <a:srgbClr val="009900"/>
            </a:solidFill>
            <a:miter lim="800000"/>
            <a:headEnd type="none" w="med" len="med"/>
            <a:tailEnd type="triangle" w="med" len="med"/>
          </a:ln>
        </p:spPr>
      </p:cxnSp>
      <p:sp>
        <p:nvSpPr>
          <p:cNvPr id="115" name="TextBox 114">
            <a:extLst>
              <a:ext uri="{FF2B5EF4-FFF2-40B4-BE49-F238E27FC236}">
                <a16:creationId xmlns:a16="http://schemas.microsoft.com/office/drawing/2014/main" id="{104B559E-006B-4A56-BF30-3DFA0264D636}"/>
              </a:ext>
            </a:extLst>
          </p:cNvPr>
          <p:cNvSpPr txBox="1"/>
          <p:nvPr/>
        </p:nvSpPr>
        <p:spPr>
          <a:xfrm>
            <a:off x="3650524" y="2296961"/>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4</a:t>
            </a:r>
          </a:p>
        </p:txBody>
      </p:sp>
      <p:sp>
        <p:nvSpPr>
          <p:cNvPr id="118" name="Rectangle 117">
            <a:extLst>
              <a:ext uri="{FF2B5EF4-FFF2-40B4-BE49-F238E27FC236}">
                <a16:creationId xmlns:a16="http://schemas.microsoft.com/office/drawing/2014/main" id="{4CBBF68C-CB0B-4D22-B981-60E17C6844DF}"/>
              </a:ext>
            </a:extLst>
          </p:cNvPr>
          <p:cNvSpPr/>
          <p:nvPr/>
        </p:nvSpPr>
        <p:spPr>
          <a:xfrm>
            <a:off x="2446286" y="4257537"/>
            <a:ext cx="1371600" cy="46627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Log to Error File</a:t>
            </a:r>
          </a:p>
        </p:txBody>
      </p:sp>
      <p:sp>
        <p:nvSpPr>
          <p:cNvPr id="121" name="TextBox 120">
            <a:extLst>
              <a:ext uri="{FF2B5EF4-FFF2-40B4-BE49-F238E27FC236}">
                <a16:creationId xmlns:a16="http://schemas.microsoft.com/office/drawing/2014/main" id="{F35B1027-1851-40D1-ABE1-E9C23728530F}"/>
              </a:ext>
            </a:extLst>
          </p:cNvPr>
          <p:cNvSpPr txBox="1"/>
          <p:nvPr/>
        </p:nvSpPr>
        <p:spPr>
          <a:xfrm>
            <a:off x="3734085" y="3362553"/>
            <a:ext cx="471507" cy="4571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6</a:t>
            </a:r>
          </a:p>
        </p:txBody>
      </p:sp>
      <p:sp>
        <p:nvSpPr>
          <p:cNvPr id="122" name="TextBox 121">
            <a:extLst>
              <a:ext uri="{FF2B5EF4-FFF2-40B4-BE49-F238E27FC236}">
                <a16:creationId xmlns:a16="http://schemas.microsoft.com/office/drawing/2014/main" id="{B733385C-5F10-48D3-BB8B-8D8D483EF2E4}"/>
              </a:ext>
            </a:extLst>
          </p:cNvPr>
          <p:cNvSpPr txBox="1"/>
          <p:nvPr/>
        </p:nvSpPr>
        <p:spPr>
          <a:xfrm>
            <a:off x="3259143" y="3990975"/>
            <a:ext cx="490352" cy="304356"/>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7</a:t>
            </a:r>
          </a:p>
        </p:txBody>
      </p:sp>
      <p:cxnSp>
        <p:nvCxnSpPr>
          <p:cNvPr id="124" name="Elbow Connector 106">
            <a:extLst>
              <a:ext uri="{FF2B5EF4-FFF2-40B4-BE49-F238E27FC236}">
                <a16:creationId xmlns:a16="http://schemas.microsoft.com/office/drawing/2014/main" id="{C8A03873-A7B1-4AC6-8F45-180FA3598B98}"/>
              </a:ext>
            </a:extLst>
          </p:cNvPr>
          <p:cNvCxnSpPr>
            <a:cxnSpLocks/>
          </p:cNvCxnSpPr>
          <p:nvPr/>
        </p:nvCxnSpPr>
        <p:spPr>
          <a:xfrm rot="16200000" flipH="1">
            <a:off x="2967910" y="4887994"/>
            <a:ext cx="329221" cy="866"/>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sp>
        <p:nvSpPr>
          <p:cNvPr id="125" name="TextBox 124">
            <a:extLst>
              <a:ext uri="{FF2B5EF4-FFF2-40B4-BE49-F238E27FC236}">
                <a16:creationId xmlns:a16="http://schemas.microsoft.com/office/drawing/2014/main" id="{F8975C85-585A-4714-A043-639C99412BAF}"/>
              </a:ext>
            </a:extLst>
          </p:cNvPr>
          <p:cNvSpPr txBox="1"/>
          <p:nvPr/>
        </p:nvSpPr>
        <p:spPr>
          <a:xfrm>
            <a:off x="2581504" y="4839493"/>
            <a:ext cx="542696" cy="33258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8</a:t>
            </a:r>
          </a:p>
        </p:txBody>
      </p:sp>
      <p:sp>
        <p:nvSpPr>
          <p:cNvPr id="126" name="TextBox 125">
            <a:extLst>
              <a:ext uri="{FF2B5EF4-FFF2-40B4-BE49-F238E27FC236}">
                <a16:creationId xmlns:a16="http://schemas.microsoft.com/office/drawing/2014/main" id="{6DD36C9C-6C9F-40F9-8F19-D36D2A78495F}"/>
              </a:ext>
            </a:extLst>
          </p:cNvPr>
          <p:cNvSpPr txBox="1"/>
          <p:nvPr/>
        </p:nvSpPr>
        <p:spPr>
          <a:xfrm>
            <a:off x="4029272" y="3381163"/>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No</a:t>
            </a:r>
          </a:p>
        </p:txBody>
      </p:sp>
      <p:sp>
        <p:nvSpPr>
          <p:cNvPr id="128" name="Oval 127">
            <a:extLst>
              <a:ext uri="{FF2B5EF4-FFF2-40B4-BE49-F238E27FC236}">
                <a16:creationId xmlns:a16="http://schemas.microsoft.com/office/drawing/2014/main" id="{61CCB3CF-F7CC-43CC-8DC4-295C9670D1FF}"/>
              </a:ext>
            </a:extLst>
          </p:cNvPr>
          <p:cNvSpPr/>
          <p:nvPr/>
        </p:nvSpPr>
        <p:spPr>
          <a:xfrm>
            <a:off x="5830812" y="3485892"/>
            <a:ext cx="753006" cy="25165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rPr>
              <a:t>Insert</a:t>
            </a:r>
          </a:p>
        </p:txBody>
      </p:sp>
      <p:sp>
        <p:nvSpPr>
          <p:cNvPr id="130" name="Oval 129">
            <a:extLst>
              <a:ext uri="{FF2B5EF4-FFF2-40B4-BE49-F238E27FC236}">
                <a16:creationId xmlns:a16="http://schemas.microsoft.com/office/drawing/2014/main" id="{BF1C8B40-0095-40B6-A2C8-80CE97596175}"/>
              </a:ext>
            </a:extLst>
          </p:cNvPr>
          <p:cNvSpPr/>
          <p:nvPr/>
        </p:nvSpPr>
        <p:spPr>
          <a:xfrm>
            <a:off x="5838355" y="2680865"/>
            <a:ext cx="753006" cy="251654"/>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rPr>
              <a:t>Update</a:t>
            </a:r>
          </a:p>
        </p:txBody>
      </p:sp>
      <p:sp>
        <p:nvSpPr>
          <p:cNvPr id="132" name="Can 88">
            <a:extLst>
              <a:ext uri="{FF2B5EF4-FFF2-40B4-BE49-F238E27FC236}">
                <a16:creationId xmlns:a16="http://schemas.microsoft.com/office/drawing/2014/main" id="{3150CAB9-CF62-42F5-8023-9B554E28919D}"/>
              </a:ext>
            </a:extLst>
          </p:cNvPr>
          <p:cNvSpPr/>
          <p:nvPr/>
        </p:nvSpPr>
        <p:spPr>
          <a:xfrm>
            <a:off x="273048" y="3179208"/>
            <a:ext cx="1060937" cy="517760"/>
          </a:xfrm>
          <a:prstGeom prst="can">
            <a:avLst>
              <a:gd name="adj" fmla="val 324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endParaRPr lang="en-US" sz="750" dirty="0">
              <a:solidFill>
                <a:prstClr val="white"/>
              </a:solidFill>
            </a:endParaRPr>
          </a:p>
          <a:p>
            <a:pPr defTabSz="914354"/>
            <a:endParaRPr lang="en-US" sz="750" dirty="0">
              <a:solidFill>
                <a:prstClr val="white"/>
              </a:solidFill>
            </a:endParaRPr>
          </a:p>
          <a:p>
            <a:pPr algn="ctr" defTabSz="914354"/>
            <a:r>
              <a:rPr lang="en-US" sz="750" dirty="0">
                <a:solidFill>
                  <a:prstClr val="white"/>
                </a:solidFill>
              </a:rPr>
              <a:t>ads_foundation.</a:t>
            </a:r>
            <a:r>
              <a:rPr lang="en-US" sz="900" dirty="0">
                <a:solidFill>
                  <a:prstClr val="white"/>
                </a:solidFill>
              </a:rPr>
              <a:t>workorder</a:t>
            </a:r>
          </a:p>
          <a:p>
            <a:pPr algn="ctr" defTabSz="914354"/>
            <a:endParaRPr lang="en-US" sz="750" dirty="0">
              <a:solidFill>
                <a:prstClr val="white"/>
              </a:solidFill>
            </a:endParaRPr>
          </a:p>
          <a:p>
            <a:pPr algn="ctr" defTabSz="914354"/>
            <a:endParaRPr lang="en-US" sz="750" dirty="0">
              <a:solidFill>
                <a:prstClr val="white"/>
              </a:solidFill>
            </a:endParaRPr>
          </a:p>
        </p:txBody>
      </p:sp>
      <p:sp>
        <p:nvSpPr>
          <p:cNvPr id="134" name="Can 109">
            <a:extLst>
              <a:ext uri="{FF2B5EF4-FFF2-40B4-BE49-F238E27FC236}">
                <a16:creationId xmlns:a16="http://schemas.microsoft.com/office/drawing/2014/main" id="{2E419743-5E7D-4051-8EBA-8434E1CF3ACC}"/>
              </a:ext>
            </a:extLst>
          </p:cNvPr>
          <p:cNvSpPr/>
          <p:nvPr/>
        </p:nvSpPr>
        <p:spPr>
          <a:xfrm>
            <a:off x="7699129" y="2100775"/>
            <a:ext cx="1060937" cy="580090"/>
          </a:xfrm>
          <a:prstGeom prst="can">
            <a:avLst>
              <a:gd name="adj" fmla="val 406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r>
              <a:rPr lang="en-US" sz="750" dirty="0"/>
              <a:t>        </a:t>
            </a:r>
            <a:r>
              <a:rPr lang="en-US" sz="900" dirty="0"/>
              <a:t>Control</a:t>
            </a:r>
            <a:r>
              <a:rPr lang="en-US" sz="750" dirty="0"/>
              <a:t> </a:t>
            </a:r>
            <a:r>
              <a:rPr lang="en-US" sz="900" dirty="0"/>
              <a:t>Table</a:t>
            </a:r>
          </a:p>
        </p:txBody>
      </p:sp>
      <p:sp>
        <p:nvSpPr>
          <p:cNvPr id="138" name="TextBox 137">
            <a:extLst>
              <a:ext uri="{FF2B5EF4-FFF2-40B4-BE49-F238E27FC236}">
                <a16:creationId xmlns:a16="http://schemas.microsoft.com/office/drawing/2014/main" id="{3ACA2571-8026-4710-AE7D-DB10B431C7B6}"/>
              </a:ext>
            </a:extLst>
          </p:cNvPr>
          <p:cNvSpPr txBox="1"/>
          <p:nvPr/>
        </p:nvSpPr>
        <p:spPr>
          <a:xfrm>
            <a:off x="6261921" y="6477000"/>
            <a:ext cx="808235" cy="276999"/>
          </a:xfrm>
          <a:prstGeom prst="rect">
            <a:avLst/>
          </a:prstGeom>
          <a:noFill/>
        </p:spPr>
        <p:txBody>
          <a:bodyPr wrap="none" rtlCol="0">
            <a:spAutoFit/>
          </a:bodyPr>
          <a:lstStyle/>
          <a:p>
            <a:r>
              <a:rPr lang="en-US" sz="1200" b="1" dirty="0">
                <a:solidFill>
                  <a:schemeClr val="accent2">
                    <a:lumMod val="50000"/>
                  </a:schemeClr>
                </a:solidFill>
              </a:rPr>
              <a:t>- </a:t>
            </a:r>
            <a:r>
              <a:rPr lang="en-US" sz="1000" b="1" dirty="0">
                <a:solidFill>
                  <a:schemeClr val="accent2">
                    <a:lumMod val="50000"/>
                  </a:schemeClr>
                </a:solidFill>
              </a:rPr>
              <a:t>Extraction</a:t>
            </a:r>
          </a:p>
        </p:txBody>
      </p:sp>
      <p:sp>
        <p:nvSpPr>
          <p:cNvPr id="139" name="Oval 138">
            <a:extLst>
              <a:ext uri="{FF2B5EF4-FFF2-40B4-BE49-F238E27FC236}">
                <a16:creationId xmlns:a16="http://schemas.microsoft.com/office/drawing/2014/main" id="{9EE6766D-2097-47C7-B987-DCE8178E3D8C}"/>
              </a:ext>
            </a:extLst>
          </p:cNvPr>
          <p:cNvSpPr/>
          <p:nvPr/>
        </p:nvSpPr>
        <p:spPr>
          <a:xfrm>
            <a:off x="2602446" y="3520579"/>
            <a:ext cx="206309" cy="210431"/>
          </a:xfrm>
          <a:prstGeom prst="ellipse">
            <a:avLst/>
          </a:prstGeom>
          <a:solidFill>
            <a:srgbClr val="CA5F2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a:t>
            </a:r>
          </a:p>
        </p:txBody>
      </p:sp>
      <p:sp>
        <p:nvSpPr>
          <p:cNvPr id="140" name="Can 150">
            <a:extLst>
              <a:ext uri="{FF2B5EF4-FFF2-40B4-BE49-F238E27FC236}">
                <a16:creationId xmlns:a16="http://schemas.microsoft.com/office/drawing/2014/main" id="{BBEDF777-6F7C-48C3-B2DC-3D0BEC1065C1}"/>
              </a:ext>
            </a:extLst>
          </p:cNvPr>
          <p:cNvSpPr/>
          <p:nvPr/>
        </p:nvSpPr>
        <p:spPr>
          <a:xfrm>
            <a:off x="277025" y="1181231"/>
            <a:ext cx="1149170" cy="1454596"/>
          </a:xfrm>
          <a:prstGeom prst="can">
            <a:avLst>
              <a:gd name="adj" fmla="val 25000"/>
            </a:avLst>
          </a:prstGeom>
          <a:solidFill>
            <a:schemeClr val="tx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r>
              <a:rPr lang="en-IN" sz="750" dirty="0">
                <a:solidFill>
                  <a:prstClr val="white"/>
                </a:solidFill>
              </a:rPr>
              <a:t>Ads foundation Layer</a:t>
            </a:r>
          </a:p>
          <a:p>
            <a:pPr defTabSz="914354"/>
            <a:endParaRPr lang="en-US" sz="750" dirty="0">
              <a:solidFill>
                <a:prstClr val="white"/>
              </a:solidFill>
            </a:endParaRPr>
          </a:p>
          <a:p>
            <a:pPr defTabSz="914354"/>
            <a:endParaRPr lang="en-US" sz="750" dirty="0">
              <a:solidFill>
                <a:prstClr val="white"/>
              </a:solidFill>
            </a:endParaRPr>
          </a:p>
          <a:p>
            <a:pPr defTabSz="914354"/>
            <a:r>
              <a:rPr lang="en-IN" sz="750" dirty="0">
                <a:solidFill>
                  <a:prstClr val="white"/>
                </a:solidFill>
              </a:rPr>
              <a:t>ads_fnd_m</a:t>
            </a:r>
            <a:r>
              <a:rPr lang="en-US" sz="750" dirty="0">
                <a:solidFill>
                  <a:prstClr val="white"/>
                </a:solidFill>
              </a:rPr>
              <a:t>sf620</a:t>
            </a:r>
          </a:p>
          <a:p>
            <a:pPr defTabSz="914354"/>
            <a:r>
              <a:rPr lang="en-IN" sz="750" dirty="0">
                <a:solidFill>
                  <a:prstClr val="white"/>
                </a:solidFill>
              </a:rPr>
              <a:t>ads_fnd_msf700</a:t>
            </a:r>
            <a:endParaRPr lang="en-US" sz="750" dirty="0">
              <a:solidFill>
                <a:prstClr val="white"/>
              </a:solidFill>
            </a:endParaRPr>
          </a:p>
          <a:p>
            <a:pPr defTabSz="914354"/>
            <a:r>
              <a:rPr lang="en-US" sz="750" dirty="0">
                <a:solidFill>
                  <a:prstClr val="white"/>
                </a:solidFill>
              </a:rPr>
              <a:t>ads_fnd_msf600</a:t>
            </a:r>
          </a:p>
          <a:p>
            <a:pPr defTabSz="914354"/>
            <a:r>
              <a:rPr lang="en-US" sz="750" dirty="0">
                <a:solidFill>
                  <a:prstClr val="white"/>
                </a:solidFill>
              </a:rPr>
              <a:t>ads_fnd_msf693</a:t>
            </a:r>
          </a:p>
          <a:p>
            <a:pPr defTabSz="914354"/>
            <a:r>
              <a:rPr lang="en-US" sz="750" dirty="0">
                <a:solidFill>
                  <a:prstClr val="white"/>
                </a:solidFill>
              </a:rPr>
              <a:t>ads_fnd_msf690</a:t>
            </a:r>
          </a:p>
          <a:p>
            <a:pPr defTabSz="914354"/>
            <a:r>
              <a:rPr lang="en-US" sz="750" dirty="0">
                <a:solidFill>
                  <a:prstClr val="white"/>
                </a:solidFill>
              </a:rPr>
              <a:t>ads_fnd_msf010</a:t>
            </a:r>
          </a:p>
          <a:p>
            <a:pPr defTabSz="914354"/>
            <a:endParaRPr lang="en-US" sz="750" dirty="0">
              <a:solidFill>
                <a:schemeClr val="bg1"/>
              </a:solidFill>
            </a:endParaRPr>
          </a:p>
          <a:p>
            <a:pPr defTabSz="914354"/>
            <a:endParaRPr lang="en-US" sz="750" dirty="0"/>
          </a:p>
        </p:txBody>
      </p:sp>
      <p:sp>
        <p:nvSpPr>
          <p:cNvPr id="141" name="TextBox 140">
            <a:extLst>
              <a:ext uri="{FF2B5EF4-FFF2-40B4-BE49-F238E27FC236}">
                <a16:creationId xmlns:a16="http://schemas.microsoft.com/office/drawing/2014/main" id="{C9C53BCF-C652-457C-9A66-41B271B5B27D}"/>
              </a:ext>
            </a:extLst>
          </p:cNvPr>
          <p:cNvSpPr txBox="1"/>
          <p:nvPr/>
        </p:nvSpPr>
        <p:spPr>
          <a:xfrm>
            <a:off x="815130" y="2806692"/>
            <a:ext cx="611065" cy="215444"/>
          </a:xfrm>
          <a:prstGeom prst="rect">
            <a:avLst/>
          </a:prstGeom>
          <a:noFill/>
        </p:spPr>
        <p:txBody>
          <a:bodyPr wrap="none" rtlCol="0">
            <a:spAutoFit/>
          </a:bodyPr>
          <a:lstStyle/>
          <a:p>
            <a:r>
              <a:rPr lang="en-US" sz="800" dirty="0">
                <a:solidFill>
                  <a:srgbClr val="C00000"/>
                </a:solidFill>
              </a:rPr>
              <a:t>Reference</a:t>
            </a:r>
          </a:p>
        </p:txBody>
      </p:sp>
      <p:sp>
        <p:nvSpPr>
          <p:cNvPr id="142" name="Oval 141">
            <a:extLst>
              <a:ext uri="{FF2B5EF4-FFF2-40B4-BE49-F238E27FC236}">
                <a16:creationId xmlns:a16="http://schemas.microsoft.com/office/drawing/2014/main" id="{58010335-DDD2-4A55-AB28-2FCDDAD51990}"/>
              </a:ext>
            </a:extLst>
          </p:cNvPr>
          <p:cNvSpPr/>
          <p:nvPr/>
        </p:nvSpPr>
        <p:spPr>
          <a:xfrm>
            <a:off x="6104981" y="6510283"/>
            <a:ext cx="206309" cy="210431"/>
          </a:xfrm>
          <a:prstGeom prst="ellipse">
            <a:avLst/>
          </a:prstGeom>
          <a:solidFill>
            <a:srgbClr val="CA5F2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E</a:t>
            </a:r>
          </a:p>
        </p:txBody>
      </p:sp>
      <p:sp>
        <p:nvSpPr>
          <p:cNvPr id="145" name="TextBox 144">
            <a:extLst>
              <a:ext uri="{FF2B5EF4-FFF2-40B4-BE49-F238E27FC236}">
                <a16:creationId xmlns:a16="http://schemas.microsoft.com/office/drawing/2014/main" id="{3A8A33CC-EDBA-47F3-A7BC-891FA4868C39}"/>
              </a:ext>
            </a:extLst>
          </p:cNvPr>
          <p:cNvSpPr txBox="1"/>
          <p:nvPr/>
        </p:nvSpPr>
        <p:spPr>
          <a:xfrm>
            <a:off x="9982318" y="4412144"/>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11</a:t>
            </a:r>
          </a:p>
        </p:txBody>
      </p:sp>
      <p:sp>
        <p:nvSpPr>
          <p:cNvPr id="146" name="Title 1">
            <a:extLst>
              <a:ext uri="{FF2B5EF4-FFF2-40B4-BE49-F238E27FC236}">
                <a16:creationId xmlns:a16="http://schemas.microsoft.com/office/drawing/2014/main" id="{6C562C70-29DA-47D7-92A0-D0F67CA4D5E7}"/>
              </a:ext>
            </a:extLst>
          </p:cNvPr>
          <p:cNvSpPr txBox="1">
            <a:spLocks/>
          </p:cNvSpPr>
          <p:nvPr/>
        </p:nvSpPr>
        <p:spPr>
          <a:xfrm>
            <a:off x="11988" y="208757"/>
            <a:ext cx="8458199" cy="334962"/>
          </a:xfrm>
          <a:prstGeom prst="rect">
            <a:avLst/>
          </a:prstGeom>
          <a:solidFill>
            <a:schemeClr val="bg1">
              <a:lumMod val="85000"/>
            </a:schemeClr>
          </a:solidFill>
        </p:spPr>
        <p:txBody>
          <a:bodyPr anchor="ctr">
            <a:noAutofit/>
          </a:bodyPr>
          <a:lstStyle>
            <a:lvl1pPr algn="l" rtl="0" eaLnBrk="0" fontAlgn="base" hangingPunct="0">
              <a:lnSpc>
                <a:spcPts val="2000"/>
              </a:lnSpc>
              <a:spcBef>
                <a:spcPct val="0"/>
              </a:spcBef>
              <a:spcAft>
                <a:spcPct val="0"/>
              </a:spcAft>
              <a:defRPr sz="3600" b="1"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836" algn="ctr" rtl="0" fontAlgn="base">
              <a:spcBef>
                <a:spcPct val="0"/>
              </a:spcBef>
              <a:spcAft>
                <a:spcPct val="0"/>
              </a:spcAft>
              <a:defRPr sz="4400">
                <a:solidFill>
                  <a:schemeClr val="tx1"/>
                </a:solidFill>
                <a:latin typeface="Calibri" pitchFamily="34" charset="0"/>
              </a:defRPr>
            </a:lvl6pPr>
            <a:lvl7pPr marL="913672" algn="ctr" rtl="0" fontAlgn="base">
              <a:spcBef>
                <a:spcPct val="0"/>
              </a:spcBef>
              <a:spcAft>
                <a:spcPct val="0"/>
              </a:spcAft>
              <a:defRPr sz="4400">
                <a:solidFill>
                  <a:schemeClr val="tx1"/>
                </a:solidFill>
                <a:latin typeface="Calibri" pitchFamily="34" charset="0"/>
              </a:defRPr>
            </a:lvl7pPr>
            <a:lvl8pPr marL="1370506" algn="ctr" rtl="0" fontAlgn="base">
              <a:spcBef>
                <a:spcPct val="0"/>
              </a:spcBef>
              <a:spcAft>
                <a:spcPct val="0"/>
              </a:spcAft>
              <a:defRPr sz="4400">
                <a:solidFill>
                  <a:schemeClr val="tx1"/>
                </a:solidFill>
                <a:latin typeface="Calibri" pitchFamily="34" charset="0"/>
              </a:defRPr>
            </a:lvl8pPr>
            <a:lvl9pPr marL="1827344" algn="ctr" rtl="0" fontAlgn="base">
              <a:spcBef>
                <a:spcPct val="0"/>
              </a:spcBef>
              <a:spcAft>
                <a:spcPct val="0"/>
              </a:spcAft>
              <a:defRPr sz="4400">
                <a:solidFill>
                  <a:schemeClr val="tx1"/>
                </a:solidFill>
                <a:latin typeface="Calibri" pitchFamily="34" charset="0"/>
              </a:defRPr>
            </a:lvl9pPr>
          </a:lstStyle>
          <a:p>
            <a:r>
              <a:rPr lang="en-US" sz="2400" cap="small">
                <a:cs typeface="Arial" panose="020B0604020202020204" pitchFamily="34" charset="0"/>
              </a:rPr>
              <a:t>                                   P4D integration </a:t>
            </a:r>
            <a:r>
              <a:rPr lang="en-US" sz="2400" cap="small" dirty="0">
                <a:cs typeface="Arial" panose="020B0604020202020204" pitchFamily="34" charset="0"/>
              </a:rPr>
              <a:t>high level design </a:t>
            </a:r>
            <a:endParaRPr lang="en-US" sz="2400" dirty="0">
              <a:solidFill>
                <a:schemeClr val="accent4">
                  <a:lumMod val="50000"/>
                </a:schemeClr>
              </a:solidFill>
            </a:endParaRPr>
          </a:p>
        </p:txBody>
      </p:sp>
      <p:sp>
        <p:nvSpPr>
          <p:cNvPr id="148" name="Rounded Rectangle 98">
            <a:extLst>
              <a:ext uri="{FF2B5EF4-FFF2-40B4-BE49-F238E27FC236}">
                <a16:creationId xmlns:a16="http://schemas.microsoft.com/office/drawing/2014/main" id="{9917F438-0AD6-44A9-B614-D11A9CDC2008}"/>
              </a:ext>
            </a:extLst>
          </p:cNvPr>
          <p:cNvSpPr/>
          <p:nvPr/>
        </p:nvSpPr>
        <p:spPr>
          <a:xfrm>
            <a:off x="5550350" y="5057530"/>
            <a:ext cx="1085243" cy="377310"/>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rPr>
              <a:t>Failure Mail Notification</a:t>
            </a:r>
          </a:p>
        </p:txBody>
      </p:sp>
      <p:sp>
        <p:nvSpPr>
          <p:cNvPr id="150" name="TextBox 149">
            <a:extLst>
              <a:ext uri="{FF2B5EF4-FFF2-40B4-BE49-F238E27FC236}">
                <a16:creationId xmlns:a16="http://schemas.microsoft.com/office/drawing/2014/main" id="{95F78084-874C-46BF-9220-12D1F7D14A4A}"/>
              </a:ext>
            </a:extLst>
          </p:cNvPr>
          <p:cNvSpPr txBox="1"/>
          <p:nvPr/>
        </p:nvSpPr>
        <p:spPr>
          <a:xfrm>
            <a:off x="2324694" y="1142092"/>
            <a:ext cx="747162" cy="369332"/>
          </a:xfrm>
          <a:prstGeom prst="rect">
            <a:avLst/>
          </a:prstGeom>
          <a:noFill/>
        </p:spPr>
        <p:txBody>
          <a:bodyPr wrap="square" rtlCol="0">
            <a:spAutoFit/>
          </a:bodyPr>
          <a:lstStyle/>
          <a:p>
            <a:r>
              <a:rPr lang="en-AU" sz="900" dirty="0">
                <a:solidFill>
                  <a:schemeClr val="accent1">
                    <a:lumMod val="75000"/>
                  </a:schemeClr>
                </a:solidFill>
              </a:rPr>
              <a:t>Daily</a:t>
            </a:r>
          </a:p>
          <a:p>
            <a:r>
              <a:rPr lang="en-AU" sz="900" dirty="0">
                <a:solidFill>
                  <a:srgbClr val="C00000"/>
                </a:solidFill>
              </a:rPr>
              <a:t>21:45 GMT</a:t>
            </a:r>
            <a:endParaRPr lang="en-US" sz="900" dirty="0">
              <a:solidFill>
                <a:srgbClr val="C00000"/>
              </a:solidFill>
            </a:endParaRPr>
          </a:p>
        </p:txBody>
      </p:sp>
      <p:cxnSp>
        <p:nvCxnSpPr>
          <p:cNvPr id="152" name="Straight Arrow Connector 151">
            <a:extLst>
              <a:ext uri="{FF2B5EF4-FFF2-40B4-BE49-F238E27FC236}">
                <a16:creationId xmlns:a16="http://schemas.microsoft.com/office/drawing/2014/main" id="{80FA8FB0-6D5A-4A4A-BE88-10862C339FD7}"/>
              </a:ext>
            </a:extLst>
          </p:cNvPr>
          <p:cNvCxnSpPr>
            <a:stCxn id="140" idx="3"/>
          </p:cNvCxnSpPr>
          <p:nvPr/>
        </p:nvCxnSpPr>
        <p:spPr>
          <a:xfrm>
            <a:off x="851610" y="2635827"/>
            <a:ext cx="8909" cy="509203"/>
          </a:xfrm>
          <a:prstGeom prst="straightConnector1">
            <a:avLst/>
          </a:prstGeom>
          <a:ln>
            <a:solidFill>
              <a:schemeClr val="accent2">
                <a:lumMod val="75000"/>
              </a:schemeClr>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153" name="Elbow Connector 81">
            <a:extLst>
              <a:ext uri="{FF2B5EF4-FFF2-40B4-BE49-F238E27FC236}">
                <a16:creationId xmlns:a16="http://schemas.microsoft.com/office/drawing/2014/main" id="{D04C4D9A-88FE-4741-BD02-B1CBE1D2142E}"/>
              </a:ext>
            </a:extLst>
          </p:cNvPr>
          <p:cNvCxnSpPr/>
          <p:nvPr/>
        </p:nvCxnSpPr>
        <p:spPr>
          <a:xfrm>
            <a:off x="1426195" y="1908529"/>
            <a:ext cx="250205" cy="1544337"/>
          </a:xfrm>
          <a:prstGeom prst="bentConnector2">
            <a:avLst/>
          </a:prstGeom>
          <a:ln w="19050" cmpd="sng">
            <a:solidFill>
              <a:srgbClr val="0066FF"/>
            </a:solidFill>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BC1BC15E-A17A-44AD-AC0B-C4438C2FEA75}"/>
              </a:ext>
            </a:extLst>
          </p:cNvPr>
          <p:cNvSpPr/>
          <p:nvPr/>
        </p:nvSpPr>
        <p:spPr>
          <a:xfrm>
            <a:off x="2324694" y="5077767"/>
            <a:ext cx="1693307" cy="26647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Update Control Table</a:t>
            </a:r>
          </a:p>
        </p:txBody>
      </p:sp>
      <p:sp>
        <p:nvSpPr>
          <p:cNvPr id="157" name="TextBox 156">
            <a:extLst>
              <a:ext uri="{FF2B5EF4-FFF2-40B4-BE49-F238E27FC236}">
                <a16:creationId xmlns:a16="http://schemas.microsoft.com/office/drawing/2014/main" id="{F649630E-2701-4F11-96B5-C7B721D94D72}"/>
              </a:ext>
            </a:extLst>
          </p:cNvPr>
          <p:cNvSpPr txBox="1"/>
          <p:nvPr/>
        </p:nvSpPr>
        <p:spPr>
          <a:xfrm>
            <a:off x="7404408" y="6206588"/>
            <a:ext cx="3479184" cy="830997"/>
          </a:xfrm>
          <a:prstGeom prst="rect">
            <a:avLst/>
          </a:prstGeom>
          <a:noFill/>
        </p:spPr>
        <p:txBody>
          <a:bodyPr wrap="square" rtlCol="0">
            <a:spAutoFit/>
          </a:bodyPr>
          <a:lstStyle/>
          <a:p>
            <a:r>
              <a:rPr lang="en-US" sz="1000" dirty="0">
                <a:solidFill>
                  <a:srgbClr val="0066FF"/>
                </a:solidFill>
              </a:rPr>
              <a:t>   Flow from Source</a:t>
            </a:r>
          </a:p>
          <a:p>
            <a:r>
              <a:rPr lang="en-US" sz="1000" dirty="0">
                <a:solidFill>
                  <a:schemeClr val="accent6">
                    <a:lumMod val="75000"/>
                  </a:schemeClr>
                </a:solidFill>
              </a:rPr>
              <a:t>   Process Flow</a:t>
            </a:r>
          </a:p>
          <a:p>
            <a:r>
              <a:rPr lang="en-US" sz="1000" dirty="0">
                <a:solidFill>
                  <a:srgbClr val="008000"/>
                </a:solidFill>
              </a:rPr>
              <a:t>   Flow To Target</a:t>
            </a:r>
          </a:p>
          <a:p>
            <a:endParaRPr lang="en-US" dirty="0"/>
          </a:p>
        </p:txBody>
      </p:sp>
      <p:cxnSp>
        <p:nvCxnSpPr>
          <p:cNvPr id="158" name="Straight Arrow Connector 157">
            <a:extLst>
              <a:ext uri="{FF2B5EF4-FFF2-40B4-BE49-F238E27FC236}">
                <a16:creationId xmlns:a16="http://schemas.microsoft.com/office/drawing/2014/main" id="{C23DFF12-ED33-465A-BDE6-7D4942A67AA4}"/>
              </a:ext>
            </a:extLst>
          </p:cNvPr>
          <p:cNvCxnSpPr/>
          <p:nvPr/>
        </p:nvCxnSpPr>
        <p:spPr>
          <a:xfrm>
            <a:off x="7354135" y="6335691"/>
            <a:ext cx="198251" cy="0"/>
          </a:xfrm>
          <a:prstGeom prst="straightConnector1">
            <a:avLst/>
          </a:prstGeom>
          <a:solidFill>
            <a:schemeClr val="accent3"/>
          </a:solidFill>
          <a:ln w="19050">
            <a:solidFill>
              <a:srgbClr val="0066FF"/>
            </a:solidFill>
            <a:miter lim="800000"/>
            <a:headEnd type="none" w="med" len="med"/>
            <a:tailEnd type="triangle" w="med" len="med"/>
          </a:ln>
        </p:spPr>
      </p:cxnSp>
      <p:cxnSp>
        <p:nvCxnSpPr>
          <p:cNvPr id="159" name="Straight Arrow Connector 158">
            <a:extLst>
              <a:ext uri="{FF2B5EF4-FFF2-40B4-BE49-F238E27FC236}">
                <a16:creationId xmlns:a16="http://schemas.microsoft.com/office/drawing/2014/main" id="{A3C27117-F46C-4212-8218-66992638E318}"/>
              </a:ext>
            </a:extLst>
          </p:cNvPr>
          <p:cNvCxnSpPr/>
          <p:nvPr/>
        </p:nvCxnSpPr>
        <p:spPr>
          <a:xfrm>
            <a:off x="7354134" y="6614374"/>
            <a:ext cx="198251" cy="0"/>
          </a:xfrm>
          <a:prstGeom prst="straightConnector1">
            <a:avLst/>
          </a:prstGeom>
          <a:solidFill>
            <a:schemeClr val="accent3"/>
          </a:solidFill>
          <a:ln w="19050">
            <a:solidFill>
              <a:srgbClr val="009900"/>
            </a:solidFill>
            <a:miter lim="800000"/>
            <a:headEnd type="none" w="med" len="med"/>
            <a:tailEnd type="triangle" w="med" len="med"/>
          </a:ln>
        </p:spPr>
      </p:cxnSp>
      <p:cxnSp>
        <p:nvCxnSpPr>
          <p:cNvPr id="160" name="Straight Arrow Connector 159">
            <a:extLst>
              <a:ext uri="{FF2B5EF4-FFF2-40B4-BE49-F238E27FC236}">
                <a16:creationId xmlns:a16="http://schemas.microsoft.com/office/drawing/2014/main" id="{7114CB70-FD07-4C04-A919-4371451BC6C2}"/>
              </a:ext>
            </a:extLst>
          </p:cNvPr>
          <p:cNvCxnSpPr/>
          <p:nvPr/>
        </p:nvCxnSpPr>
        <p:spPr>
          <a:xfrm>
            <a:off x="7354135" y="6489557"/>
            <a:ext cx="198251" cy="0"/>
          </a:xfrm>
          <a:prstGeom prst="straightConnector1">
            <a:avLst/>
          </a:prstGeom>
          <a:solidFill>
            <a:schemeClr val="accent3"/>
          </a:solidFill>
          <a:ln w="19050">
            <a:solidFill>
              <a:srgbClr val="FF0000"/>
            </a:solidFill>
            <a:miter lim="800000"/>
            <a:headEnd type="none" w="med" len="med"/>
            <a:tailEnd type="triangle" w="med" len="med"/>
          </a:ln>
        </p:spPr>
      </p:cxnSp>
      <p:sp>
        <p:nvSpPr>
          <p:cNvPr id="176" name="Flowchart: Decision 175">
            <a:extLst>
              <a:ext uri="{FF2B5EF4-FFF2-40B4-BE49-F238E27FC236}">
                <a16:creationId xmlns:a16="http://schemas.microsoft.com/office/drawing/2014/main" id="{ED941974-81F8-45C5-92FE-132BD9C4F3E3}"/>
              </a:ext>
            </a:extLst>
          </p:cNvPr>
          <p:cNvSpPr/>
          <p:nvPr/>
        </p:nvSpPr>
        <p:spPr>
          <a:xfrm>
            <a:off x="8657191" y="386284"/>
            <a:ext cx="45719" cy="45719"/>
          </a:xfrm>
          <a:prstGeom prst="flowChartDecision">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77" name="Flowchart: Decision 176">
            <a:extLst>
              <a:ext uri="{FF2B5EF4-FFF2-40B4-BE49-F238E27FC236}">
                <a16:creationId xmlns:a16="http://schemas.microsoft.com/office/drawing/2014/main" id="{EFFF9BBF-F943-4B62-8916-B908696A41D9}"/>
              </a:ext>
            </a:extLst>
          </p:cNvPr>
          <p:cNvSpPr/>
          <p:nvPr/>
        </p:nvSpPr>
        <p:spPr>
          <a:xfrm>
            <a:off x="3283205" y="3442310"/>
            <a:ext cx="928636" cy="363514"/>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900" dirty="0"/>
              <a:t>Check Error</a:t>
            </a:r>
          </a:p>
        </p:txBody>
      </p:sp>
      <p:cxnSp>
        <p:nvCxnSpPr>
          <p:cNvPr id="212" name="Straight Arrow Connector 211">
            <a:extLst>
              <a:ext uri="{FF2B5EF4-FFF2-40B4-BE49-F238E27FC236}">
                <a16:creationId xmlns:a16="http://schemas.microsoft.com/office/drawing/2014/main" id="{32F17868-84B3-4EE6-9765-F182FAE2C5C4}"/>
              </a:ext>
            </a:extLst>
          </p:cNvPr>
          <p:cNvCxnSpPr>
            <a:cxnSpLocks/>
          </p:cNvCxnSpPr>
          <p:nvPr/>
        </p:nvCxnSpPr>
        <p:spPr>
          <a:xfrm flipV="1">
            <a:off x="2836505" y="3618220"/>
            <a:ext cx="493642" cy="53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5" name="Straight Arrow Connector 214">
            <a:extLst>
              <a:ext uri="{FF2B5EF4-FFF2-40B4-BE49-F238E27FC236}">
                <a16:creationId xmlns:a16="http://schemas.microsoft.com/office/drawing/2014/main" id="{F74B6073-0EC7-43F9-BD5E-C229783CC9B9}"/>
              </a:ext>
            </a:extLst>
          </p:cNvPr>
          <p:cNvCxnSpPr>
            <a:cxnSpLocks/>
          </p:cNvCxnSpPr>
          <p:nvPr/>
        </p:nvCxnSpPr>
        <p:spPr>
          <a:xfrm flipV="1">
            <a:off x="4105677" y="3608900"/>
            <a:ext cx="493642" cy="5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160CB372-3ADA-4DF3-97B2-E6F246222EED}"/>
              </a:ext>
            </a:extLst>
          </p:cNvPr>
          <p:cNvCxnSpPr>
            <a:cxnSpLocks/>
            <a:endCxn id="128" idx="2"/>
          </p:cNvCxnSpPr>
          <p:nvPr/>
        </p:nvCxnSpPr>
        <p:spPr>
          <a:xfrm flipV="1">
            <a:off x="5624255" y="3611719"/>
            <a:ext cx="206557" cy="6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4" name="Elbow Connector 123">
            <a:extLst>
              <a:ext uri="{FF2B5EF4-FFF2-40B4-BE49-F238E27FC236}">
                <a16:creationId xmlns:a16="http://schemas.microsoft.com/office/drawing/2014/main" id="{DFEFD0BE-337B-430E-9184-1BC40DB0E4D1}"/>
              </a:ext>
            </a:extLst>
          </p:cNvPr>
          <p:cNvCxnSpPr>
            <a:cxnSpLocks/>
          </p:cNvCxnSpPr>
          <p:nvPr/>
        </p:nvCxnSpPr>
        <p:spPr>
          <a:xfrm rot="5400000">
            <a:off x="3345648" y="3856189"/>
            <a:ext cx="438962" cy="385105"/>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sp>
        <p:nvSpPr>
          <p:cNvPr id="237" name="TextBox 236">
            <a:extLst>
              <a:ext uri="{FF2B5EF4-FFF2-40B4-BE49-F238E27FC236}">
                <a16:creationId xmlns:a16="http://schemas.microsoft.com/office/drawing/2014/main" id="{C18D8729-EA71-4B51-98DC-C788DF7C87A8}"/>
              </a:ext>
            </a:extLst>
          </p:cNvPr>
          <p:cNvSpPr txBox="1"/>
          <p:nvPr/>
        </p:nvSpPr>
        <p:spPr>
          <a:xfrm>
            <a:off x="4276896" y="5001707"/>
            <a:ext cx="490352" cy="23256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9</a:t>
            </a:r>
          </a:p>
        </p:txBody>
      </p:sp>
      <p:sp>
        <p:nvSpPr>
          <p:cNvPr id="238" name="TextBox 237">
            <a:extLst>
              <a:ext uri="{FF2B5EF4-FFF2-40B4-BE49-F238E27FC236}">
                <a16:creationId xmlns:a16="http://schemas.microsoft.com/office/drawing/2014/main" id="{35872E17-02E1-4F6D-A0D0-863A678703E4}"/>
              </a:ext>
            </a:extLst>
          </p:cNvPr>
          <p:cNvSpPr txBox="1"/>
          <p:nvPr/>
        </p:nvSpPr>
        <p:spPr>
          <a:xfrm>
            <a:off x="2808755" y="3944173"/>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Yes</a:t>
            </a:r>
          </a:p>
        </p:txBody>
      </p:sp>
      <p:sp>
        <p:nvSpPr>
          <p:cNvPr id="239" name="Flowchart: Document 238">
            <a:extLst>
              <a:ext uri="{FF2B5EF4-FFF2-40B4-BE49-F238E27FC236}">
                <a16:creationId xmlns:a16="http://schemas.microsoft.com/office/drawing/2014/main" id="{9C179C54-659D-4469-906C-110339750A63}"/>
              </a:ext>
            </a:extLst>
          </p:cNvPr>
          <p:cNvSpPr/>
          <p:nvPr/>
        </p:nvSpPr>
        <p:spPr>
          <a:xfrm>
            <a:off x="7716436" y="2948382"/>
            <a:ext cx="1099569" cy="616958"/>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dirty="0"/>
              <a:t>Work order csv</a:t>
            </a:r>
            <a:r>
              <a:rPr lang="en-IN" dirty="0"/>
              <a:t> </a:t>
            </a:r>
            <a:r>
              <a:rPr lang="en-IN" sz="1000" dirty="0"/>
              <a:t>file</a:t>
            </a:r>
          </a:p>
        </p:txBody>
      </p:sp>
      <p:cxnSp>
        <p:nvCxnSpPr>
          <p:cNvPr id="255" name="Elbow Connector 123">
            <a:extLst>
              <a:ext uri="{FF2B5EF4-FFF2-40B4-BE49-F238E27FC236}">
                <a16:creationId xmlns:a16="http://schemas.microsoft.com/office/drawing/2014/main" id="{E9162174-CD0E-4114-A900-E3F715862E28}"/>
              </a:ext>
            </a:extLst>
          </p:cNvPr>
          <p:cNvCxnSpPr>
            <a:cxnSpLocks/>
            <a:stCxn id="112" idx="2"/>
            <a:endCxn id="139" idx="0"/>
          </p:cNvCxnSpPr>
          <p:nvPr/>
        </p:nvCxnSpPr>
        <p:spPr>
          <a:xfrm rot="5400000">
            <a:off x="3170269" y="2590145"/>
            <a:ext cx="465766" cy="1395102"/>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cxnSp>
        <p:nvCxnSpPr>
          <p:cNvPr id="258" name="Elbow Connector 123">
            <a:extLst>
              <a:ext uri="{FF2B5EF4-FFF2-40B4-BE49-F238E27FC236}">
                <a16:creationId xmlns:a16="http://schemas.microsoft.com/office/drawing/2014/main" id="{4DF82C8B-23DC-4D25-8F3A-D816796092A9}"/>
              </a:ext>
            </a:extLst>
          </p:cNvPr>
          <p:cNvCxnSpPr>
            <a:cxnSpLocks/>
          </p:cNvCxnSpPr>
          <p:nvPr/>
        </p:nvCxnSpPr>
        <p:spPr>
          <a:xfrm rot="5400000">
            <a:off x="4011529" y="2110022"/>
            <a:ext cx="537728" cy="359379"/>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cxnSp>
        <p:nvCxnSpPr>
          <p:cNvPr id="262" name="Straight Arrow Connector 261">
            <a:extLst>
              <a:ext uri="{FF2B5EF4-FFF2-40B4-BE49-F238E27FC236}">
                <a16:creationId xmlns:a16="http://schemas.microsoft.com/office/drawing/2014/main" id="{91990551-46F8-4318-8C79-BDB0B31FBBEB}"/>
              </a:ext>
            </a:extLst>
          </p:cNvPr>
          <p:cNvCxnSpPr>
            <a:cxnSpLocks/>
            <a:endCxn id="148" idx="1"/>
          </p:cNvCxnSpPr>
          <p:nvPr/>
        </p:nvCxnSpPr>
        <p:spPr>
          <a:xfrm>
            <a:off x="4027130" y="5233323"/>
            <a:ext cx="1523220" cy="1286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7" name="TextBox 266">
            <a:extLst>
              <a:ext uri="{FF2B5EF4-FFF2-40B4-BE49-F238E27FC236}">
                <a16:creationId xmlns:a16="http://schemas.microsoft.com/office/drawing/2014/main" id="{FBD72B0F-5E0E-4CC4-A9CB-E0CC55A7A208}"/>
              </a:ext>
            </a:extLst>
          </p:cNvPr>
          <p:cNvSpPr txBox="1"/>
          <p:nvPr/>
        </p:nvSpPr>
        <p:spPr>
          <a:xfrm>
            <a:off x="9420396" y="3106232"/>
            <a:ext cx="490352" cy="23256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SFTP</a:t>
            </a:r>
          </a:p>
        </p:txBody>
      </p:sp>
      <p:sp>
        <p:nvSpPr>
          <p:cNvPr id="269" name="TextBox 268">
            <a:extLst>
              <a:ext uri="{FF2B5EF4-FFF2-40B4-BE49-F238E27FC236}">
                <a16:creationId xmlns:a16="http://schemas.microsoft.com/office/drawing/2014/main" id="{364ABFB2-532C-4942-9565-515E1510105C}"/>
              </a:ext>
            </a:extLst>
          </p:cNvPr>
          <p:cNvSpPr txBox="1"/>
          <p:nvPr/>
        </p:nvSpPr>
        <p:spPr>
          <a:xfrm>
            <a:off x="4248321" y="5096957"/>
            <a:ext cx="490352" cy="23256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dirty="0"/>
          </a:p>
        </p:txBody>
      </p:sp>
      <p:sp>
        <p:nvSpPr>
          <p:cNvPr id="270" name="Rounded Rectangle 98">
            <a:extLst>
              <a:ext uri="{FF2B5EF4-FFF2-40B4-BE49-F238E27FC236}">
                <a16:creationId xmlns:a16="http://schemas.microsoft.com/office/drawing/2014/main" id="{0501F728-FE06-4795-9A16-557939FC96DE}"/>
              </a:ext>
            </a:extLst>
          </p:cNvPr>
          <p:cNvSpPr/>
          <p:nvPr/>
        </p:nvSpPr>
        <p:spPr>
          <a:xfrm>
            <a:off x="9115425" y="5053038"/>
            <a:ext cx="1130144" cy="419901"/>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rgbClr val="FF0000"/>
                </a:solidFill>
              </a:rPr>
              <a:t>Success Mail Notification</a:t>
            </a:r>
          </a:p>
        </p:txBody>
      </p:sp>
      <p:sp>
        <p:nvSpPr>
          <p:cNvPr id="274" name="Rectangle 273">
            <a:extLst>
              <a:ext uri="{FF2B5EF4-FFF2-40B4-BE49-F238E27FC236}">
                <a16:creationId xmlns:a16="http://schemas.microsoft.com/office/drawing/2014/main" id="{12C7E958-2C33-4684-B58B-2256CC8ABF38}"/>
              </a:ext>
            </a:extLst>
          </p:cNvPr>
          <p:cNvSpPr/>
          <p:nvPr/>
        </p:nvSpPr>
        <p:spPr>
          <a:xfrm>
            <a:off x="10467757" y="603696"/>
            <a:ext cx="1286814" cy="5401480"/>
          </a:xfrm>
          <a:prstGeom prst="rect">
            <a:avLst/>
          </a:prstGeom>
          <a:ln w="28575">
            <a:prstDash val="solid"/>
            <a:headEnd/>
            <a:tailEnd/>
          </a:ln>
        </p:spPr>
        <p:style>
          <a:lnRef idx="2">
            <a:schemeClr val="accent1"/>
          </a:lnRef>
          <a:fillRef idx="1">
            <a:schemeClr val="lt1"/>
          </a:fillRef>
          <a:effectRef idx="0">
            <a:schemeClr val="accent1"/>
          </a:effectRef>
          <a:fontRef idx="minor">
            <a:schemeClr val="dk1"/>
          </a:fontRef>
        </p:style>
        <p:txBody>
          <a:bodyPr lIns="73149" tIns="73149" rIns="73149" bIns="73149" anchor="b" anchorCtr="1"/>
          <a:lstStyle/>
          <a:p>
            <a:pPr algn="ctr" defTabSz="914354" eaLnBrk="0" hangingPunct="0">
              <a:lnSpc>
                <a:spcPct val="106000"/>
              </a:lnSpc>
            </a:pPr>
            <a:endParaRPr lang="en-US" sz="1200" b="1" dirty="0">
              <a:solidFill>
                <a:srgbClr val="C00000"/>
              </a:solidFill>
              <a:cs typeface="Arial" charset="0"/>
            </a:endParaRPr>
          </a:p>
        </p:txBody>
      </p:sp>
      <p:pic>
        <p:nvPicPr>
          <p:cNvPr id="277" name="Picture 276">
            <a:extLst>
              <a:ext uri="{FF2B5EF4-FFF2-40B4-BE49-F238E27FC236}">
                <a16:creationId xmlns:a16="http://schemas.microsoft.com/office/drawing/2014/main" id="{14EF21D8-5F73-4E91-A7E7-C08FB732D0CD}"/>
              </a:ext>
            </a:extLst>
          </p:cNvPr>
          <p:cNvPicPr>
            <a:picLocks noChangeAspect="1"/>
          </p:cNvPicPr>
          <p:nvPr/>
        </p:nvPicPr>
        <p:blipFill>
          <a:blip r:embed="rId3"/>
          <a:stretch>
            <a:fillRect/>
          </a:stretch>
        </p:blipFill>
        <p:spPr>
          <a:xfrm>
            <a:off x="10553273" y="2747998"/>
            <a:ext cx="1048603" cy="1083000"/>
          </a:xfrm>
          <a:prstGeom prst="rect">
            <a:avLst/>
          </a:prstGeom>
        </p:spPr>
      </p:pic>
      <p:cxnSp>
        <p:nvCxnSpPr>
          <p:cNvPr id="279" name="Elbow Connector 123">
            <a:extLst>
              <a:ext uri="{FF2B5EF4-FFF2-40B4-BE49-F238E27FC236}">
                <a16:creationId xmlns:a16="http://schemas.microsoft.com/office/drawing/2014/main" id="{CB6932D7-293C-499F-861C-3D9F6FE08898}"/>
              </a:ext>
            </a:extLst>
          </p:cNvPr>
          <p:cNvCxnSpPr>
            <a:cxnSpLocks/>
            <a:stCxn id="80" idx="2"/>
          </p:cNvCxnSpPr>
          <p:nvPr/>
        </p:nvCxnSpPr>
        <p:spPr>
          <a:xfrm rot="5400000">
            <a:off x="10320058" y="4523814"/>
            <a:ext cx="679944" cy="775189"/>
          </a:xfrm>
          <a:prstGeom prst="bentConnector2">
            <a:avLst/>
          </a:prstGeom>
          <a:solidFill>
            <a:schemeClr val="accent3"/>
          </a:solidFill>
          <a:ln w="19050">
            <a:solidFill>
              <a:srgbClr val="FF0000"/>
            </a:solidFill>
            <a:miter lim="800000"/>
            <a:headEnd type="none" w="med" len="med"/>
            <a:tailEnd type="triangle" w="med" len="med"/>
          </a:ln>
        </p:spPr>
      </p:cxnSp>
      <p:cxnSp>
        <p:nvCxnSpPr>
          <p:cNvPr id="282" name="Elbow Connector 117">
            <a:extLst>
              <a:ext uri="{FF2B5EF4-FFF2-40B4-BE49-F238E27FC236}">
                <a16:creationId xmlns:a16="http://schemas.microsoft.com/office/drawing/2014/main" id="{119DB753-18EF-4DC6-8008-88037CD3D0A9}"/>
              </a:ext>
            </a:extLst>
          </p:cNvPr>
          <p:cNvCxnSpPr>
            <a:cxnSpLocks/>
            <a:stCxn id="90" idx="3"/>
            <a:endCxn id="277" idx="1"/>
          </p:cNvCxnSpPr>
          <p:nvPr/>
        </p:nvCxnSpPr>
        <p:spPr>
          <a:xfrm flipV="1">
            <a:off x="8849446" y="3289498"/>
            <a:ext cx="1703827" cy="5413"/>
          </a:xfrm>
          <a:prstGeom prst="bentConnector3">
            <a:avLst>
              <a:gd name="adj1" fmla="val 50000"/>
            </a:avLst>
          </a:prstGeom>
          <a:solidFill>
            <a:schemeClr val="accent3"/>
          </a:solidFill>
          <a:ln w="19050">
            <a:solidFill>
              <a:srgbClr val="009900"/>
            </a:solidFill>
            <a:miter lim="800000"/>
            <a:headEnd type="none" w="med" len="med"/>
            <a:tailEnd type="triangle" w="med" len="med"/>
          </a:ln>
        </p:spPr>
      </p:cxnSp>
      <p:sp>
        <p:nvSpPr>
          <p:cNvPr id="287" name="Rectangle 286">
            <a:extLst>
              <a:ext uri="{FF2B5EF4-FFF2-40B4-BE49-F238E27FC236}">
                <a16:creationId xmlns:a16="http://schemas.microsoft.com/office/drawing/2014/main" id="{4320F0BF-CED6-4BDA-8F96-C495AD29732F}"/>
              </a:ext>
            </a:extLst>
          </p:cNvPr>
          <p:cNvSpPr/>
          <p:nvPr/>
        </p:nvSpPr>
        <p:spPr>
          <a:xfrm>
            <a:off x="10495611" y="865593"/>
            <a:ext cx="1286814" cy="3392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200" b="1" dirty="0">
                <a:solidFill>
                  <a:srgbClr val="C00000"/>
                </a:solidFill>
                <a:cs typeface="Arial" charset="0"/>
              </a:rPr>
              <a:t>ESG Target </a:t>
            </a:r>
          </a:p>
          <a:p>
            <a:pPr algn="ctr"/>
            <a:r>
              <a:rPr lang="en-US" sz="1200" b="1" dirty="0">
                <a:solidFill>
                  <a:srgbClr val="C00000"/>
                </a:solidFill>
                <a:cs typeface="Arial" charset="0"/>
              </a:rPr>
              <a:t>System </a:t>
            </a:r>
          </a:p>
        </p:txBody>
      </p:sp>
      <p:sp>
        <p:nvSpPr>
          <p:cNvPr id="80" name="Flowchart: Decision 79">
            <a:extLst>
              <a:ext uri="{FF2B5EF4-FFF2-40B4-BE49-F238E27FC236}">
                <a16:creationId xmlns:a16="http://schemas.microsoft.com/office/drawing/2014/main" id="{89ACBC4E-99D2-4582-9C85-019E9F38A4A0}"/>
              </a:ext>
            </a:extLst>
          </p:cNvPr>
          <p:cNvSpPr/>
          <p:nvPr/>
        </p:nvSpPr>
        <p:spPr>
          <a:xfrm>
            <a:off x="10494618" y="4205783"/>
            <a:ext cx="1106011" cy="365653"/>
          </a:xfrm>
          <a:prstGeom prst="flowChartDecisio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900" dirty="0"/>
              <a:t>Check File exist</a:t>
            </a:r>
          </a:p>
        </p:txBody>
      </p:sp>
      <p:cxnSp>
        <p:nvCxnSpPr>
          <p:cNvPr id="104" name="Straight Arrow Connector 103">
            <a:extLst>
              <a:ext uri="{FF2B5EF4-FFF2-40B4-BE49-F238E27FC236}">
                <a16:creationId xmlns:a16="http://schemas.microsoft.com/office/drawing/2014/main" id="{226B8C29-6DF0-45B4-B6C5-2489643E47FB}"/>
              </a:ext>
            </a:extLst>
          </p:cNvPr>
          <p:cNvCxnSpPr>
            <a:cxnSpLocks/>
          </p:cNvCxnSpPr>
          <p:nvPr/>
        </p:nvCxnSpPr>
        <p:spPr>
          <a:xfrm>
            <a:off x="11067099" y="3701751"/>
            <a:ext cx="0" cy="5347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Elbow Connector 123">
            <a:extLst>
              <a:ext uri="{FF2B5EF4-FFF2-40B4-BE49-F238E27FC236}">
                <a16:creationId xmlns:a16="http://schemas.microsoft.com/office/drawing/2014/main" id="{3E9AB416-7BA1-4D72-85AD-85B68B14D71A}"/>
              </a:ext>
            </a:extLst>
          </p:cNvPr>
          <p:cNvCxnSpPr>
            <a:cxnSpLocks/>
          </p:cNvCxnSpPr>
          <p:nvPr/>
        </p:nvCxnSpPr>
        <p:spPr>
          <a:xfrm rot="10800000" flipV="1">
            <a:off x="6680475" y="4405394"/>
            <a:ext cx="3787282" cy="834359"/>
          </a:xfrm>
          <a:prstGeom prst="bentConnector3">
            <a:avLst>
              <a:gd name="adj1" fmla="val 50000"/>
            </a:avLst>
          </a:prstGeom>
          <a:solidFill>
            <a:schemeClr val="accent3"/>
          </a:solidFill>
          <a:ln w="19050">
            <a:solidFill>
              <a:srgbClr val="FF0000"/>
            </a:solidFill>
            <a:miter lim="800000"/>
            <a:headEnd type="none" w="med" len="med"/>
            <a:tailEnd type="triangle" w="med" len="med"/>
          </a:ln>
        </p:spPr>
      </p:cxnSp>
      <p:cxnSp>
        <p:nvCxnSpPr>
          <p:cNvPr id="108" name="Straight Arrow Connector 107">
            <a:extLst>
              <a:ext uri="{FF2B5EF4-FFF2-40B4-BE49-F238E27FC236}">
                <a16:creationId xmlns:a16="http://schemas.microsoft.com/office/drawing/2014/main" id="{923F1523-ACAD-4B75-AFAB-19705DA06A53}"/>
              </a:ext>
            </a:extLst>
          </p:cNvPr>
          <p:cNvCxnSpPr>
            <a:cxnSpLocks/>
            <a:endCxn id="130" idx="2"/>
          </p:cNvCxnSpPr>
          <p:nvPr/>
        </p:nvCxnSpPr>
        <p:spPr>
          <a:xfrm flipV="1">
            <a:off x="4824155" y="2806692"/>
            <a:ext cx="1014200" cy="1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2FBABDFD-54D0-4259-B244-64C77D74B5BB}"/>
              </a:ext>
            </a:extLst>
          </p:cNvPr>
          <p:cNvSpPr txBox="1"/>
          <p:nvPr/>
        </p:nvSpPr>
        <p:spPr>
          <a:xfrm>
            <a:off x="10924055" y="4772848"/>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Yes</a:t>
            </a:r>
          </a:p>
        </p:txBody>
      </p:sp>
      <p:sp>
        <p:nvSpPr>
          <p:cNvPr id="116" name="TextBox 115">
            <a:extLst>
              <a:ext uri="{FF2B5EF4-FFF2-40B4-BE49-F238E27FC236}">
                <a16:creationId xmlns:a16="http://schemas.microsoft.com/office/drawing/2014/main" id="{A3FDDE3B-E84D-4BC5-999D-C6E1615F4190}"/>
              </a:ext>
            </a:extLst>
          </p:cNvPr>
          <p:cNvSpPr txBox="1"/>
          <p:nvPr/>
        </p:nvSpPr>
        <p:spPr>
          <a:xfrm>
            <a:off x="9744272" y="4219363"/>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No</a:t>
            </a:r>
          </a:p>
        </p:txBody>
      </p:sp>
      <p:sp>
        <p:nvSpPr>
          <p:cNvPr id="117" name="TextBox 116">
            <a:extLst>
              <a:ext uri="{FF2B5EF4-FFF2-40B4-BE49-F238E27FC236}">
                <a16:creationId xmlns:a16="http://schemas.microsoft.com/office/drawing/2014/main" id="{4A4C42B5-870A-4167-AB90-9EF6EA5F32B1}"/>
              </a:ext>
            </a:extLst>
          </p:cNvPr>
          <p:cNvSpPr txBox="1"/>
          <p:nvPr/>
        </p:nvSpPr>
        <p:spPr>
          <a:xfrm>
            <a:off x="9915643" y="3050069"/>
            <a:ext cx="490352" cy="26161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914354">
              <a:defRPr sz="11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dirty="0"/>
              <a:t>10</a:t>
            </a:r>
          </a:p>
        </p:txBody>
      </p:sp>
    </p:spTree>
    <p:extLst>
      <p:ext uri="{BB962C8B-B14F-4D97-AF65-F5344CB8AC3E}">
        <p14:creationId xmlns:p14="http://schemas.microsoft.com/office/powerpoint/2010/main" val="1121434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A67DD86E-3D1A-411A-8D4F-E1275C93087E}" type="slidenum">
              <a:rPr lang="en-US" smtClean="0"/>
              <a:pPr>
                <a:defRPr/>
              </a:pPr>
              <a:t>2</a:t>
            </a:fld>
            <a:endParaRPr lang="en-US" dirty="0"/>
          </a:p>
        </p:txBody>
      </p:sp>
      <p:sp>
        <p:nvSpPr>
          <p:cNvPr id="7" name="Rectangle 2"/>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sp>
        <p:nvSpPr>
          <p:cNvPr id="8" name="Title 6"/>
          <p:cNvSpPr txBox="1">
            <a:spLocks/>
          </p:cNvSpPr>
          <p:nvPr/>
        </p:nvSpPr>
        <p:spPr>
          <a:xfrm>
            <a:off x="1828364" y="633890"/>
            <a:ext cx="6248837" cy="303629"/>
          </a:xfrm>
          <a:prstGeom prst="rect">
            <a:avLst/>
          </a:prstGeom>
        </p:spPr>
        <p:txBody>
          <a:bodyPr anchor="ctr">
            <a:noAutofit/>
          </a:bodyPr>
          <a:lstStyle>
            <a:lvl1pPr algn="l" rtl="0" eaLnBrk="0" fontAlgn="base" hangingPunct="0">
              <a:lnSpc>
                <a:spcPts val="2000"/>
              </a:lnSpc>
              <a:spcBef>
                <a:spcPct val="0"/>
              </a:spcBef>
              <a:spcAft>
                <a:spcPct val="0"/>
              </a:spcAft>
              <a:defRPr sz="3600" b="1"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836" algn="ctr" rtl="0" fontAlgn="base">
              <a:spcBef>
                <a:spcPct val="0"/>
              </a:spcBef>
              <a:spcAft>
                <a:spcPct val="0"/>
              </a:spcAft>
              <a:defRPr sz="4400">
                <a:solidFill>
                  <a:schemeClr val="tx1"/>
                </a:solidFill>
                <a:latin typeface="Calibri" pitchFamily="34" charset="0"/>
              </a:defRPr>
            </a:lvl6pPr>
            <a:lvl7pPr marL="913672" algn="ctr" rtl="0" fontAlgn="base">
              <a:spcBef>
                <a:spcPct val="0"/>
              </a:spcBef>
              <a:spcAft>
                <a:spcPct val="0"/>
              </a:spcAft>
              <a:defRPr sz="4400">
                <a:solidFill>
                  <a:schemeClr val="tx1"/>
                </a:solidFill>
                <a:latin typeface="Calibri" pitchFamily="34" charset="0"/>
              </a:defRPr>
            </a:lvl7pPr>
            <a:lvl8pPr marL="1370506" algn="ctr" rtl="0" fontAlgn="base">
              <a:spcBef>
                <a:spcPct val="0"/>
              </a:spcBef>
              <a:spcAft>
                <a:spcPct val="0"/>
              </a:spcAft>
              <a:defRPr sz="4400">
                <a:solidFill>
                  <a:schemeClr val="tx1"/>
                </a:solidFill>
                <a:latin typeface="Calibri" pitchFamily="34" charset="0"/>
              </a:defRPr>
            </a:lvl8pPr>
            <a:lvl9pPr marL="1827344" algn="ctr" rtl="0" fontAlgn="base">
              <a:spcBef>
                <a:spcPct val="0"/>
              </a:spcBef>
              <a:spcAft>
                <a:spcPct val="0"/>
              </a:spcAft>
              <a:defRPr sz="4400">
                <a:solidFill>
                  <a:schemeClr val="tx1"/>
                </a:solidFill>
                <a:latin typeface="Calibri" pitchFamily="34" charset="0"/>
              </a:defRPr>
            </a:lvl9pPr>
          </a:lstStyle>
          <a:p>
            <a:endParaRPr lang="en-US" sz="1100" dirty="0"/>
          </a:p>
        </p:txBody>
      </p:sp>
      <p:sp>
        <p:nvSpPr>
          <p:cNvPr id="9" name="Rectangle 8"/>
          <p:cNvSpPr/>
          <p:nvPr/>
        </p:nvSpPr>
        <p:spPr>
          <a:xfrm>
            <a:off x="1828363" y="785704"/>
            <a:ext cx="8382437" cy="3941720"/>
          </a:xfrm>
          <a:prstGeom prst="rect">
            <a:avLst/>
          </a:prstGeom>
        </p:spPr>
        <p:txBody>
          <a:bodyPr wrap="square">
            <a:spAutoFit/>
          </a:bodyPr>
          <a:lstStyle/>
          <a:p>
            <a:pPr indent="-228600" defTabSz="914354">
              <a:lnSpc>
                <a:spcPct val="150000"/>
              </a:lnSpc>
              <a:buFont typeface="+mj-lt"/>
              <a:buAutoNum type="arabicPeriod"/>
            </a:pPr>
            <a:r>
              <a:rPr lang="en-US" sz="1200" b="1" dirty="0"/>
              <a:t>Start of the job.</a:t>
            </a:r>
          </a:p>
          <a:p>
            <a:pPr indent="-228600" defTabSz="914354">
              <a:lnSpc>
                <a:spcPct val="150000"/>
              </a:lnSpc>
              <a:buFont typeface="+mj-lt"/>
              <a:buAutoNum type="arabicPeriod"/>
            </a:pPr>
            <a:r>
              <a:rPr lang="en-US" sz="1200" b="1" dirty="0"/>
              <a:t>The job is scheduled in TNG Scheduler Daily at 21:45 GMT.</a:t>
            </a:r>
          </a:p>
          <a:p>
            <a:pPr indent="-228600" defTabSz="914354">
              <a:lnSpc>
                <a:spcPct val="150000"/>
              </a:lnSpc>
              <a:buFont typeface="+mj-lt"/>
              <a:buAutoNum type="arabicPeriod"/>
            </a:pPr>
            <a:r>
              <a:rPr lang="en-US" sz="1200" b="1" dirty="0"/>
              <a:t>The workflow gets kicked off at the scheduled time and that in turns runs.</a:t>
            </a:r>
          </a:p>
          <a:p>
            <a:pPr indent="-228600" defTabSz="914354">
              <a:lnSpc>
                <a:spcPct val="150000"/>
              </a:lnSpc>
              <a:buFont typeface="+mj-lt"/>
              <a:buAutoNum type="arabicPeriod"/>
            </a:pPr>
            <a:r>
              <a:rPr lang="en-US" sz="1200" b="1" dirty="0"/>
              <a:t>Update Control table table with Today’s date</a:t>
            </a:r>
            <a:r>
              <a:rPr lang="en-US" sz="1200" b="1"/>
              <a:t>(System date</a:t>
            </a:r>
            <a:r>
              <a:rPr lang="en-US" sz="1200" b="1" dirty="0"/>
              <a:t>). </a:t>
            </a:r>
          </a:p>
          <a:p>
            <a:pPr indent="-228600" defTabSz="914354">
              <a:lnSpc>
                <a:spcPct val="150000"/>
              </a:lnSpc>
              <a:buFont typeface="+mj-lt"/>
              <a:buAutoNum type="arabicPeriod"/>
            </a:pPr>
            <a:r>
              <a:rPr lang="en-US" sz="1200" b="1" dirty="0"/>
              <a:t>Extract Work Order records from ADS Source System.</a:t>
            </a:r>
          </a:p>
          <a:p>
            <a:pPr marL="228600" indent="-228600" defTabSz="914354">
              <a:lnSpc>
                <a:spcPct val="150000"/>
              </a:lnSpc>
              <a:buFont typeface="+mj-lt"/>
              <a:buAutoNum type="arabicPeriod"/>
            </a:pPr>
            <a:r>
              <a:rPr lang="en-AU" sz="1200" b="1" dirty="0"/>
              <a:t>Check if any error records. If no error, then Work Orders that already exist in the Work Order table will undergo update operation. Workorder that are new will be inserted into the workorder csv file.</a:t>
            </a:r>
          </a:p>
          <a:p>
            <a:pPr indent="-228600" defTabSz="914354">
              <a:lnSpc>
                <a:spcPct val="150000"/>
              </a:lnSpc>
              <a:buFont typeface="+mj-lt"/>
              <a:buAutoNum type="arabicPeriod"/>
            </a:pPr>
            <a:r>
              <a:rPr lang="en-AU" sz="1200" b="1" dirty="0"/>
              <a:t>If error records found, then error records will be written into error log file.</a:t>
            </a:r>
          </a:p>
          <a:p>
            <a:pPr indent="-228600" defTabSz="914354">
              <a:lnSpc>
                <a:spcPct val="150000"/>
              </a:lnSpc>
              <a:buFont typeface="+mj-lt"/>
              <a:buAutoNum type="arabicPeriod"/>
            </a:pPr>
            <a:r>
              <a:rPr lang="en-AU" sz="1200" b="1" dirty="0"/>
              <a:t>Update control table with the status.</a:t>
            </a:r>
          </a:p>
          <a:p>
            <a:pPr indent="-228600" defTabSz="914354">
              <a:lnSpc>
                <a:spcPct val="150000"/>
              </a:lnSpc>
              <a:buFont typeface="+mj-lt"/>
              <a:buAutoNum type="arabicPeriod"/>
            </a:pPr>
            <a:r>
              <a:rPr lang="en-AU" sz="1200" b="1" dirty="0"/>
              <a:t>An Email Notification will be sent to Support Team with failure message at the end of the integration process.</a:t>
            </a:r>
          </a:p>
          <a:p>
            <a:pPr indent="-228600" defTabSz="914354">
              <a:lnSpc>
                <a:spcPct val="150000"/>
              </a:lnSpc>
              <a:buFont typeface="+mj-lt"/>
              <a:buAutoNum type="arabicPeriod"/>
            </a:pPr>
            <a:r>
              <a:rPr lang="en-AU" sz="1200" b="1" dirty="0"/>
              <a:t>Work Order csv file transferred into ESG SFTP folder using Unix script</a:t>
            </a:r>
          </a:p>
          <a:p>
            <a:pPr indent="-228600" defTabSz="914354">
              <a:lnSpc>
                <a:spcPct val="150000"/>
              </a:lnSpc>
              <a:buFont typeface="+mj-lt"/>
              <a:buAutoNum type="arabicPeriod"/>
            </a:pPr>
            <a:r>
              <a:rPr lang="en-AU" sz="1200" b="1" dirty="0"/>
              <a:t>An Email Notification will be sent to Support Team at the end of the integration process.</a:t>
            </a:r>
          </a:p>
          <a:p>
            <a:pPr defTabSz="914354">
              <a:lnSpc>
                <a:spcPct val="150000"/>
              </a:lnSpc>
            </a:pPr>
            <a:endParaRPr lang="en-AU" sz="1200" b="1" dirty="0"/>
          </a:p>
          <a:p>
            <a:pPr indent="-228600" defTabSz="914354">
              <a:lnSpc>
                <a:spcPct val="150000"/>
              </a:lnSpc>
              <a:buFont typeface="+mj-lt"/>
              <a:buAutoNum type="arabicPeriod"/>
            </a:pPr>
            <a:endParaRPr lang="en-AU" sz="1200" b="1" dirty="0"/>
          </a:p>
        </p:txBody>
      </p:sp>
      <p:sp>
        <p:nvSpPr>
          <p:cNvPr id="10" name="Title 1"/>
          <p:cNvSpPr txBox="1">
            <a:spLocks/>
          </p:cNvSpPr>
          <p:nvPr/>
        </p:nvSpPr>
        <p:spPr>
          <a:xfrm>
            <a:off x="1535989" y="208757"/>
            <a:ext cx="8458199" cy="334962"/>
          </a:xfrm>
          <a:prstGeom prst="rect">
            <a:avLst/>
          </a:prstGeom>
          <a:solidFill>
            <a:schemeClr val="bg1">
              <a:lumMod val="85000"/>
            </a:schemeClr>
          </a:solidFill>
        </p:spPr>
        <p:txBody>
          <a:bodyPr anchor="ctr">
            <a:noAutofit/>
          </a:bodyPr>
          <a:lstStyle>
            <a:lvl1pPr algn="l" rtl="0" eaLnBrk="0" fontAlgn="base" hangingPunct="0">
              <a:lnSpc>
                <a:spcPts val="2000"/>
              </a:lnSpc>
              <a:spcBef>
                <a:spcPct val="0"/>
              </a:spcBef>
              <a:spcAft>
                <a:spcPct val="0"/>
              </a:spcAft>
              <a:defRPr sz="3600" b="1"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6836" algn="ctr" rtl="0" fontAlgn="base">
              <a:spcBef>
                <a:spcPct val="0"/>
              </a:spcBef>
              <a:spcAft>
                <a:spcPct val="0"/>
              </a:spcAft>
              <a:defRPr sz="4400">
                <a:solidFill>
                  <a:schemeClr val="tx1"/>
                </a:solidFill>
                <a:latin typeface="Calibri" pitchFamily="34" charset="0"/>
              </a:defRPr>
            </a:lvl6pPr>
            <a:lvl7pPr marL="913672" algn="ctr" rtl="0" fontAlgn="base">
              <a:spcBef>
                <a:spcPct val="0"/>
              </a:spcBef>
              <a:spcAft>
                <a:spcPct val="0"/>
              </a:spcAft>
              <a:defRPr sz="4400">
                <a:solidFill>
                  <a:schemeClr val="tx1"/>
                </a:solidFill>
                <a:latin typeface="Calibri" pitchFamily="34" charset="0"/>
              </a:defRPr>
            </a:lvl7pPr>
            <a:lvl8pPr marL="1370506" algn="ctr" rtl="0" fontAlgn="base">
              <a:spcBef>
                <a:spcPct val="0"/>
              </a:spcBef>
              <a:spcAft>
                <a:spcPct val="0"/>
              </a:spcAft>
              <a:defRPr sz="4400">
                <a:solidFill>
                  <a:schemeClr val="tx1"/>
                </a:solidFill>
                <a:latin typeface="Calibri" pitchFamily="34" charset="0"/>
              </a:defRPr>
            </a:lvl8pPr>
            <a:lvl9pPr marL="1827344" algn="ctr" rtl="0" fontAlgn="base">
              <a:spcBef>
                <a:spcPct val="0"/>
              </a:spcBef>
              <a:spcAft>
                <a:spcPct val="0"/>
              </a:spcAft>
              <a:defRPr sz="4400">
                <a:solidFill>
                  <a:schemeClr val="tx1"/>
                </a:solidFill>
                <a:latin typeface="Calibri" pitchFamily="34" charset="0"/>
              </a:defRPr>
            </a:lvl9pPr>
          </a:lstStyle>
          <a:p>
            <a:pPr algn="ctr"/>
            <a:r>
              <a:rPr lang="en-US" sz="2400" cap="small" dirty="0">
                <a:cs typeface="Arial" panose="020B0604020202020204" pitchFamily="34" charset="0"/>
              </a:rPr>
              <a:t>process overview – step by step approach </a:t>
            </a:r>
            <a:r>
              <a:rPr lang="en-US" sz="2400" cap="small" dirty="0">
                <a:solidFill>
                  <a:schemeClr val="accent4">
                    <a:lumMod val="50000"/>
                  </a:schemeClr>
                </a:solidFill>
                <a:cs typeface="Arial" panose="020B0604020202020204" pitchFamily="34" charset="0"/>
              </a:rPr>
              <a:t>                      </a:t>
            </a:r>
            <a:endParaRPr lang="en-US" sz="2400" dirty="0">
              <a:solidFill>
                <a:schemeClr val="accent4">
                  <a:lumMod val="50000"/>
                </a:schemeClr>
              </a:solidFill>
            </a:endParaRPr>
          </a:p>
        </p:txBody>
      </p:sp>
    </p:spTree>
    <p:extLst>
      <p:ext uri="{BB962C8B-B14F-4D97-AF65-F5344CB8AC3E}">
        <p14:creationId xmlns:p14="http://schemas.microsoft.com/office/powerpoint/2010/main" val="394297238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A82F401EF7E0F438FDEB796F648345B" ma:contentTypeVersion="12" ma:contentTypeDescription="Create a new document." ma:contentTypeScope="" ma:versionID="25fc4054a7678ba670c58681b93ff24f">
  <xsd:schema xmlns:xsd="http://www.w3.org/2001/XMLSchema" xmlns:xs="http://www.w3.org/2001/XMLSchema" xmlns:p="http://schemas.microsoft.com/office/2006/metadata/properties" xmlns:ns3="a81db4b4-2789-438a-9b80-eed0c47cda29" xmlns:ns4="c584ea86-dbc9-4f62-aece-30cfde4368a6" targetNamespace="http://schemas.microsoft.com/office/2006/metadata/properties" ma:root="true" ma:fieldsID="71414eeecee72ac4cf58df3f8305c05f" ns3:_="" ns4:_="">
    <xsd:import namespace="a81db4b4-2789-438a-9b80-eed0c47cda29"/>
    <xsd:import namespace="c584ea86-dbc9-4f62-aece-30cfde4368a6"/>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AutoKeyPoints" minOccurs="0"/>
                <xsd:element ref="ns3:MediaServiceKeyPoints"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1db4b4-2789-438a-9b80-eed0c47cda2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84ea86-dbc9-4f62-aece-30cfde4368a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C07FFC-0822-42DF-9866-D367DD767F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81db4b4-2789-438a-9b80-eed0c47cda29"/>
    <ds:schemaRef ds:uri="c584ea86-dbc9-4f62-aece-30cfde4368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C2B540F-A1DB-4229-A1CE-9BC1F14A5213}">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C18EE3A-DB03-42F0-9122-60D188CD6FD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230</TotalTime>
  <Words>309</Words>
  <Application>Microsoft Office PowerPoint</Application>
  <PresentationFormat>Widescreen</PresentationFormat>
  <Paragraphs>74</Paragraphs>
  <Slides>2</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7" baseType="lpstr">
      <vt:lpstr>Arial</vt:lpstr>
      <vt:lpstr>Calibri</vt:lpstr>
      <vt:lpstr>Calibri Light</vt:lpstr>
      <vt:lpstr>Office Theme</vt:lpstr>
      <vt:lpstr>think-cell Slide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Namasivayam, Manivasagan</dc:creator>
  <cp:lastModifiedBy>Namasivayam, Manivasagan</cp:lastModifiedBy>
  <cp:revision>1</cp:revision>
  <dcterms:created xsi:type="dcterms:W3CDTF">2020-09-12T14:02:10Z</dcterms:created>
  <dcterms:modified xsi:type="dcterms:W3CDTF">2020-09-14T04:28:11Z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0x010100DA82F401EF7E0F438FDEB796F648345B</vt:lpwstr>
  </property>
</Properties>
</file>