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90"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B936E6-1539-4D91-BA8E-1B52D5F51030}" v="9" dt="2022-03-04T14:00:30.406"/>
    <p1510:client id="{59E6E3E7-9DDC-4FD6-B10B-6DB3FCD667C6}" v="1" dt="2022-03-04T13:31:01.5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6433" autoAdjust="0"/>
  </p:normalViewPr>
  <p:slideViewPr>
    <p:cSldViewPr snapToGrid="0">
      <p:cViewPr varScale="1">
        <p:scale>
          <a:sx n="62" d="100"/>
          <a:sy n="62" d="100"/>
        </p:scale>
        <p:origin x="828" y="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masivayam, Manivasagan" userId="e21825c3-4acc-4579-b7bd-4299043c722e" providerId="ADAL" clId="{59E6E3E7-9DDC-4FD6-B10B-6DB3FCD667C6}"/>
    <pc:docChg chg="custSel modSld">
      <pc:chgData name="Namasivayam, Manivasagan" userId="e21825c3-4acc-4579-b7bd-4299043c722e" providerId="ADAL" clId="{59E6E3E7-9DDC-4FD6-B10B-6DB3FCD667C6}" dt="2022-03-04T13:36:32.774" v="427" actId="6549"/>
      <pc:docMkLst>
        <pc:docMk/>
      </pc:docMkLst>
      <pc:sldChg chg="addSp delSp modSp mod">
        <pc:chgData name="Namasivayam, Manivasagan" userId="e21825c3-4acc-4579-b7bd-4299043c722e" providerId="ADAL" clId="{59E6E3E7-9DDC-4FD6-B10B-6DB3FCD667C6}" dt="2022-03-04T13:36:32.774" v="427" actId="6549"/>
        <pc:sldMkLst>
          <pc:docMk/>
          <pc:sldMk cId="1471727978" sldId="290"/>
        </pc:sldMkLst>
        <pc:spChg chg="mod">
          <ac:chgData name="Namasivayam, Manivasagan" userId="e21825c3-4acc-4579-b7bd-4299043c722e" providerId="ADAL" clId="{59E6E3E7-9DDC-4FD6-B10B-6DB3FCD667C6}" dt="2022-03-04T13:35:44.795" v="363" actId="20577"/>
          <ac:spMkLst>
            <pc:docMk/>
            <pc:sldMk cId="1471727978" sldId="290"/>
            <ac:spMk id="2" creationId="{00000000-0000-0000-0000-000000000000}"/>
          </ac:spMkLst>
        </pc:spChg>
        <pc:spChg chg="mod">
          <ac:chgData name="Namasivayam, Manivasagan" userId="e21825c3-4acc-4579-b7bd-4299043c722e" providerId="ADAL" clId="{59E6E3E7-9DDC-4FD6-B10B-6DB3FCD667C6}" dt="2022-03-04T13:31:26.675" v="40" actId="20577"/>
          <ac:spMkLst>
            <pc:docMk/>
            <pc:sldMk cId="1471727978" sldId="290"/>
            <ac:spMk id="4" creationId="{3FC2C0BA-D32A-4D88-9C2D-17FC1938ECEA}"/>
          </ac:spMkLst>
        </pc:spChg>
        <pc:spChg chg="add del mod">
          <ac:chgData name="Namasivayam, Manivasagan" userId="e21825c3-4acc-4579-b7bd-4299043c722e" providerId="ADAL" clId="{59E6E3E7-9DDC-4FD6-B10B-6DB3FCD667C6}" dt="2022-03-04T13:31:01.544" v="1"/>
          <ac:spMkLst>
            <pc:docMk/>
            <pc:sldMk cId="1471727978" sldId="290"/>
            <ac:spMk id="5" creationId="{4DB77B81-ECD8-42CD-AA3F-B1365558FC4E}"/>
          </ac:spMkLst>
        </pc:spChg>
        <pc:spChg chg="mod">
          <ac:chgData name="Namasivayam, Manivasagan" userId="e21825c3-4acc-4579-b7bd-4299043c722e" providerId="ADAL" clId="{59E6E3E7-9DDC-4FD6-B10B-6DB3FCD667C6}" dt="2022-03-04T13:36:32.774" v="427" actId="6549"/>
          <ac:spMkLst>
            <pc:docMk/>
            <pc:sldMk cId="1471727978" sldId="290"/>
            <ac:spMk id="6" creationId="{00000000-0000-0000-0000-000000000000}"/>
          </ac:spMkLst>
        </pc:spChg>
        <pc:spChg chg="mod">
          <ac:chgData name="Namasivayam, Manivasagan" userId="e21825c3-4acc-4579-b7bd-4299043c722e" providerId="ADAL" clId="{59E6E3E7-9DDC-4FD6-B10B-6DB3FCD667C6}" dt="2022-03-04T13:36:14.425" v="389" actId="6549"/>
          <ac:spMkLst>
            <pc:docMk/>
            <pc:sldMk cId="1471727978" sldId="290"/>
            <ac:spMk id="16" creationId="{00000000-0000-0000-0000-000000000000}"/>
          </ac:spMkLst>
        </pc:spChg>
        <pc:spChg chg="mod">
          <ac:chgData name="Namasivayam, Manivasagan" userId="e21825c3-4acc-4579-b7bd-4299043c722e" providerId="ADAL" clId="{59E6E3E7-9DDC-4FD6-B10B-6DB3FCD667C6}" dt="2022-03-04T13:31:34.158" v="55" actId="20577"/>
          <ac:spMkLst>
            <pc:docMk/>
            <pc:sldMk cId="1471727978" sldId="290"/>
            <ac:spMk id="17" creationId="{00000000-0000-0000-0000-000000000000}"/>
          </ac:spMkLst>
        </pc:spChg>
        <pc:spChg chg="mod">
          <ac:chgData name="Namasivayam, Manivasagan" userId="e21825c3-4acc-4579-b7bd-4299043c722e" providerId="ADAL" clId="{59E6E3E7-9DDC-4FD6-B10B-6DB3FCD667C6}" dt="2022-03-04T13:31:42.262" v="67" actId="20577"/>
          <ac:spMkLst>
            <pc:docMk/>
            <pc:sldMk cId="1471727978" sldId="290"/>
            <ac:spMk id="19" creationId="{00000000-0000-0000-0000-000000000000}"/>
          </ac:spMkLst>
        </pc:spChg>
        <pc:spChg chg="mod">
          <ac:chgData name="Namasivayam, Manivasagan" userId="e21825c3-4acc-4579-b7bd-4299043c722e" providerId="ADAL" clId="{59E6E3E7-9DDC-4FD6-B10B-6DB3FCD667C6}" dt="2022-03-04T13:34:09.739" v="206" actId="20577"/>
          <ac:spMkLst>
            <pc:docMk/>
            <pc:sldMk cId="1471727978" sldId="290"/>
            <ac:spMk id="21" creationId="{00000000-0000-0000-0000-000000000000}"/>
          </ac:spMkLst>
        </pc:spChg>
        <pc:spChg chg="mod">
          <ac:chgData name="Namasivayam, Manivasagan" userId="e21825c3-4acc-4579-b7bd-4299043c722e" providerId="ADAL" clId="{59E6E3E7-9DDC-4FD6-B10B-6DB3FCD667C6}" dt="2022-03-04T13:32:19.782" v="103" actId="20577"/>
          <ac:spMkLst>
            <pc:docMk/>
            <pc:sldMk cId="1471727978" sldId="290"/>
            <ac:spMk id="22" creationId="{00000000-0000-0000-0000-000000000000}"/>
          </ac:spMkLst>
        </pc:spChg>
        <pc:picChg chg="del">
          <ac:chgData name="Namasivayam, Manivasagan" userId="e21825c3-4acc-4579-b7bd-4299043c722e" providerId="ADAL" clId="{59E6E3E7-9DDC-4FD6-B10B-6DB3FCD667C6}" dt="2022-03-04T13:30:32.516" v="0" actId="478"/>
          <ac:picMkLst>
            <pc:docMk/>
            <pc:sldMk cId="1471727978" sldId="290"/>
            <ac:picMk id="9" creationId="{276E7AE9-4242-4394-B8DF-6D42F4C28A32}"/>
          </ac:picMkLst>
        </pc:picChg>
        <pc:picChg chg="add mod">
          <ac:chgData name="Namasivayam, Manivasagan" userId="e21825c3-4acc-4579-b7bd-4299043c722e" providerId="ADAL" clId="{59E6E3E7-9DDC-4FD6-B10B-6DB3FCD667C6}" dt="2022-03-04T13:31:01.544" v="1"/>
          <ac:picMkLst>
            <pc:docMk/>
            <pc:sldMk cId="1471727978" sldId="290"/>
            <ac:picMk id="15" creationId="{F86F4B65-5F69-47AF-B544-70BB4DDF2D24}"/>
          </ac:picMkLst>
        </pc:picChg>
      </pc:sldChg>
    </pc:docChg>
  </pc:docChgLst>
  <pc:docChgLst>
    <pc:chgData name="Namasivayam, Manivasagan" userId="e21825c3-4acc-4579-b7bd-4299043c722e" providerId="ADAL" clId="{45B936E6-1539-4D91-BA8E-1B52D5F51030}"/>
    <pc:docChg chg="custSel modSld">
      <pc:chgData name="Namasivayam, Manivasagan" userId="e21825c3-4acc-4579-b7bd-4299043c722e" providerId="ADAL" clId="{45B936E6-1539-4D91-BA8E-1B52D5F51030}" dt="2022-03-04T14:01:01.982" v="735" actId="6549"/>
      <pc:docMkLst>
        <pc:docMk/>
      </pc:docMkLst>
      <pc:sldChg chg="modSp mod">
        <pc:chgData name="Namasivayam, Manivasagan" userId="e21825c3-4acc-4579-b7bd-4299043c722e" providerId="ADAL" clId="{45B936E6-1539-4D91-BA8E-1B52D5F51030}" dt="2022-03-04T14:01:01.982" v="735" actId="6549"/>
        <pc:sldMkLst>
          <pc:docMk/>
          <pc:sldMk cId="1471727978" sldId="290"/>
        </pc:sldMkLst>
        <pc:spChg chg="mod">
          <ac:chgData name="Namasivayam, Manivasagan" userId="e21825c3-4acc-4579-b7bd-4299043c722e" providerId="ADAL" clId="{45B936E6-1539-4D91-BA8E-1B52D5F51030}" dt="2022-03-04T13:50:05.394" v="588" actId="20577"/>
          <ac:spMkLst>
            <pc:docMk/>
            <pc:sldMk cId="1471727978" sldId="290"/>
            <ac:spMk id="2" creationId="{00000000-0000-0000-0000-000000000000}"/>
          </ac:spMkLst>
        </pc:spChg>
        <pc:spChg chg="mod">
          <ac:chgData name="Namasivayam, Manivasagan" userId="e21825c3-4acc-4579-b7bd-4299043c722e" providerId="ADAL" clId="{45B936E6-1539-4D91-BA8E-1B52D5F51030}" dt="2022-03-04T13:59:34.330" v="668" actId="108"/>
          <ac:spMkLst>
            <pc:docMk/>
            <pc:sldMk cId="1471727978" sldId="290"/>
            <ac:spMk id="8" creationId="{00000000-0000-0000-0000-000000000000}"/>
          </ac:spMkLst>
        </pc:spChg>
        <pc:spChg chg="mod">
          <ac:chgData name="Namasivayam, Manivasagan" userId="e21825c3-4acc-4579-b7bd-4299043c722e" providerId="ADAL" clId="{45B936E6-1539-4D91-BA8E-1B52D5F51030}" dt="2022-03-04T14:01:01.982" v="735" actId="6549"/>
          <ac:spMkLst>
            <pc:docMk/>
            <pc:sldMk cId="1471727978" sldId="290"/>
            <ac:spMk id="21" creationId="{00000000-0000-0000-0000-000000000000}"/>
          </ac:spMkLst>
        </pc:spChg>
        <pc:spChg chg="mod">
          <ac:chgData name="Namasivayam, Manivasagan" userId="e21825c3-4acc-4579-b7bd-4299043c722e" providerId="ADAL" clId="{45B936E6-1539-4D91-BA8E-1B52D5F51030}" dt="2022-03-04T13:58:43.102" v="667" actId="255"/>
          <ac:spMkLst>
            <pc:docMk/>
            <pc:sldMk cId="1471727978" sldId="290"/>
            <ac:spMk id="2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nePager Template 2014 NL">
    <p:spTree>
      <p:nvGrpSpPr>
        <p:cNvPr id="1" name=""/>
        <p:cNvGrpSpPr/>
        <p:nvPr/>
      </p:nvGrpSpPr>
      <p:grpSpPr>
        <a:xfrm>
          <a:off x="0" y="0"/>
          <a:ext cx="0" cy="0"/>
          <a:chOff x="0" y="0"/>
          <a:chExt cx="0" cy="0"/>
        </a:xfrm>
      </p:grpSpPr>
      <p:sp>
        <p:nvSpPr>
          <p:cNvPr id="13" name="Picture Placeholder 12"/>
          <p:cNvSpPr>
            <a:spLocks noGrp="1" noChangeAspect="1"/>
          </p:cNvSpPr>
          <p:nvPr>
            <p:ph type="pic" sz="quarter" idx="10" hasCustomPrompt="1"/>
          </p:nvPr>
        </p:nvSpPr>
        <p:spPr>
          <a:xfrm>
            <a:off x="335361" y="908720"/>
            <a:ext cx="1152127" cy="1368152"/>
          </a:xfrm>
          <a:prstGeom prst="roundRect">
            <a:avLst>
              <a:gd name="adj" fmla="val 6518"/>
            </a:avLst>
          </a:prstGeom>
          <a:ln w="19050">
            <a:noFill/>
          </a:ln>
        </p:spPr>
        <p:style>
          <a:lnRef idx="2">
            <a:schemeClr val="accent1"/>
          </a:lnRef>
          <a:fillRef idx="1">
            <a:schemeClr val="lt1"/>
          </a:fillRef>
          <a:effectRef idx="0">
            <a:schemeClr val="accent1"/>
          </a:effectRef>
          <a:fontRef idx="none"/>
        </p:style>
        <p:txBody>
          <a:bodyPr/>
          <a:lstStyle>
            <a:lvl1pPr algn="r">
              <a:buNone/>
              <a:defRPr sz="1000" baseline="0">
                <a:latin typeface="Century Gothic" panose="020B0502020202020204" pitchFamily="34" charset="0"/>
              </a:defRPr>
            </a:lvl1pPr>
          </a:lstStyle>
          <a:p>
            <a:r>
              <a:rPr lang="nl-NL"/>
              <a:t>Click icon to </a:t>
            </a:r>
            <a:r>
              <a:rPr lang="nl-NL" err="1"/>
              <a:t>add</a:t>
            </a:r>
            <a:r>
              <a:rPr lang="nl-NL"/>
              <a:t> picture.</a:t>
            </a:r>
          </a:p>
        </p:txBody>
      </p:sp>
      <p:sp>
        <p:nvSpPr>
          <p:cNvPr id="15" name="Text Placeholder 14"/>
          <p:cNvSpPr>
            <a:spLocks noGrp="1"/>
          </p:cNvSpPr>
          <p:nvPr>
            <p:ph type="body" sz="quarter" idx="11" hasCustomPrompt="1"/>
          </p:nvPr>
        </p:nvSpPr>
        <p:spPr>
          <a:xfrm>
            <a:off x="335361" y="2564904"/>
            <a:ext cx="6203077" cy="1368000"/>
          </a:xfrm>
          <a:prstGeom prst="rect">
            <a:avLst/>
          </a:prstGeom>
          <a:ln>
            <a:noFill/>
          </a:ln>
        </p:spPr>
        <p:style>
          <a:lnRef idx="2">
            <a:schemeClr val="accent5"/>
          </a:lnRef>
          <a:fillRef idx="1">
            <a:schemeClr val="lt1"/>
          </a:fillRef>
          <a:effectRef idx="0">
            <a:schemeClr val="accent5"/>
          </a:effectRef>
          <a:fontRef idx="none"/>
        </p:style>
        <p:txBody>
          <a:bodyPr tIns="54000" bIns="54000">
            <a:normAutofit/>
          </a:bodyPr>
          <a:lstStyle>
            <a:lvl1pPr marL="0" indent="0" eaLnBrk="0" hangingPunct="0">
              <a:spcBef>
                <a:spcPct val="20000"/>
              </a:spcBef>
              <a:buClr>
                <a:schemeClr val="tx1"/>
              </a:buClr>
              <a:buFont typeface="Wingdings" pitchFamily="2" charset="2"/>
              <a:buNone/>
              <a:defRPr sz="1100" b="0" baseline="0">
                <a:latin typeface="Century Gothic" panose="020B0502020202020204" pitchFamily="34" charset="0"/>
              </a:defRPr>
            </a:lvl1pPr>
          </a:lstStyle>
          <a:p>
            <a:pPr lvl="0"/>
            <a:r>
              <a:rPr lang="en-US"/>
              <a:t>For your profile you can use the one in E-match, but in case of multiple one-pagers different  profiles need to be used. Try to link to the competences you have written down below.</a:t>
            </a:r>
          </a:p>
        </p:txBody>
      </p:sp>
      <p:sp>
        <p:nvSpPr>
          <p:cNvPr id="16" name="Title 15"/>
          <p:cNvSpPr>
            <a:spLocks noGrp="1"/>
          </p:cNvSpPr>
          <p:nvPr>
            <p:ph type="title" hasCustomPrompt="1"/>
          </p:nvPr>
        </p:nvSpPr>
        <p:spPr>
          <a:xfrm>
            <a:off x="3259993" y="116632"/>
            <a:ext cx="8692658" cy="324000"/>
          </a:xfrm>
          <a:prstGeom prst="rect">
            <a:avLst/>
          </a:prstGeom>
        </p:spPr>
        <p:txBody>
          <a:bodyPr anchor="ctr"/>
          <a:lstStyle>
            <a:lvl1pPr algn="r">
              <a:defRPr sz="2800" b="1" baseline="0">
                <a:solidFill>
                  <a:schemeClr val="bg1"/>
                </a:solidFill>
                <a:latin typeface="Century Gothic" panose="020B0502020202020204" pitchFamily="34" charset="0"/>
              </a:defRPr>
            </a:lvl1pPr>
          </a:lstStyle>
          <a:p>
            <a:r>
              <a:rPr lang="en-US"/>
              <a:t>&lt;&lt; Name&gt;&gt;</a:t>
            </a:r>
            <a:endParaRPr lang="nl-NL"/>
          </a:p>
        </p:txBody>
      </p:sp>
      <p:sp>
        <p:nvSpPr>
          <p:cNvPr id="18" name="Text Placeholder 17"/>
          <p:cNvSpPr>
            <a:spLocks noGrp="1"/>
          </p:cNvSpPr>
          <p:nvPr>
            <p:ph type="body" sz="quarter" idx="12" hasCustomPrompt="1"/>
          </p:nvPr>
        </p:nvSpPr>
        <p:spPr>
          <a:xfrm>
            <a:off x="6627751" y="1161304"/>
            <a:ext cx="5228308" cy="5040000"/>
          </a:xfrm>
          <a:prstGeom prst="round1Rect">
            <a:avLst>
              <a:gd name="adj" fmla="val 2854"/>
            </a:avLst>
          </a:prstGeom>
          <a:ln>
            <a:noFill/>
          </a:ln>
        </p:spPr>
        <p:style>
          <a:lnRef idx="2">
            <a:schemeClr val="accent5"/>
          </a:lnRef>
          <a:fillRef idx="1">
            <a:schemeClr val="lt1"/>
          </a:fillRef>
          <a:effectRef idx="0">
            <a:schemeClr val="accent5"/>
          </a:effectRef>
          <a:fontRef idx="none"/>
        </p:style>
        <p:txBody>
          <a:bodyPr tIns="54000" bIns="54000">
            <a:normAutofit/>
          </a:bodyPr>
          <a:lstStyle>
            <a:lvl1pPr marL="0" indent="0">
              <a:buFont typeface="Arial" pitchFamily="34" charset="0"/>
              <a:buNone/>
              <a:defRPr sz="1100" b="0" baseline="0">
                <a:latin typeface="Century Gothic" panose="020B0502020202020204" pitchFamily="34" charset="0"/>
              </a:defRPr>
            </a:lvl1pPr>
            <a:lvl2pPr>
              <a:defRPr sz="1200"/>
            </a:lvl2pPr>
            <a:lvl3pPr>
              <a:defRPr sz="1200"/>
            </a:lvl3pPr>
            <a:lvl4pPr>
              <a:defRPr sz="1200"/>
            </a:lvl4pPr>
            <a:lvl5pPr>
              <a:defRPr sz="1200"/>
            </a:lvl5pPr>
          </a:lstStyle>
          <a:p>
            <a:pPr>
              <a:defRPr/>
            </a:pPr>
            <a:r>
              <a:rPr lang="nl-NL"/>
              <a:t>For </a:t>
            </a:r>
            <a:r>
              <a:rPr lang="nl-NL" err="1"/>
              <a:t>every</a:t>
            </a:r>
            <a:r>
              <a:rPr lang="nl-NL"/>
              <a:t> relevant </a:t>
            </a:r>
            <a:r>
              <a:rPr lang="nl-NL" err="1"/>
              <a:t>experience</a:t>
            </a:r>
            <a:r>
              <a:rPr lang="nl-NL"/>
              <a:t> </a:t>
            </a:r>
            <a:r>
              <a:rPr lang="nl-NL" err="1"/>
              <a:t>write</a:t>
            </a:r>
            <a:r>
              <a:rPr lang="nl-NL"/>
              <a:t> down </a:t>
            </a:r>
            <a:r>
              <a:rPr lang="nl-NL" err="1"/>
              <a:t>what</a:t>
            </a:r>
            <a:r>
              <a:rPr lang="nl-NL"/>
              <a:t> </a:t>
            </a:r>
            <a:r>
              <a:rPr lang="nl-NL" err="1"/>
              <a:t>you</a:t>
            </a:r>
            <a:r>
              <a:rPr lang="nl-NL"/>
              <a:t> have </a:t>
            </a:r>
            <a:r>
              <a:rPr lang="nl-NL" err="1"/>
              <a:t>done</a:t>
            </a:r>
            <a:r>
              <a:rPr lang="nl-NL"/>
              <a:t>, </a:t>
            </a:r>
            <a:r>
              <a:rPr lang="nl-NL" err="1"/>
              <a:t>what</a:t>
            </a:r>
            <a:r>
              <a:rPr lang="nl-NL"/>
              <a:t> </a:t>
            </a:r>
            <a:r>
              <a:rPr lang="nl-NL" err="1"/>
              <a:t>your</a:t>
            </a:r>
            <a:r>
              <a:rPr lang="nl-NL"/>
              <a:t> </a:t>
            </a:r>
            <a:r>
              <a:rPr lang="nl-NL" err="1"/>
              <a:t>responsibilities</a:t>
            </a:r>
            <a:r>
              <a:rPr lang="nl-NL"/>
              <a:t> and the </a:t>
            </a:r>
            <a:r>
              <a:rPr lang="nl-NL" err="1"/>
              <a:t>result</a:t>
            </a:r>
            <a:r>
              <a:rPr lang="nl-NL"/>
              <a:t> </a:t>
            </a:r>
            <a:r>
              <a:rPr lang="nl-NL" err="1"/>
              <a:t>for</a:t>
            </a:r>
            <a:r>
              <a:rPr lang="nl-NL"/>
              <a:t> </a:t>
            </a:r>
            <a:r>
              <a:rPr lang="nl-NL" err="1"/>
              <a:t>that</a:t>
            </a:r>
            <a:r>
              <a:rPr lang="nl-NL"/>
              <a:t> </a:t>
            </a:r>
            <a:r>
              <a:rPr lang="nl-NL" err="1"/>
              <a:t>company</a:t>
            </a:r>
            <a:r>
              <a:rPr lang="nl-NL"/>
              <a:t> </a:t>
            </a:r>
            <a:r>
              <a:rPr lang="nl-NL" err="1"/>
              <a:t>where</a:t>
            </a:r>
            <a:r>
              <a:rPr lang="nl-NL"/>
              <a:t>. </a:t>
            </a:r>
            <a:r>
              <a:rPr lang="nl-NL" err="1"/>
              <a:t>Crucial</a:t>
            </a:r>
            <a:r>
              <a:rPr lang="nl-NL"/>
              <a:t> is </a:t>
            </a:r>
            <a:r>
              <a:rPr lang="nl-NL" err="1"/>
              <a:t>that</a:t>
            </a:r>
            <a:r>
              <a:rPr lang="nl-NL"/>
              <a:t> the </a:t>
            </a:r>
            <a:r>
              <a:rPr lang="nl-NL" err="1"/>
              <a:t>customer</a:t>
            </a:r>
            <a:r>
              <a:rPr lang="nl-NL"/>
              <a:t> </a:t>
            </a:r>
            <a:r>
              <a:rPr lang="nl-NL" err="1"/>
              <a:t>recognizes</a:t>
            </a:r>
            <a:r>
              <a:rPr lang="nl-NL"/>
              <a:t> </a:t>
            </a:r>
            <a:r>
              <a:rPr lang="nl-NL" err="1"/>
              <a:t>it</a:t>
            </a:r>
            <a:r>
              <a:rPr lang="nl-NL"/>
              <a:t> as relevant </a:t>
            </a:r>
            <a:r>
              <a:rPr lang="nl-NL" err="1"/>
              <a:t>for</a:t>
            </a:r>
            <a:r>
              <a:rPr lang="nl-NL"/>
              <a:t> the </a:t>
            </a:r>
            <a:r>
              <a:rPr lang="nl-NL" err="1"/>
              <a:t>position</a:t>
            </a:r>
            <a:r>
              <a:rPr lang="nl-NL"/>
              <a:t> </a:t>
            </a:r>
            <a:r>
              <a:rPr lang="nl-NL" err="1"/>
              <a:t>you</a:t>
            </a:r>
            <a:r>
              <a:rPr lang="nl-NL"/>
              <a:t> are </a:t>
            </a:r>
            <a:r>
              <a:rPr lang="nl-NL" err="1"/>
              <a:t>aiming</a:t>
            </a:r>
            <a:r>
              <a:rPr lang="nl-NL"/>
              <a:t> </a:t>
            </a:r>
            <a:r>
              <a:rPr lang="nl-NL" err="1"/>
              <a:t>for</a:t>
            </a:r>
            <a:r>
              <a:rPr lang="nl-NL"/>
              <a:t>. </a:t>
            </a:r>
            <a:r>
              <a:rPr lang="nl-NL" err="1"/>
              <a:t>This</a:t>
            </a:r>
            <a:r>
              <a:rPr lang="nl-NL"/>
              <a:t> </a:t>
            </a:r>
            <a:r>
              <a:rPr lang="nl-NL" err="1"/>
              <a:t>means</a:t>
            </a:r>
            <a:r>
              <a:rPr lang="nl-NL"/>
              <a:t> </a:t>
            </a:r>
            <a:r>
              <a:rPr lang="nl-NL" err="1"/>
              <a:t>you</a:t>
            </a:r>
            <a:r>
              <a:rPr lang="nl-NL"/>
              <a:t> have to focus </a:t>
            </a:r>
            <a:r>
              <a:rPr lang="nl-NL" err="1"/>
              <a:t>towards</a:t>
            </a:r>
            <a:r>
              <a:rPr lang="nl-NL"/>
              <a:t> </a:t>
            </a:r>
            <a:r>
              <a:rPr lang="nl-NL" err="1"/>
              <a:t>your</a:t>
            </a:r>
            <a:r>
              <a:rPr lang="nl-NL"/>
              <a:t> goal.</a:t>
            </a:r>
            <a:r>
              <a:rPr lang="en-US" b="1"/>
              <a:t> </a:t>
            </a:r>
            <a:br>
              <a:rPr lang="en-US" b="1"/>
            </a:br>
            <a:br>
              <a:rPr lang="en-US" b="1"/>
            </a:br>
            <a:r>
              <a:rPr lang="en-US" b="1"/>
              <a:t>Up-to-date</a:t>
            </a:r>
            <a:br>
              <a:rPr lang="en-US"/>
            </a:br>
            <a:r>
              <a:rPr lang="en-US"/>
              <a:t>Your work experience includes your current project, even if this is not finished yet. </a:t>
            </a:r>
            <a:br>
              <a:rPr lang="en-US"/>
            </a:br>
            <a:br>
              <a:rPr lang="en-US"/>
            </a:br>
            <a:r>
              <a:rPr lang="en-US" b="1"/>
              <a:t>Readable</a:t>
            </a:r>
            <a:br>
              <a:rPr lang="en-US"/>
            </a:br>
            <a:r>
              <a:rPr lang="en-US"/>
              <a:t>Somebody with no in-depth knowledge of the project or client should be able to easily understand what situation you encountered, what tasks you had to perform, what approach you took, what result you delivered and the success the client had due to this result (STAR</a:t>
            </a:r>
            <a:r>
              <a:rPr lang="nl-NL"/>
              <a:t>; </a:t>
            </a:r>
            <a:r>
              <a:rPr lang="nl-NL" err="1"/>
              <a:t>Situation</a:t>
            </a:r>
            <a:r>
              <a:rPr lang="nl-NL"/>
              <a:t>, </a:t>
            </a:r>
            <a:r>
              <a:rPr lang="nl-NL" err="1"/>
              <a:t>Task</a:t>
            </a:r>
            <a:r>
              <a:rPr lang="nl-NL"/>
              <a:t>, </a:t>
            </a:r>
            <a:r>
              <a:rPr lang="nl-NL" err="1"/>
              <a:t>Action</a:t>
            </a:r>
            <a:r>
              <a:rPr lang="nl-NL"/>
              <a:t>, </a:t>
            </a:r>
            <a:r>
              <a:rPr lang="nl-NL" err="1"/>
              <a:t>Role</a:t>
            </a:r>
            <a:r>
              <a:rPr lang="en-US"/>
              <a:t>). Obviously, this also means that you write in complete sentences without typos, abbreviations and jargon.</a:t>
            </a:r>
            <a:br>
              <a:rPr lang="en-US"/>
            </a:br>
            <a:br>
              <a:rPr lang="en-US"/>
            </a:br>
            <a:r>
              <a:rPr lang="en-US" b="1"/>
              <a:t>Commercial</a:t>
            </a:r>
            <a:br>
              <a:rPr lang="en-US"/>
            </a:br>
            <a:r>
              <a:rPr lang="en-US"/>
              <a:t>Always use </a:t>
            </a:r>
            <a:r>
              <a:rPr lang="en-US" i="1"/>
              <a:t>positive</a:t>
            </a:r>
            <a:r>
              <a:rPr lang="en-US"/>
              <a:t> descriptions in your resume. Ambiguous messages will most likely be read negatively. Ask yourself: If placed on a bill board, would this client be happy about what I disclose about them? </a:t>
            </a:r>
            <a:br>
              <a:rPr lang="en-US"/>
            </a:br>
            <a:br>
              <a:rPr lang="en-US"/>
            </a:br>
            <a:r>
              <a:rPr lang="en-US" b="1"/>
              <a:t>Recognizable</a:t>
            </a:r>
            <a:br>
              <a:rPr lang="en-US"/>
            </a:br>
            <a:r>
              <a:rPr lang="en-US"/>
              <a:t>Capgemini does not believe in interchangeable persons. Our 'collaborative' company value states this clearly. Make sure that the resume reflects your personality. </a:t>
            </a:r>
          </a:p>
          <a:p>
            <a:pPr>
              <a:defRPr/>
            </a:pPr>
            <a:endParaRPr lang="en-US"/>
          </a:p>
        </p:txBody>
      </p:sp>
      <p:sp>
        <p:nvSpPr>
          <p:cNvPr id="9" name="TextBox 8"/>
          <p:cNvSpPr txBox="1"/>
          <p:nvPr userDrawn="1"/>
        </p:nvSpPr>
        <p:spPr>
          <a:xfrm>
            <a:off x="6539127" y="858200"/>
            <a:ext cx="4992555" cy="307777"/>
          </a:xfrm>
          <a:prstGeom prst="rect">
            <a:avLst/>
          </a:prstGeom>
          <a:noFill/>
        </p:spPr>
        <p:txBody>
          <a:bodyPr wrap="square" rtlCol="0">
            <a:spAutoFit/>
          </a:bodyPr>
          <a:lstStyle/>
          <a:p>
            <a:r>
              <a:rPr lang="nl-NL" sz="1400" b="1">
                <a:solidFill>
                  <a:prstClr val="white"/>
                </a:solidFill>
                <a:latin typeface="Century Gothic" panose="020B0502020202020204" pitchFamily="34" charset="0"/>
              </a:rPr>
              <a:t>Professional Experience</a:t>
            </a:r>
          </a:p>
        </p:txBody>
      </p:sp>
      <p:cxnSp>
        <p:nvCxnSpPr>
          <p:cNvPr id="11" name="Straight Connector 10"/>
          <p:cNvCxnSpPr/>
          <p:nvPr userDrawn="1"/>
        </p:nvCxnSpPr>
        <p:spPr>
          <a:xfrm flipH="1">
            <a:off x="2019242" y="764704"/>
            <a:ext cx="97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extBox 11"/>
          <p:cNvSpPr txBox="1">
            <a:spLocks noChangeAspect="1"/>
          </p:cNvSpPr>
          <p:nvPr userDrawn="1"/>
        </p:nvSpPr>
        <p:spPr>
          <a:xfrm>
            <a:off x="1930614" y="858200"/>
            <a:ext cx="4519887" cy="307777"/>
          </a:xfrm>
          <a:prstGeom prst="rect">
            <a:avLst/>
          </a:prstGeom>
          <a:noFill/>
        </p:spPr>
        <p:txBody>
          <a:bodyPr wrap="square" rtlCol="0">
            <a:spAutoFit/>
          </a:bodyPr>
          <a:lstStyle/>
          <a:p>
            <a:r>
              <a:rPr lang="nl-NL" sz="1400" b="1">
                <a:solidFill>
                  <a:prstClr val="white"/>
                </a:solidFill>
                <a:latin typeface="Century Gothic" panose="020B0502020202020204" pitchFamily="34" charset="0"/>
              </a:rPr>
              <a:t>General Information</a:t>
            </a:r>
          </a:p>
        </p:txBody>
      </p:sp>
      <p:graphicFrame>
        <p:nvGraphicFramePr>
          <p:cNvPr id="17" name="Table 16"/>
          <p:cNvGraphicFramePr>
            <a:graphicFrameLocks noGrp="1"/>
          </p:cNvGraphicFramePr>
          <p:nvPr userDrawn="1">
            <p:extLst>
              <p:ext uri="{D42A27DB-BD31-4B8C-83A1-F6EECF244321}">
                <p14:modId xmlns:p14="http://schemas.microsoft.com/office/powerpoint/2010/main" val="1704124716"/>
              </p:ext>
            </p:extLst>
          </p:nvPr>
        </p:nvGraphicFramePr>
        <p:xfrm>
          <a:off x="1982314" y="1161304"/>
          <a:ext cx="4556813" cy="1097280"/>
        </p:xfrm>
        <a:graphic>
          <a:graphicData uri="http://schemas.openxmlformats.org/drawingml/2006/table">
            <a:tbl>
              <a:tblPr>
                <a:tableStyleId>{5940675A-B579-460E-94D1-54222C63F5DA}</a:tableStyleId>
              </a:tblPr>
              <a:tblGrid>
                <a:gridCol w="1277679">
                  <a:extLst>
                    <a:ext uri="{9D8B030D-6E8A-4147-A177-3AD203B41FA5}">
                      <a16:colId xmlns:a16="http://schemas.microsoft.com/office/drawing/2014/main" val="20000"/>
                    </a:ext>
                  </a:extLst>
                </a:gridCol>
                <a:gridCol w="3279134">
                  <a:extLst>
                    <a:ext uri="{9D8B030D-6E8A-4147-A177-3AD203B41FA5}">
                      <a16:colId xmlns:a16="http://schemas.microsoft.com/office/drawing/2014/main" val="20001"/>
                    </a:ext>
                  </a:extLst>
                </a:gridCol>
              </a:tblGrid>
              <a:tr h="274320">
                <a:tc>
                  <a:txBody>
                    <a:bodyPr/>
                    <a:lstStyle/>
                    <a:p>
                      <a:pPr algn="l"/>
                      <a:r>
                        <a:rPr lang="nl-NL" sz="1200" b="1">
                          <a:latin typeface="Century Gothic" panose="020B0502020202020204" pitchFamily="34" charset="0"/>
                        </a:rPr>
                        <a:t>Name:</a:t>
                      </a:r>
                    </a:p>
                  </a:txBody>
                  <a:tcPr marL="112542" marR="112542">
                    <a:lnL w="19050" cap="flat" cmpd="sng" algn="ctr">
                      <a:no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19050" cap="flat" cmpd="sng" algn="ctr">
                      <a:no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nl-NL" sz="1200">
                        <a:latin typeface="Century Gothic" panose="020B0502020202020204" pitchFamily="34" charset="0"/>
                      </a:endParaRPr>
                    </a:p>
                  </a:txBody>
                  <a:tcPr marL="121920" marR="121920" anchor="ctr">
                    <a:lnL w="3175" cap="flat" cmpd="sng" algn="ctr">
                      <a:solidFill>
                        <a:schemeClr val="bg1">
                          <a:lumMod val="95000"/>
                        </a:schemeClr>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74320">
                <a:tc>
                  <a:txBody>
                    <a:bodyPr/>
                    <a:lstStyle/>
                    <a:p>
                      <a:pPr algn="l"/>
                      <a:r>
                        <a:rPr lang="nl-NL" sz="1200" b="1" err="1">
                          <a:latin typeface="Century Gothic" panose="020B0502020202020204" pitchFamily="34" charset="0"/>
                        </a:rPr>
                        <a:t>Residence</a:t>
                      </a:r>
                      <a:r>
                        <a:rPr lang="nl-NL" sz="1200" b="1">
                          <a:latin typeface="Century Gothic" panose="020B0502020202020204" pitchFamily="34" charset="0"/>
                        </a:rPr>
                        <a:t>:</a:t>
                      </a:r>
                    </a:p>
                  </a:txBody>
                  <a:tcPr marL="112542" marR="112542">
                    <a:lnL w="19050" cap="flat" cmpd="sng" algn="ctr">
                      <a:no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nl-NL" sz="1200">
                        <a:latin typeface="Century Gothic" panose="020B0502020202020204" pitchFamily="34" charset="0"/>
                      </a:endParaRPr>
                    </a:p>
                  </a:txBody>
                  <a:tcPr marL="121920" marR="121920">
                    <a:lnL w="3175" cap="flat" cmpd="sng" algn="ctr">
                      <a:solidFill>
                        <a:schemeClr val="bg1">
                          <a:lumMod val="95000"/>
                        </a:schemeClr>
                      </a:solidFill>
                      <a:prstDash val="solid"/>
                      <a:round/>
                      <a:headEnd type="none" w="med" len="med"/>
                      <a:tailEnd type="none" w="med" len="med"/>
                    </a:lnL>
                    <a:lnR w="19050" cap="flat" cmpd="sng" algn="ctr">
                      <a:no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74320">
                <a:tc>
                  <a:txBody>
                    <a:bodyPr/>
                    <a:lstStyle/>
                    <a:p>
                      <a:pPr algn="l"/>
                      <a:r>
                        <a:rPr lang="nl-NL" sz="1200" b="1" err="1">
                          <a:latin typeface="Century Gothic" panose="020B0502020202020204" pitchFamily="34" charset="0"/>
                        </a:rPr>
                        <a:t>Nationality</a:t>
                      </a:r>
                      <a:r>
                        <a:rPr lang="nl-NL" sz="1200" b="1">
                          <a:latin typeface="Century Gothic" panose="020B0502020202020204" pitchFamily="34" charset="0"/>
                        </a:rPr>
                        <a:t>:</a:t>
                      </a:r>
                    </a:p>
                  </a:txBody>
                  <a:tcPr marL="112542" marR="112542">
                    <a:lnL w="19050" cap="flat" cmpd="sng" algn="ctr">
                      <a:no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nl-NL" sz="1200">
                        <a:latin typeface="Century Gothic" panose="020B0502020202020204" pitchFamily="34" charset="0"/>
                      </a:endParaRPr>
                    </a:p>
                  </a:txBody>
                  <a:tcPr marL="121920" marR="121920">
                    <a:lnL w="3175" cap="flat" cmpd="sng" algn="ctr">
                      <a:solidFill>
                        <a:schemeClr val="bg1">
                          <a:lumMod val="95000"/>
                        </a:schemeClr>
                      </a:solidFill>
                      <a:prstDash val="solid"/>
                      <a:round/>
                      <a:headEnd type="none" w="med" len="med"/>
                      <a:tailEnd type="none" w="med" len="med"/>
                    </a:lnL>
                    <a:lnR w="19050" cap="flat" cmpd="sng" algn="ctr">
                      <a:no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74320">
                <a:tc>
                  <a:txBody>
                    <a:bodyPr/>
                    <a:lstStyle/>
                    <a:p>
                      <a:pPr algn="l"/>
                      <a:r>
                        <a:rPr lang="nl-NL" sz="1200" b="1" err="1">
                          <a:latin typeface="Century Gothic" panose="020B0502020202020204" pitchFamily="34" charset="0"/>
                        </a:rPr>
                        <a:t>Languages</a:t>
                      </a:r>
                      <a:r>
                        <a:rPr lang="nl-NL" sz="1200" b="1">
                          <a:latin typeface="Century Gothic" panose="020B0502020202020204" pitchFamily="34" charset="0"/>
                        </a:rPr>
                        <a:t>:</a:t>
                      </a:r>
                    </a:p>
                  </a:txBody>
                  <a:tcPr marL="112542" marR="112542">
                    <a:lnL w="19050" cap="flat" cmpd="sng" algn="ctr">
                      <a:no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nl-NL" sz="1200">
                        <a:latin typeface="Century Gothic" panose="020B0502020202020204" pitchFamily="34" charset="0"/>
                      </a:endParaRPr>
                    </a:p>
                  </a:txBody>
                  <a:tcPr marL="121920" marR="121920">
                    <a:lnL w="3175" cap="flat" cmpd="sng" algn="ctr">
                      <a:solidFill>
                        <a:schemeClr val="bg1">
                          <a:lumMod val="95000"/>
                        </a:schemeClr>
                      </a:solidFill>
                      <a:prstDash val="solid"/>
                      <a:round/>
                      <a:headEnd type="none" w="med" len="med"/>
                      <a:tailEnd type="none" w="med" len="med"/>
                    </a:lnL>
                    <a:lnR w="19050" cap="flat" cmpd="sng" algn="ctr">
                      <a:no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sp>
        <p:nvSpPr>
          <p:cNvPr id="20" name="Text Placeholder 14"/>
          <p:cNvSpPr>
            <a:spLocks noGrp="1"/>
          </p:cNvSpPr>
          <p:nvPr>
            <p:ph type="body" sz="quarter" idx="13" hasCustomPrompt="1"/>
          </p:nvPr>
        </p:nvSpPr>
        <p:spPr>
          <a:xfrm>
            <a:off x="335361" y="4221088"/>
            <a:ext cx="3057231" cy="1980000"/>
          </a:xfrm>
          <a:prstGeom prst="rect">
            <a:avLst/>
          </a:prstGeom>
          <a:ln>
            <a:noFill/>
          </a:ln>
        </p:spPr>
        <p:style>
          <a:lnRef idx="2">
            <a:schemeClr val="accent5"/>
          </a:lnRef>
          <a:fillRef idx="1">
            <a:schemeClr val="lt1"/>
          </a:fillRef>
          <a:effectRef idx="0">
            <a:schemeClr val="accent5"/>
          </a:effectRef>
          <a:fontRef idx="none"/>
        </p:style>
        <p:txBody>
          <a:bodyPr>
            <a:normAutofit/>
          </a:bodyPr>
          <a:lstStyle>
            <a:lvl1pPr marL="177800" indent="-177800">
              <a:buFont typeface="Arial" pitchFamily="34" charset="0"/>
              <a:buChar char="•"/>
              <a:defRPr sz="1100" b="0">
                <a:latin typeface="Century Gothic" panose="020B0502020202020204" pitchFamily="34" charset="0"/>
              </a:defRPr>
            </a:lvl1pPr>
          </a:lstStyle>
          <a:p>
            <a:pPr>
              <a:defRPr/>
            </a:pPr>
            <a:r>
              <a:rPr lang="en-GB">
                <a:cs typeface="+mn-cs"/>
              </a:rPr>
              <a:t>Write down your competences, explain and elaborate in your Profile and in the section Professional Experience. </a:t>
            </a:r>
            <a:r>
              <a:rPr lang="nl-NL"/>
              <a:t>Do </a:t>
            </a:r>
            <a:r>
              <a:rPr lang="nl-NL" err="1"/>
              <a:t>not</a:t>
            </a:r>
            <a:r>
              <a:rPr lang="nl-NL"/>
              <a:t> </a:t>
            </a:r>
            <a:r>
              <a:rPr lang="nl-NL" err="1"/>
              <a:t>write</a:t>
            </a:r>
            <a:r>
              <a:rPr lang="nl-NL"/>
              <a:t> </a:t>
            </a:r>
            <a:r>
              <a:rPr lang="nl-NL" err="1"/>
              <a:t>entire</a:t>
            </a:r>
            <a:r>
              <a:rPr lang="nl-NL"/>
              <a:t> </a:t>
            </a:r>
            <a:r>
              <a:rPr lang="nl-NL" err="1"/>
              <a:t>sentences</a:t>
            </a:r>
            <a:r>
              <a:rPr lang="nl-NL"/>
              <a:t>, </a:t>
            </a:r>
            <a:r>
              <a:rPr lang="nl-NL" err="1"/>
              <a:t>only</a:t>
            </a:r>
            <a:r>
              <a:rPr lang="nl-NL"/>
              <a:t> </a:t>
            </a:r>
            <a:r>
              <a:rPr lang="nl-NL" err="1"/>
              <a:t>write</a:t>
            </a:r>
            <a:r>
              <a:rPr lang="nl-NL"/>
              <a:t> 1 word. </a:t>
            </a:r>
            <a:r>
              <a:rPr lang="nl-NL" err="1"/>
              <a:t>Use</a:t>
            </a:r>
            <a:r>
              <a:rPr lang="nl-NL"/>
              <a:t> </a:t>
            </a:r>
            <a:r>
              <a:rPr lang="nl-NL" err="1"/>
              <a:t>words</a:t>
            </a:r>
            <a:r>
              <a:rPr lang="nl-NL"/>
              <a:t> </a:t>
            </a:r>
            <a:r>
              <a:rPr lang="nl-NL" err="1"/>
              <a:t>which</a:t>
            </a:r>
            <a:r>
              <a:rPr lang="nl-NL"/>
              <a:t> have been </a:t>
            </a:r>
            <a:r>
              <a:rPr lang="nl-NL" err="1"/>
              <a:t>used</a:t>
            </a:r>
            <a:r>
              <a:rPr lang="nl-NL"/>
              <a:t> </a:t>
            </a:r>
            <a:r>
              <a:rPr lang="nl-NL" err="1"/>
              <a:t>by</a:t>
            </a:r>
            <a:r>
              <a:rPr lang="nl-NL"/>
              <a:t> </a:t>
            </a:r>
            <a:r>
              <a:rPr lang="nl-NL" err="1"/>
              <a:t>colleagues</a:t>
            </a:r>
            <a:r>
              <a:rPr lang="nl-NL"/>
              <a:t> and </a:t>
            </a:r>
            <a:r>
              <a:rPr lang="nl-NL" err="1"/>
              <a:t>customers</a:t>
            </a:r>
            <a:r>
              <a:rPr lang="nl-NL"/>
              <a:t>.</a:t>
            </a:r>
            <a:endParaRPr lang="en-GB">
              <a:cs typeface="+mn-cs"/>
            </a:endParaRPr>
          </a:p>
        </p:txBody>
      </p:sp>
      <p:sp>
        <p:nvSpPr>
          <p:cNvPr id="36" name="Text Placeholder 35"/>
          <p:cNvSpPr>
            <a:spLocks noGrp="1"/>
          </p:cNvSpPr>
          <p:nvPr>
            <p:ph type="body" sz="quarter" idx="19" hasCustomPrompt="1"/>
          </p:nvPr>
        </p:nvSpPr>
        <p:spPr>
          <a:xfrm>
            <a:off x="3259994" y="476672"/>
            <a:ext cx="8685823" cy="216000"/>
          </a:xfrm>
          <a:prstGeom prst="rect">
            <a:avLst/>
          </a:prstGeom>
        </p:spPr>
        <p:txBody>
          <a:bodyPr anchor="ctr"/>
          <a:lstStyle>
            <a:lvl1pPr algn="r">
              <a:buNone/>
              <a:defRPr sz="1800" i="0" baseline="0">
                <a:latin typeface="Century Gothic" panose="020B0502020202020204" pitchFamily="34" charset="0"/>
              </a:defRPr>
            </a:lvl1pPr>
          </a:lstStyle>
          <a:p>
            <a:pPr lvl="0"/>
            <a:r>
              <a:rPr lang="nl-NL"/>
              <a:t>&lt;&lt; </a:t>
            </a:r>
            <a:r>
              <a:rPr lang="nl-NL" err="1"/>
              <a:t>role</a:t>
            </a:r>
            <a:r>
              <a:rPr lang="nl-NL"/>
              <a:t> &gt;&gt;</a:t>
            </a:r>
          </a:p>
        </p:txBody>
      </p:sp>
      <p:sp>
        <p:nvSpPr>
          <p:cNvPr id="37" name="TextBox 36"/>
          <p:cNvSpPr txBox="1"/>
          <p:nvPr userDrawn="1"/>
        </p:nvSpPr>
        <p:spPr>
          <a:xfrm>
            <a:off x="246737" y="2257128"/>
            <a:ext cx="4992555" cy="307777"/>
          </a:xfrm>
          <a:prstGeom prst="rect">
            <a:avLst/>
          </a:prstGeom>
          <a:noFill/>
        </p:spPr>
        <p:txBody>
          <a:bodyPr wrap="square" rtlCol="0">
            <a:spAutoFit/>
          </a:bodyPr>
          <a:lstStyle/>
          <a:p>
            <a:r>
              <a:rPr lang="nl-NL" sz="1400" b="1">
                <a:solidFill>
                  <a:prstClr val="white"/>
                </a:solidFill>
                <a:latin typeface="Century Gothic" panose="020B0502020202020204" pitchFamily="34" charset="0"/>
              </a:rPr>
              <a:t>Profile</a:t>
            </a:r>
          </a:p>
        </p:txBody>
      </p:sp>
      <p:sp>
        <p:nvSpPr>
          <p:cNvPr id="39" name="TextBox 38"/>
          <p:cNvSpPr txBox="1"/>
          <p:nvPr userDrawn="1"/>
        </p:nvSpPr>
        <p:spPr>
          <a:xfrm>
            <a:off x="246736" y="3913312"/>
            <a:ext cx="3761032" cy="307777"/>
          </a:xfrm>
          <a:prstGeom prst="rect">
            <a:avLst/>
          </a:prstGeom>
          <a:noFill/>
        </p:spPr>
        <p:txBody>
          <a:bodyPr wrap="square" rtlCol="0">
            <a:spAutoFit/>
          </a:bodyPr>
          <a:lstStyle/>
          <a:p>
            <a:pPr>
              <a:defRPr/>
            </a:pPr>
            <a:r>
              <a:rPr lang="nl-NL" sz="1400" b="1">
                <a:solidFill>
                  <a:prstClr val="white"/>
                </a:solidFill>
                <a:latin typeface="Century Gothic" panose="020B0502020202020204" pitchFamily="34" charset="0"/>
              </a:rPr>
              <a:t>Competences</a:t>
            </a:r>
          </a:p>
        </p:txBody>
      </p:sp>
      <p:sp>
        <p:nvSpPr>
          <p:cNvPr id="42" name="Text Placeholder 14"/>
          <p:cNvSpPr>
            <a:spLocks noGrp="1"/>
          </p:cNvSpPr>
          <p:nvPr>
            <p:ph type="body" sz="quarter" idx="20" hasCustomPrompt="1"/>
          </p:nvPr>
        </p:nvSpPr>
        <p:spPr>
          <a:xfrm>
            <a:off x="3481895" y="4221088"/>
            <a:ext cx="3057231" cy="1980000"/>
          </a:xfrm>
          <a:prstGeom prst="rect">
            <a:avLst/>
          </a:prstGeom>
          <a:ln>
            <a:noFill/>
          </a:ln>
        </p:spPr>
        <p:style>
          <a:lnRef idx="2">
            <a:schemeClr val="accent5"/>
          </a:lnRef>
          <a:fillRef idx="1">
            <a:schemeClr val="lt1"/>
          </a:fillRef>
          <a:effectRef idx="0">
            <a:schemeClr val="accent5"/>
          </a:effectRef>
          <a:fontRef idx="none"/>
        </p:style>
        <p:txBody>
          <a:bodyPr>
            <a:normAutofit/>
          </a:bodyPr>
          <a:lstStyle>
            <a:lvl1pPr marL="179388" indent="-179388" eaLnBrk="0" hangingPunct="0">
              <a:spcBef>
                <a:spcPct val="20000"/>
              </a:spcBef>
              <a:buClr>
                <a:schemeClr val="tx1"/>
              </a:buClr>
              <a:buFont typeface="Arial" pitchFamily="34" charset="0"/>
              <a:buChar char="•"/>
              <a:defRPr sz="1100" b="0">
                <a:latin typeface="Century Gothic" panose="020B0502020202020204" pitchFamily="34" charset="0"/>
              </a:defRPr>
            </a:lvl1pPr>
          </a:lstStyle>
          <a:p>
            <a:pPr marL="179388" indent="-179388" eaLnBrk="0" hangingPunct="0">
              <a:spcBef>
                <a:spcPct val="20000"/>
              </a:spcBef>
              <a:buClr>
                <a:schemeClr val="tx1"/>
              </a:buClr>
              <a:defRPr/>
            </a:pPr>
            <a:r>
              <a:rPr lang="en-GB"/>
              <a:t>Use the education relevant for the role. You can use the curriculum in </a:t>
            </a:r>
            <a:r>
              <a:rPr lang="en-GB" err="1"/>
              <a:t>MyLearning</a:t>
            </a:r>
            <a:r>
              <a:rPr lang="en-GB"/>
              <a:t> to match trainings to specific roles. Keep it nice and presentable do not fill the entire box. </a:t>
            </a:r>
          </a:p>
        </p:txBody>
      </p:sp>
      <p:sp>
        <p:nvSpPr>
          <p:cNvPr id="27" name="Text Placeholder 25"/>
          <p:cNvSpPr>
            <a:spLocks noGrp="1"/>
          </p:cNvSpPr>
          <p:nvPr>
            <p:ph type="body" sz="quarter" idx="22" hasCustomPrompt="1"/>
          </p:nvPr>
        </p:nvSpPr>
        <p:spPr>
          <a:xfrm>
            <a:off x="3259993" y="1436797"/>
            <a:ext cx="3190154" cy="252000"/>
          </a:xfrm>
          <a:prstGeom prst="rect">
            <a:avLst/>
          </a:prstGeom>
        </p:spPr>
        <p:txBody>
          <a:bodyPr anchor="ctr"/>
          <a:lstStyle>
            <a:lvl1pPr>
              <a:buNone/>
              <a:defRPr sz="1200">
                <a:latin typeface="Century Gothic" panose="020B0502020202020204" pitchFamily="34" charset="0"/>
              </a:defRPr>
            </a:lvl1pPr>
            <a:lvl2pPr>
              <a:buNone/>
              <a:defRPr sz="1200"/>
            </a:lvl2pPr>
            <a:lvl3pPr>
              <a:buNone/>
              <a:defRPr sz="1200"/>
            </a:lvl3pPr>
            <a:lvl4pPr>
              <a:buNone/>
              <a:defRPr sz="1200"/>
            </a:lvl4pPr>
            <a:lvl5pPr>
              <a:buNone/>
              <a:defRPr sz="1200"/>
            </a:lvl5pPr>
          </a:lstStyle>
          <a:p>
            <a:pPr lvl="0"/>
            <a:r>
              <a:rPr lang="en-US"/>
              <a:t>&lt;&lt;residence&gt;&gt;</a:t>
            </a:r>
            <a:endParaRPr lang="nl-NL"/>
          </a:p>
        </p:txBody>
      </p:sp>
      <p:sp>
        <p:nvSpPr>
          <p:cNvPr id="28" name="Text Placeholder 25"/>
          <p:cNvSpPr>
            <a:spLocks noGrp="1"/>
          </p:cNvSpPr>
          <p:nvPr>
            <p:ph type="body" sz="quarter" idx="23" hasCustomPrompt="1"/>
          </p:nvPr>
        </p:nvSpPr>
        <p:spPr>
          <a:xfrm>
            <a:off x="3259993" y="1712818"/>
            <a:ext cx="3190154" cy="252000"/>
          </a:xfrm>
          <a:prstGeom prst="rect">
            <a:avLst/>
          </a:prstGeom>
        </p:spPr>
        <p:txBody>
          <a:bodyPr anchor="ctr"/>
          <a:lstStyle>
            <a:lvl1pPr>
              <a:buNone/>
              <a:defRPr sz="1200">
                <a:latin typeface="Century Gothic" panose="020B0502020202020204" pitchFamily="34" charset="0"/>
              </a:defRPr>
            </a:lvl1pPr>
            <a:lvl2pPr>
              <a:buNone/>
              <a:defRPr sz="1200"/>
            </a:lvl2pPr>
            <a:lvl3pPr>
              <a:buNone/>
              <a:defRPr sz="1200"/>
            </a:lvl3pPr>
            <a:lvl4pPr>
              <a:buNone/>
              <a:defRPr sz="1200"/>
            </a:lvl4pPr>
            <a:lvl5pPr>
              <a:buNone/>
              <a:defRPr sz="1200"/>
            </a:lvl5pPr>
          </a:lstStyle>
          <a:p>
            <a:pPr lvl="0"/>
            <a:r>
              <a:rPr lang="en-US"/>
              <a:t>&lt;&lt;nationality&gt;&gt;</a:t>
            </a:r>
            <a:endParaRPr lang="nl-NL"/>
          </a:p>
        </p:txBody>
      </p:sp>
      <p:sp>
        <p:nvSpPr>
          <p:cNvPr id="29" name="Text Placeholder 25"/>
          <p:cNvSpPr>
            <a:spLocks noGrp="1"/>
          </p:cNvSpPr>
          <p:nvPr>
            <p:ph type="body" sz="quarter" idx="24" hasCustomPrompt="1"/>
          </p:nvPr>
        </p:nvSpPr>
        <p:spPr>
          <a:xfrm>
            <a:off x="3259993" y="1988840"/>
            <a:ext cx="3190154" cy="252000"/>
          </a:xfrm>
          <a:prstGeom prst="rect">
            <a:avLst/>
          </a:prstGeom>
        </p:spPr>
        <p:txBody>
          <a:bodyPr anchor="ctr"/>
          <a:lstStyle>
            <a:lvl1pPr>
              <a:buNone/>
              <a:defRPr sz="1200">
                <a:latin typeface="Century Gothic" panose="020B0502020202020204" pitchFamily="34" charset="0"/>
              </a:defRPr>
            </a:lvl1pPr>
            <a:lvl2pPr>
              <a:buNone/>
              <a:defRPr sz="1200"/>
            </a:lvl2pPr>
            <a:lvl3pPr>
              <a:buNone/>
              <a:defRPr sz="1200"/>
            </a:lvl3pPr>
            <a:lvl4pPr>
              <a:buNone/>
              <a:defRPr sz="1200"/>
            </a:lvl4pPr>
            <a:lvl5pPr>
              <a:buNone/>
              <a:defRPr sz="1200"/>
            </a:lvl5pPr>
          </a:lstStyle>
          <a:p>
            <a:pPr lvl="0"/>
            <a:r>
              <a:rPr lang="en-US"/>
              <a:t>&lt;&lt;languages&gt;&gt;</a:t>
            </a:r>
            <a:endParaRPr lang="nl-NL"/>
          </a:p>
        </p:txBody>
      </p:sp>
      <p:sp>
        <p:nvSpPr>
          <p:cNvPr id="30" name="Text Placeholder 25"/>
          <p:cNvSpPr>
            <a:spLocks noGrp="1"/>
          </p:cNvSpPr>
          <p:nvPr>
            <p:ph type="body" sz="quarter" idx="25" hasCustomPrompt="1"/>
          </p:nvPr>
        </p:nvSpPr>
        <p:spPr>
          <a:xfrm>
            <a:off x="3259993" y="1160776"/>
            <a:ext cx="3190154" cy="252000"/>
          </a:xfrm>
          <a:prstGeom prst="rect">
            <a:avLst/>
          </a:prstGeom>
        </p:spPr>
        <p:txBody>
          <a:bodyPr anchor="ctr"/>
          <a:lstStyle>
            <a:lvl1pPr>
              <a:buNone/>
              <a:defRPr sz="1200">
                <a:latin typeface="Century Gothic" panose="020B0502020202020204" pitchFamily="34" charset="0"/>
              </a:defRPr>
            </a:lvl1pPr>
            <a:lvl2pPr>
              <a:buNone/>
              <a:defRPr sz="1200"/>
            </a:lvl2pPr>
            <a:lvl3pPr>
              <a:buNone/>
              <a:defRPr sz="1200"/>
            </a:lvl3pPr>
            <a:lvl4pPr>
              <a:buNone/>
              <a:defRPr sz="1200"/>
            </a:lvl4pPr>
            <a:lvl5pPr>
              <a:buNone/>
              <a:defRPr sz="1200"/>
            </a:lvl5pPr>
          </a:lstStyle>
          <a:p>
            <a:pPr lvl="0"/>
            <a:r>
              <a:rPr lang="en-US"/>
              <a:t>&lt;&lt;name&gt;&gt;</a:t>
            </a:r>
            <a:endParaRPr lang="nl-NL"/>
          </a:p>
        </p:txBody>
      </p:sp>
      <p:sp>
        <p:nvSpPr>
          <p:cNvPr id="19" name="TextBox 18"/>
          <p:cNvSpPr txBox="1"/>
          <p:nvPr userDrawn="1"/>
        </p:nvSpPr>
        <p:spPr>
          <a:xfrm>
            <a:off x="3503711" y="3913312"/>
            <a:ext cx="3035415" cy="523220"/>
          </a:xfrm>
          <a:prstGeom prst="rect">
            <a:avLst/>
          </a:prstGeom>
          <a:noFill/>
        </p:spPr>
        <p:txBody>
          <a:bodyPr wrap="square" rtlCol="0">
            <a:spAutoFit/>
          </a:bodyPr>
          <a:lstStyle/>
          <a:p>
            <a:pPr>
              <a:defRPr/>
            </a:pPr>
            <a:r>
              <a:rPr lang="nl-NL" sz="1400" b="1">
                <a:solidFill>
                  <a:prstClr val="white"/>
                </a:solidFill>
                <a:latin typeface="Century Gothic" panose="020B0502020202020204" pitchFamily="34" charset="0"/>
              </a:rPr>
              <a:t>Education</a:t>
            </a:r>
          </a:p>
          <a:p>
            <a:endParaRPr lang="nl-NL" sz="1400" b="1">
              <a:solidFill>
                <a:prstClr val="white"/>
              </a:solidFill>
              <a:latin typeface="Century Gothic" panose="020B0502020202020204" pitchFamily="34" charset="0"/>
            </a:endParaRPr>
          </a:p>
        </p:txBody>
      </p:sp>
    </p:spTree>
    <p:extLst>
      <p:ext uri="{BB962C8B-B14F-4D97-AF65-F5344CB8AC3E}">
        <p14:creationId xmlns:p14="http://schemas.microsoft.com/office/powerpoint/2010/main" val="253950878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srcRect/>
          <a:stretch>
            <a:fillRect/>
          </a:stretch>
        </p:blipFill>
        <p:spPr bwMode="auto">
          <a:xfrm>
            <a:off x="0" y="0"/>
            <a:ext cx="12192000" cy="6858000"/>
          </a:xfrm>
          <a:prstGeom prst="rect">
            <a:avLst/>
          </a:prstGeom>
          <a:noFill/>
          <a:ln w="9525">
            <a:noFill/>
            <a:miter lim="800000"/>
            <a:headEnd/>
            <a:tailEnd/>
          </a:ln>
        </p:spPr>
      </p:pic>
      <p:sp>
        <p:nvSpPr>
          <p:cNvPr id="2" name="Isosceles Triangle 1"/>
          <p:cNvSpPr/>
          <p:nvPr userDrawn="1"/>
        </p:nvSpPr>
        <p:spPr>
          <a:xfrm rot="10800000">
            <a:off x="119336" y="116632"/>
            <a:ext cx="1217068" cy="815066"/>
          </a:xfrm>
          <a:prstGeom prst="triangle">
            <a:avLst>
              <a:gd name="adj" fmla="val 100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pic>
        <p:nvPicPr>
          <p:cNvPr id="11" name="Graphic 1">
            <a:extLst>
              <a:ext uri="{FF2B5EF4-FFF2-40B4-BE49-F238E27FC236}">
                <a16:creationId xmlns:a16="http://schemas.microsoft.com/office/drawing/2014/main" id="{17B390E6-46A0-4BED-B3E2-3051836E071A}"/>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82321"/>
          <a:stretch/>
        </p:blipFill>
        <p:spPr>
          <a:xfrm>
            <a:off x="111032" y="116631"/>
            <a:ext cx="578863" cy="730501"/>
          </a:xfrm>
          <a:prstGeom prst="rect">
            <a:avLst/>
          </a:prstGeom>
        </p:spPr>
      </p:pic>
      <p:sp>
        <p:nvSpPr>
          <p:cNvPr id="8" name="TextBox 7"/>
          <p:cNvSpPr txBox="1"/>
          <p:nvPr userDrawn="1"/>
        </p:nvSpPr>
        <p:spPr>
          <a:xfrm>
            <a:off x="11861957" y="6645160"/>
            <a:ext cx="110607" cy="107722"/>
          </a:xfrm>
          <a:prstGeom prst="rect">
            <a:avLst/>
          </a:prstGeom>
          <a:noFill/>
        </p:spPr>
        <p:txBody>
          <a:bodyPr wrap="none" lIns="0" tIns="0" rIns="0" bIns="0" rtlCol="0" anchor="ctr">
            <a:spAutoFit/>
          </a:bodyPr>
          <a:lstStyle/>
          <a:p>
            <a:pPr algn="ctr"/>
            <a:fld id="{6A895693-0027-4F28-9367-92E39A51F51C}" type="slidenum">
              <a:rPr lang="en-US" sz="700" smtClean="0">
                <a:solidFill>
                  <a:srgbClr val="9F958F"/>
                </a:solidFill>
                <a:latin typeface="Century Gothic" pitchFamily="34" charset="0"/>
              </a:rPr>
              <a:pPr algn="ctr"/>
              <a:t>‹#›</a:t>
            </a:fld>
            <a:endParaRPr lang="en-US" sz="700">
              <a:solidFill>
                <a:srgbClr val="9F958F"/>
              </a:solidFill>
              <a:latin typeface="Century Gothic" pitchFamily="34" charset="0"/>
            </a:endParaRPr>
          </a:p>
        </p:txBody>
      </p:sp>
      <p:sp>
        <p:nvSpPr>
          <p:cNvPr id="9" name="Rectangle 8"/>
          <p:cNvSpPr>
            <a:spLocks noChangeArrowheads="1"/>
          </p:cNvSpPr>
          <p:nvPr userDrawn="1"/>
        </p:nvSpPr>
        <p:spPr bwMode="auto">
          <a:xfrm>
            <a:off x="9036297" y="6606872"/>
            <a:ext cx="2660644" cy="183503"/>
          </a:xfrm>
          <a:prstGeom prst="rect">
            <a:avLst/>
          </a:prstGeom>
          <a:noFill/>
          <a:ln w="19050">
            <a:noFill/>
            <a:miter lim="800000"/>
            <a:headEnd/>
            <a:tailEnd/>
          </a:ln>
          <a:effectLst/>
        </p:spPr>
        <p:txBody>
          <a:bodyPr wrap="square" lIns="35997" tIns="35997" rIns="35997" bIns="35997" anchor="b" anchorCtr="0">
            <a:noAutofit/>
          </a:bodyPr>
          <a:lstStyle/>
          <a:p>
            <a:pPr algn="r" defTabSz="995445" eaLnBrk="0" hangingPunct="0">
              <a:lnSpc>
                <a:spcPct val="90000"/>
              </a:lnSpc>
              <a:spcBef>
                <a:spcPct val="10000"/>
              </a:spcBef>
              <a:defRPr/>
            </a:pPr>
            <a:r>
              <a:rPr lang="en-US" altLang="en-US" sz="700" dirty="0">
                <a:solidFill>
                  <a:srgbClr val="9F958F"/>
                </a:solidFill>
                <a:latin typeface="Century Gothic" pitchFamily="34" charset="0"/>
                <a:cs typeface="Helvetica Light"/>
              </a:rPr>
              <a:t>Copyright © </a:t>
            </a:r>
            <a:r>
              <a:rPr lang="en-US" altLang="en-US" sz="700" dirty="0" err="1">
                <a:solidFill>
                  <a:srgbClr val="9F958F"/>
                </a:solidFill>
                <a:latin typeface="Century Gothic" pitchFamily="34" charset="0"/>
                <a:cs typeface="Helvetica Light"/>
              </a:rPr>
              <a:t>Capgemini</a:t>
            </a:r>
            <a:r>
              <a:rPr lang="en-US" altLang="en-US" sz="700" dirty="0">
                <a:solidFill>
                  <a:srgbClr val="9F958F"/>
                </a:solidFill>
                <a:latin typeface="Century Gothic" pitchFamily="34" charset="0"/>
                <a:cs typeface="Helvetica Light"/>
              </a:rPr>
              <a:t> 2021. All Rights Reserved</a:t>
            </a:r>
          </a:p>
        </p:txBody>
      </p:sp>
      <p:sp>
        <p:nvSpPr>
          <p:cNvPr id="10" name="Rectangle 9"/>
          <p:cNvSpPr>
            <a:spLocks noChangeArrowheads="1"/>
          </p:cNvSpPr>
          <p:nvPr userDrawn="1"/>
        </p:nvSpPr>
        <p:spPr bwMode="auto">
          <a:xfrm>
            <a:off x="8377852" y="6452036"/>
            <a:ext cx="3319089" cy="175834"/>
          </a:xfrm>
          <a:prstGeom prst="rect">
            <a:avLst/>
          </a:prstGeom>
          <a:noFill/>
          <a:ln w="19050">
            <a:noFill/>
            <a:miter lim="800000"/>
            <a:headEnd/>
            <a:tailEnd/>
          </a:ln>
          <a:effectLst/>
        </p:spPr>
        <p:txBody>
          <a:bodyPr wrap="square" lIns="35997" tIns="35997" rIns="35997" bIns="35997" anchor="b" anchorCtr="0">
            <a:noAutofit/>
          </a:bodyPr>
          <a:lstStyle/>
          <a:p>
            <a:pPr marL="0" marR="0" lvl="0" indent="0" algn="r" defTabSz="995445" rtl="0" eaLnBrk="0" fontAlgn="auto" latinLnBrk="0" hangingPunct="0">
              <a:lnSpc>
                <a:spcPct val="90000"/>
              </a:lnSpc>
              <a:spcBef>
                <a:spcPct val="10000"/>
              </a:spcBef>
              <a:spcAft>
                <a:spcPts val="0"/>
              </a:spcAft>
              <a:buClrTx/>
              <a:buSzTx/>
              <a:buFontTx/>
              <a:buNone/>
              <a:tabLst/>
              <a:defRPr/>
            </a:pPr>
            <a:r>
              <a:rPr lang="en-US" altLang="en-US" sz="700" dirty="0" err="1">
                <a:solidFill>
                  <a:srgbClr val="9F958F"/>
                </a:solidFill>
                <a:latin typeface="Century Gothic" pitchFamily="34" charset="0"/>
                <a:cs typeface="Helvetica Light"/>
              </a:rPr>
              <a:t>Januray</a:t>
            </a:r>
            <a:r>
              <a:rPr lang="en-US" altLang="en-US" sz="700" dirty="0">
                <a:solidFill>
                  <a:srgbClr val="9F958F"/>
                </a:solidFill>
                <a:latin typeface="Century Gothic" pitchFamily="34" charset="0"/>
                <a:cs typeface="Helvetica Light"/>
              </a:rPr>
              <a:t> 2021</a:t>
            </a:r>
          </a:p>
        </p:txBody>
      </p:sp>
      <p:pic>
        <p:nvPicPr>
          <p:cNvPr id="14" name="Graphic 9">
            <a:extLst>
              <a:ext uri="{FF2B5EF4-FFF2-40B4-BE49-F238E27FC236}">
                <a16:creationId xmlns:a16="http://schemas.microsoft.com/office/drawing/2014/main" id="{C3D2EC56-D17C-4A75-8178-C69397BC735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58502" y="6556887"/>
            <a:ext cx="1202414" cy="268261"/>
          </a:xfrm>
          <a:prstGeom prst="rect">
            <a:avLst/>
          </a:prstGeom>
        </p:spPr>
      </p:pic>
    </p:spTree>
    <p:extLst>
      <p:ext uri="{BB962C8B-B14F-4D97-AF65-F5344CB8AC3E}">
        <p14:creationId xmlns:p14="http://schemas.microsoft.com/office/powerpoint/2010/main" val="1328667014"/>
      </p:ext>
    </p:extLst>
  </p:cSld>
  <p:clrMap bg1="lt1" tx1="dk1" bg2="lt2" tx2="dk2" accent1="accent1" accent2="accent2" accent3="accent3" accent4="accent4" accent5="accent5" accent6="accent6" hlink="hlink" folHlink="folHlink"/>
  <p:sldLayoutIdLst>
    <p:sldLayoutId id="2147483661" r:id="rId1"/>
  </p:sldLayoutIdLst>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pPr marL="231775" lvl="1" indent="-180975" defTabSz="914342">
              <a:buClr>
                <a:srgbClr val="000000"/>
              </a:buClr>
              <a:buSzPct val="100000"/>
              <a:buFont typeface="Wingdings" panose="05000000000000000000" pitchFamily="2" charset="2"/>
              <a:buChar char="v"/>
              <a:defRPr/>
            </a:pPr>
            <a:r>
              <a:rPr lang="en-US" sz="1050" dirty="0">
                <a:latin typeface="+mj-lt"/>
              </a:rPr>
              <a:t>ETL Lead </a:t>
            </a:r>
          </a:p>
          <a:p>
            <a:pPr marL="231775" lvl="1" indent="-180975" defTabSz="914342">
              <a:buClr>
                <a:srgbClr val="000000"/>
              </a:buClr>
              <a:buSzPct val="100000"/>
              <a:buFont typeface="Wingdings" panose="05000000000000000000" pitchFamily="2" charset="2"/>
              <a:buChar char="v"/>
              <a:defRPr/>
            </a:pPr>
            <a:r>
              <a:rPr lang="en-US" sz="1050" dirty="0">
                <a:latin typeface="+mj-lt"/>
              </a:rPr>
              <a:t>15 Years of experience in IT industry as Tech lead, ETL lead and Datawarehouse projects lead</a:t>
            </a:r>
          </a:p>
          <a:p>
            <a:pPr marL="231775" lvl="1" indent="-180975" defTabSz="914342">
              <a:buClr>
                <a:srgbClr val="000000"/>
              </a:buClr>
              <a:buSzPct val="100000"/>
              <a:buFont typeface="Wingdings" panose="05000000000000000000" pitchFamily="2" charset="2"/>
              <a:buChar char="v"/>
              <a:defRPr/>
            </a:pPr>
            <a:r>
              <a:rPr lang="en-US" sz="1050" dirty="0">
                <a:latin typeface="+mj-lt"/>
              </a:rPr>
              <a:t>8 years experience in Informatica ETL development</a:t>
            </a:r>
          </a:p>
          <a:p>
            <a:endParaRPr lang="en-US" dirty="0">
              <a:latin typeface="+mj-lt"/>
            </a:endParaRPr>
          </a:p>
          <a:p>
            <a:endParaRPr lang="en-US" dirty="0">
              <a:latin typeface="+mj-lt"/>
            </a:endParaRPr>
          </a:p>
        </p:txBody>
      </p:sp>
      <p:sp>
        <p:nvSpPr>
          <p:cNvPr id="6" name="Title 5"/>
          <p:cNvSpPr>
            <a:spLocks noGrp="1"/>
          </p:cNvSpPr>
          <p:nvPr>
            <p:ph type="title"/>
          </p:nvPr>
        </p:nvSpPr>
        <p:spPr/>
        <p:txBody>
          <a:bodyPr/>
          <a:lstStyle/>
          <a:p>
            <a:r>
              <a:rPr lang="en-US" dirty="0"/>
              <a:t>MANIVASAGAN NAMASIVAYAM	</a:t>
            </a:r>
          </a:p>
        </p:txBody>
      </p:sp>
      <p:sp>
        <p:nvSpPr>
          <p:cNvPr id="8" name="Text Placeholder 7"/>
          <p:cNvSpPr>
            <a:spLocks noGrp="1"/>
          </p:cNvSpPr>
          <p:nvPr>
            <p:ph type="body" sz="quarter" idx="12"/>
          </p:nvPr>
        </p:nvSpPr>
        <p:spPr>
          <a:xfrm>
            <a:off x="6627750" y="1160776"/>
            <a:ext cx="5403288" cy="5040312"/>
          </a:xfrm>
        </p:spPr>
        <p:txBody>
          <a:bodyPr>
            <a:normAutofit fontScale="25000" lnSpcReduction="20000"/>
          </a:bodyPr>
          <a:lstStyle/>
          <a:p>
            <a:pPr marL="171450" lvl="0" indent="-171450">
              <a:buFont typeface="Wingdings" panose="05000000000000000000" pitchFamily="2" charset="2"/>
              <a:buChar char="Ø"/>
            </a:pPr>
            <a:r>
              <a:rPr lang="en-US" sz="4200" dirty="0">
                <a:latin typeface="Calibri" panose="020F0502020204030204" pitchFamily="34" charset="0"/>
                <a:cs typeface="Calibri" panose="020F0502020204030204" pitchFamily="34" charset="0"/>
              </a:rPr>
              <a:t>Around 15+ years of IT experience in Analysis, Design, Development and Deployment of technical solutions to business requirements.</a:t>
            </a:r>
            <a:endParaRPr lang="en-IN" sz="4200" dirty="0">
              <a:latin typeface="Calibri" panose="020F0502020204030204" pitchFamily="34" charset="0"/>
              <a:cs typeface="Calibri" panose="020F0502020204030204" pitchFamily="34" charset="0"/>
            </a:endParaRPr>
          </a:p>
          <a:p>
            <a:pPr marL="171450" lvl="0" indent="-171450">
              <a:buFont typeface="Wingdings" panose="05000000000000000000" pitchFamily="2" charset="2"/>
              <a:buChar char="Ø"/>
            </a:pPr>
            <a:r>
              <a:rPr lang="en-US" sz="4200" dirty="0">
                <a:latin typeface="Calibri" panose="020F0502020204030204" pitchFamily="34" charset="0"/>
                <a:cs typeface="Calibri" panose="020F0502020204030204" pitchFamily="34" charset="0"/>
              </a:rPr>
              <a:t>2 years onsite work experience in US mainly Atlanta and Virginia</a:t>
            </a:r>
            <a:endParaRPr lang="en-IN" sz="4200" dirty="0">
              <a:latin typeface="Calibri" panose="020F0502020204030204" pitchFamily="34" charset="0"/>
              <a:cs typeface="Calibri" panose="020F0502020204030204" pitchFamily="34" charset="0"/>
            </a:endParaRPr>
          </a:p>
          <a:p>
            <a:pPr marL="171450" lvl="0" indent="-171450">
              <a:buFont typeface="Wingdings" panose="05000000000000000000" pitchFamily="2" charset="2"/>
              <a:buChar char="Ø"/>
            </a:pPr>
            <a:r>
              <a:rPr lang="en-US" sz="4200" dirty="0">
                <a:latin typeface="Calibri" panose="020F0502020204030204" pitchFamily="34" charset="0"/>
                <a:cs typeface="Calibri" panose="020F0502020204030204" pitchFamily="34" charset="0"/>
              </a:rPr>
              <a:t>Extensively worked on Data Warehouse Full Life Cycle Projects for Health Care, Financial, Retail and Media industries.</a:t>
            </a:r>
            <a:endParaRPr lang="en-IN" sz="4200" dirty="0">
              <a:latin typeface="Calibri" panose="020F0502020204030204" pitchFamily="34" charset="0"/>
              <a:cs typeface="Calibri" panose="020F0502020204030204" pitchFamily="34" charset="0"/>
            </a:endParaRPr>
          </a:p>
          <a:p>
            <a:pPr marL="171450" lvl="0" indent="-171450">
              <a:buFont typeface="Wingdings" panose="05000000000000000000" pitchFamily="2" charset="2"/>
              <a:buChar char="Ø"/>
            </a:pPr>
            <a:r>
              <a:rPr lang="en-US" sz="4200" dirty="0">
                <a:latin typeface="Calibri" panose="020F0502020204030204" pitchFamily="34" charset="0"/>
                <a:cs typeface="Calibri" panose="020F0502020204030204" pitchFamily="34" charset="0"/>
              </a:rPr>
              <a:t>Strong Data Warehousing ETL experience using Informatica Power Center 10.1,9.6.1/9.0.1/8.6 (Workflow Manager, Workflow Monitor, Source Analyzer, Warehouse Designer, Transformation Developer,  Mapping Designer, Informatica Server, Repository Manager)</a:t>
            </a:r>
            <a:endParaRPr lang="en-IN" sz="4200" dirty="0">
              <a:latin typeface="Calibri" panose="020F0502020204030204" pitchFamily="34" charset="0"/>
              <a:cs typeface="Calibri" panose="020F0502020204030204" pitchFamily="34" charset="0"/>
            </a:endParaRPr>
          </a:p>
          <a:p>
            <a:pPr marL="171450" lvl="0" indent="-171450">
              <a:buFont typeface="Wingdings" panose="05000000000000000000" pitchFamily="2" charset="2"/>
              <a:buChar char="Ø"/>
            </a:pPr>
            <a:r>
              <a:rPr lang="en-US" sz="4200" dirty="0">
                <a:latin typeface="Calibri" panose="020F0502020204030204" pitchFamily="34" charset="0"/>
                <a:cs typeface="Calibri" panose="020F0502020204030204" pitchFamily="34" charset="0"/>
              </a:rPr>
              <a:t>Experience in all the phases of ETL such as Extraction, Cleaning, Transformation and Loading using Informatica. </a:t>
            </a:r>
            <a:endParaRPr lang="en-IN" sz="4200" dirty="0">
              <a:latin typeface="Calibri" panose="020F0502020204030204" pitchFamily="34" charset="0"/>
              <a:cs typeface="Calibri" panose="020F0502020204030204" pitchFamily="34" charset="0"/>
            </a:endParaRPr>
          </a:p>
          <a:p>
            <a:pPr marL="171450" lvl="0" indent="-171450">
              <a:buFont typeface="Wingdings" panose="05000000000000000000" pitchFamily="2" charset="2"/>
              <a:buChar char="Ø"/>
            </a:pPr>
            <a:r>
              <a:rPr lang="en-US" sz="4200" dirty="0">
                <a:latin typeface="Calibri" panose="020F0502020204030204" pitchFamily="34" charset="0"/>
                <a:cs typeface="Calibri" panose="020F0502020204030204" pitchFamily="34" charset="0"/>
              </a:rPr>
              <a:t>Extensive experience and exposure on several areas of the data warehousing and Business including  requirements gathering, data warehouse architecture design, development, quality planning &amp; assurance, data analysis and implementation.</a:t>
            </a:r>
            <a:endParaRPr lang="en-IN" sz="4200" dirty="0">
              <a:latin typeface="Calibri" panose="020F0502020204030204" pitchFamily="34" charset="0"/>
              <a:cs typeface="Calibri" panose="020F0502020204030204" pitchFamily="34" charset="0"/>
            </a:endParaRPr>
          </a:p>
          <a:p>
            <a:pPr marL="171450" lvl="0" indent="-171450">
              <a:buFont typeface="Wingdings" panose="05000000000000000000" pitchFamily="2" charset="2"/>
              <a:buChar char="Ø"/>
            </a:pPr>
            <a:r>
              <a:rPr lang="en-US" sz="4200" dirty="0">
                <a:latin typeface="Calibri" panose="020F0502020204030204" pitchFamily="34" charset="0"/>
                <a:cs typeface="Calibri" panose="020F0502020204030204" pitchFamily="34" charset="0"/>
              </a:rPr>
              <a:t>Excellent understanding of the System Development Life Cycle. Involved in analysis, design, development, testing, implementation, and maintenance of various applications. </a:t>
            </a:r>
            <a:endParaRPr lang="en-IN" sz="4200" dirty="0">
              <a:latin typeface="Calibri" panose="020F0502020204030204" pitchFamily="34" charset="0"/>
              <a:cs typeface="Calibri" panose="020F0502020204030204" pitchFamily="34" charset="0"/>
            </a:endParaRPr>
          </a:p>
          <a:p>
            <a:pPr marL="171450" lvl="0" indent="-171450">
              <a:buFont typeface="Wingdings" panose="05000000000000000000" pitchFamily="2" charset="2"/>
              <a:buChar char="Ø"/>
            </a:pPr>
            <a:r>
              <a:rPr lang="en-US" sz="4200" dirty="0">
                <a:latin typeface="Calibri" panose="020F0502020204030204" pitchFamily="34" charset="0"/>
                <a:cs typeface="Calibri" panose="020F0502020204030204" pitchFamily="34" charset="0"/>
              </a:rPr>
              <a:t>Extracted data from various sources ranging from various RDBMS like Oracle, Teradata, MS SQL Server, DB2 and Flat Files to load data into data marts and data warehouse.</a:t>
            </a:r>
          </a:p>
          <a:p>
            <a:pPr marL="171450" indent="-171450">
              <a:buFont typeface="Wingdings" panose="05000000000000000000" pitchFamily="2" charset="2"/>
              <a:buChar char="Ø"/>
            </a:pPr>
            <a:r>
              <a:rPr lang="en-US" sz="4200" dirty="0">
                <a:latin typeface="Calibri" panose="020F0502020204030204" pitchFamily="34" charset="0"/>
                <a:cs typeface="Calibri" panose="020F0502020204030204" pitchFamily="34" charset="0"/>
              </a:rPr>
              <a:t>Excellent working knowledge of Shell Scripting and job scheduling on platforms like UNIX.</a:t>
            </a:r>
            <a:endParaRPr lang="en-IN" sz="4200" dirty="0">
              <a:latin typeface="Calibri" panose="020F0502020204030204" pitchFamily="34" charset="0"/>
              <a:cs typeface="Calibri" panose="020F0502020204030204" pitchFamily="34" charset="0"/>
            </a:endParaRPr>
          </a:p>
          <a:p>
            <a:pPr marL="171450" indent="-171450">
              <a:buFont typeface="Wingdings" panose="05000000000000000000" pitchFamily="2" charset="2"/>
              <a:buChar char="Ø"/>
            </a:pPr>
            <a:r>
              <a:rPr lang="en-US" sz="4200" dirty="0">
                <a:latin typeface="Calibri" panose="020F0502020204030204" pitchFamily="34" charset="0"/>
                <a:cs typeface="Calibri" panose="020F0502020204030204" pitchFamily="34" charset="0"/>
              </a:rPr>
              <a:t> </a:t>
            </a:r>
            <a:r>
              <a:rPr lang="en-US" sz="4400" dirty="0">
                <a:latin typeface="Calibri" panose="020F0502020204030204" pitchFamily="34" charset="0"/>
                <a:cs typeface="Calibri" panose="020F0502020204030204" pitchFamily="34" charset="0"/>
              </a:rPr>
              <a:t>Able to interact effectively with other members of the Business, Quality Assurance, Users and other teams involved with the System Development Life cycle.</a:t>
            </a:r>
            <a:endParaRPr lang="en-IN" sz="4400" dirty="0">
              <a:latin typeface="Calibri" panose="020F0502020204030204" pitchFamily="34" charset="0"/>
              <a:cs typeface="Calibri" panose="020F0502020204030204" pitchFamily="34" charset="0"/>
            </a:endParaRPr>
          </a:p>
          <a:p>
            <a:pPr marL="171450" indent="-171450">
              <a:buFont typeface="Wingdings" panose="05000000000000000000" pitchFamily="2" charset="2"/>
              <a:buChar char="Ø"/>
            </a:pPr>
            <a:r>
              <a:rPr lang="en-US" sz="4200" dirty="0">
                <a:latin typeface="Calibri" panose="020F0502020204030204" pitchFamily="34" charset="0"/>
                <a:cs typeface="Calibri" panose="020F0502020204030204" pitchFamily="34" charset="0"/>
              </a:rPr>
              <a:t>Excellent analytical, functional, design and development skills with excellent communication skills </a:t>
            </a:r>
            <a:endParaRPr lang="en-IN" sz="4200" dirty="0">
              <a:latin typeface="Calibri" panose="020F0502020204030204" pitchFamily="34" charset="0"/>
              <a:cs typeface="Calibri" panose="020F0502020204030204" pitchFamily="34" charset="0"/>
            </a:endParaRPr>
          </a:p>
          <a:p>
            <a:pPr marL="171450" indent="-171450">
              <a:buFont typeface="Wingdings" panose="05000000000000000000" pitchFamily="2" charset="2"/>
              <a:buChar char="Ø"/>
            </a:pPr>
            <a:r>
              <a:rPr lang="en-US" sz="4200" dirty="0">
                <a:latin typeface="Calibri" panose="020F0502020204030204" pitchFamily="34" charset="0"/>
                <a:cs typeface="Calibri" panose="020F0502020204030204" pitchFamily="34" charset="0"/>
              </a:rPr>
              <a:t>Ability to interact with the executives and perform independently as well as team environments.</a:t>
            </a:r>
            <a:endParaRPr lang="en-IN" sz="4200" dirty="0">
              <a:latin typeface="Calibri" panose="020F0502020204030204" pitchFamily="34" charset="0"/>
              <a:cs typeface="Calibri" panose="020F0502020204030204" pitchFamily="34" charset="0"/>
            </a:endParaRPr>
          </a:p>
          <a:p>
            <a:pPr marL="171450" indent="-171450">
              <a:buFont typeface="Wingdings" panose="05000000000000000000" pitchFamily="2" charset="2"/>
              <a:buChar char="Ø"/>
            </a:pPr>
            <a:r>
              <a:rPr lang="en-US" sz="4200" dirty="0">
                <a:latin typeface="Calibri" panose="020F0502020204030204" pitchFamily="34" charset="0"/>
                <a:cs typeface="Calibri" panose="020F0502020204030204" pitchFamily="34" charset="0"/>
              </a:rPr>
              <a:t>Excellent working knowledge of Shell Scripting and job scheduling on platforms like UNIX.</a:t>
            </a:r>
            <a:endParaRPr lang="en-IN" sz="4200" dirty="0">
              <a:latin typeface="Calibri" panose="020F0502020204030204" pitchFamily="34" charset="0"/>
              <a:cs typeface="Calibri" panose="020F0502020204030204" pitchFamily="34" charset="0"/>
            </a:endParaRPr>
          </a:p>
          <a:p>
            <a:pPr marL="171450" indent="-171450">
              <a:buFont typeface="Wingdings" panose="05000000000000000000" pitchFamily="2" charset="2"/>
              <a:buChar char="Ø"/>
            </a:pPr>
            <a:r>
              <a:rPr lang="en-US" sz="4200" dirty="0">
                <a:latin typeface="Calibri" panose="020F0502020204030204" pitchFamily="34" charset="0"/>
                <a:cs typeface="Calibri" panose="020F0502020204030204" pitchFamily="34" charset="0"/>
              </a:rPr>
              <a:t>Initiated scrum calls daily at Offshore and Leaded the conference call </a:t>
            </a:r>
          </a:p>
          <a:p>
            <a:pPr marL="171450" lvl="0" indent="-171450">
              <a:buFont typeface="Wingdings" panose="05000000000000000000" pitchFamily="2" charset="2"/>
              <a:buChar char="Ø"/>
            </a:pPr>
            <a:r>
              <a:rPr lang="en-US" sz="4200" dirty="0">
                <a:latin typeface="Calibri" panose="020F0502020204030204" pitchFamily="34" charset="0"/>
                <a:cs typeface="Calibri" panose="020F0502020204030204" pitchFamily="34" charset="0"/>
              </a:rPr>
              <a:t>Prepared and shared Deployment documents before monthly Sprint delivery</a:t>
            </a:r>
            <a:endParaRPr lang="en-IN" sz="4200" dirty="0">
              <a:latin typeface="Calibri" panose="020F0502020204030204" pitchFamily="34" charset="0"/>
              <a:cs typeface="Calibri" panose="020F0502020204030204" pitchFamily="34" charset="0"/>
            </a:endParaRPr>
          </a:p>
          <a:p>
            <a:pPr marL="171450" lvl="0" indent="-171450">
              <a:buFont typeface="Wingdings" panose="05000000000000000000" pitchFamily="2" charset="2"/>
              <a:buChar char="Ø"/>
            </a:pPr>
            <a:r>
              <a:rPr lang="en-US" sz="4200" dirty="0">
                <a:latin typeface="Calibri" panose="020F0502020204030204" pitchFamily="34" charset="0"/>
                <a:cs typeface="Calibri" panose="020F0502020204030204" pitchFamily="34" charset="0"/>
              </a:rPr>
              <a:t>Mentored junior team members and provided necessary support to team members</a:t>
            </a:r>
            <a:endParaRPr lang="en-IN" sz="4200" dirty="0">
              <a:latin typeface="Calibri" panose="020F0502020204030204" pitchFamily="34" charset="0"/>
              <a:cs typeface="Calibri" panose="020F0502020204030204" pitchFamily="34" charset="0"/>
            </a:endParaRPr>
          </a:p>
          <a:p>
            <a:pPr marL="171450" indent="-171450">
              <a:buFont typeface="Wingdings" panose="05000000000000000000" pitchFamily="2" charset="2"/>
              <a:buChar char="Ø"/>
            </a:pPr>
            <a:endParaRPr lang="en-IN" sz="1200" dirty="0"/>
          </a:p>
          <a:p>
            <a:endParaRPr lang="en-IN" dirty="0"/>
          </a:p>
          <a:p>
            <a:r>
              <a:rPr lang="en-IN" dirty="0"/>
              <a:t> </a:t>
            </a:r>
          </a:p>
          <a:p>
            <a:r>
              <a:rPr lang="en-IN" dirty="0"/>
              <a:t>	</a:t>
            </a:r>
          </a:p>
        </p:txBody>
      </p:sp>
      <p:sp>
        <p:nvSpPr>
          <p:cNvPr id="21" name="Text Placeholder 20"/>
          <p:cNvSpPr>
            <a:spLocks noGrp="1"/>
          </p:cNvSpPr>
          <p:nvPr>
            <p:ph type="body" sz="quarter" idx="13"/>
          </p:nvPr>
        </p:nvSpPr>
        <p:spPr/>
        <p:txBody>
          <a:bodyPr>
            <a:normAutofit/>
          </a:bodyPr>
          <a:lstStyle/>
          <a:p>
            <a:pPr marL="231775">
              <a:buClr>
                <a:srgbClr val="000000"/>
              </a:buClr>
              <a:defRPr/>
            </a:pPr>
            <a:r>
              <a:rPr lang="en-US" b="1" dirty="0">
                <a:solidFill>
                  <a:schemeClr val="tx2"/>
                </a:solidFill>
                <a:latin typeface="Calibri" pitchFamily="34" charset="0"/>
                <a:sym typeface="Arial Unicode MS" pitchFamily="34" charset="-128"/>
              </a:rPr>
              <a:t>Sector Experience:  </a:t>
            </a:r>
          </a:p>
          <a:p>
            <a:pPr marL="231775" indent="-180975">
              <a:buClr>
                <a:srgbClr val="000000"/>
              </a:buClr>
              <a:buFont typeface="Wingdings" panose="05000000000000000000" pitchFamily="2" charset="2"/>
              <a:buChar char="v"/>
              <a:defRPr/>
            </a:pPr>
            <a:r>
              <a:rPr lang="en-US" dirty="0">
                <a:latin typeface="Calibri" pitchFamily="34" charset="0"/>
                <a:sym typeface="Arial Unicode MS" pitchFamily="34" charset="-128"/>
              </a:rPr>
              <a:t>Industries: Healthcare, Banking , Media.</a:t>
            </a:r>
          </a:p>
          <a:p>
            <a:pPr marL="231775" indent="-180975">
              <a:buClr>
                <a:srgbClr val="000000"/>
              </a:buClr>
              <a:buFont typeface="Wingdings" panose="05000000000000000000" pitchFamily="2" charset="2"/>
              <a:buChar char="v"/>
              <a:defRPr/>
            </a:pPr>
            <a:endParaRPr lang="en-GB" dirty="0">
              <a:latin typeface="Calibri" pitchFamily="34" charset="0"/>
              <a:sym typeface="Arial Unicode MS" pitchFamily="34" charset="-128"/>
            </a:endParaRPr>
          </a:p>
          <a:p>
            <a:pPr marL="50800">
              <a:buClr>
                <a:srgbClr val="000000"/>
              </a:buClr>
              <a:defRPr/>
            </a:pPr>
            <a:r>
              <a:rPr lang="en-US" b="1" dirty="0">
                <a:solidFill>
                  <a:schemeClr val="tx2"/>
                </a:solidFill>
                <a:latin typeface="Calibri" pitchFamily="34" charset="0"/>
                <a:sym typeface="Arial Unicode MS" pitchFamily="34" charset="-128"/>
              </a:rPr>
              <a:t>Technical Skill set: </a:t>
            </a:r>
          </a:p>
          <a:p>
            <a:pPr marL="50800">
              <a:buClr>
                <a:srgbClr val="000000"/>
              </a:buClr>
              <a:defRPr/>
            </a:pPr>
            <a:r>
              <a:rPr lang="en-US" b="1" dirty="0">
                <a:solidFill>
                  <a:schemeClr val="tx2"/>
                </a:solidFill>
                <a:latin typeface="Calibri" pitchFamily="34" charset="0"/>
                <a:sym typeface="Arial Unicode MS" pitchFamily="34" charset="-128"/>
              </a:rPr>
              <a:t>Informatica, Oracle, SQL Server, Pentaho</a:t>
            </a:r>
          </a:p>
          <a:p>
            <a:pPr marL="0" indent="0">
              <a:buClr>
                <a:srgbClr val="000000"/>
              </a:buClr>
              <a:buNone/>
              <a:defRPr/>
            </a:pPr>
            <a:endParaRPr lang="en-US" sz="900" b="1" dirty="0">
              <a:solidFill>
                <a:schemeClr val="tx2"/>
              </a:solidFill>
              <a:latin typeface="Calibri" pitchFamily="34" charset="0"/>
              <a:sym typeface="Arial Unicode MS" pitchFamily="34" charset="-128"/>
            </a:endParaRPr>
          </a:p>
          <a:p>
            <a:pPr marL="0" indent="0">
              <a:buClr>
                <a:srgbClr val="000000"/>
              </a:buClr>
              <a:buNone/>
              <a:defRPr/>
            </a:pPr>
            <a:endParaRPr lang="en-US" sz="900" b="1" dirty="0">
              <a:solidFill>
                <a:schemeClr val="tx2"/>
              </a:solidFill>
              <a:latin typeface="Calibri" pitchFamily="34" charset="0"/>
              <a:sym typeface="Arial Unicode MS" pitchFamily="34" charset="-128"/>
            </a:endParaRPr>
          </a:p>
          <a:p>
            <a:pPr marL="50800">
              <a:buClr>
                <a:srgbClr val="000000"/>
              </a:buClr>
              <a:defRPr/>
            </a:pPr>
            <a:endParaRPr lang="en-US" sz="900" b="1" dirty="0">
              <a:solidFill>
                <a:schemeClr val="tx2"/>
              </a:solidFill>
              <a:latin typeface="Calibri" pitchFamily="34" charset="0"/>
              <a:sym typeface="Arial Unicode MS" pitchFamily="34" charset="-128"/>
            </a:endParaRPr>
          </a:p>
        </p:txBody>
      </p:sp>
      <p:sp>
        <p:nvSpPr>
          <p:cNvPr id="16" name="Text Placeholder 15"/>
          <p:cNvSpPr>
            <a:spLocks noGrp="1"/>
          </p:cNvSpPr>
          <p:nvPr>
            <p:ph type="body" sz="quarter" idx="19"/>
          </p:nvPr>
        </p:nvSpPr>
        <p:spPr/>
        <p:txBody>
          <a:bodyPr/>
          <a:lstStyle/>
          <a:p>
            <a:r>
              <a:rPr lang="en-US" dirty="0"/>
              <a:t>Informatica ETL Lead </a:t>
            </a:r>
          </a:p>
        </p:txBody>
      </p:sp>
      <p:sp>
        <p:nvSpPr>
          <p:cNvPr id="22" name="Text Placeholder 21"/>
          <p:cNvSpPr>
            <a:spLocks noGrp="1"/>
          </p:cNvSpPr>
          <p:nvPr>
            <p:ph type="body" sz="quarter" idx="20"/>
          </p:nvPr>
        </p:nvSpPr>
        <p:spPr/>
        <p:txBody>
          <a:bodyPr>
            <a:normAutofit/>
          </a:bodyPr>
          <a:lstStyle/>
          <a:p>
            <a:r>
              <a:rPr lang="en-US" dirty="0">
                <a:latin typeface="+mj-lt"/>
              </a:rPr>
              <a:t>MCA - Bharathiyar University</a:t>
            </a:r>
          </a:p>
          <a:p>
            <a:r>
              <a:rPr lang="en-US" dirty="0">
                <a:latin typeface="+mj-lt"/>
              </a:rPr>
              <a:t>MPhil  - Alagappa University</a:t>
            </a:r>
          </a:p>
        </p:txBody>
      </p:sp>
      <p:sp>
        <p:nvSpPr>
          <p:cNvPr id="17" name="Text Placeholder 16"/>
          <p:cNvSpPr>
            <a:spLocks noGrp="1"/>
          </p:cNvSpPr>
          <p:nvPr>
            <p:ph type="body" sz="quarter" idx="22"/>
          </p:nvPr>
        </p:nvSpPr>
        <p:spPr/>
        <p:txBody>
          <a:bodyPr/>
          <a:lstStyle/>
          <a:p>
            <a:r>
              <a:rPr lang="en-US" dirty="0"/>
              <a:t>Bangalore</a:t>
            </a:r>
          </a:p>
        </p:txBody>
      </p:sp>
      <p:sp>
        <p:nvSpPr>
          <p:cNvPr id="18" name="Text Placeholder 17"/>
          <p:cNvSpPr>
            <a:spLocks noGrp="1"/>
          </p:cNvSpPr>
          <p:nvPr>
            <p:ph type="body" sz="quarter" idx="23"/>
          </p:nvPr>
        </p:nvSpPr>
        <p:spPr/>
        <p:txBody>
          <a:bodyPr/>
          <a:lstStyle/>
          <a:p>
            <a:r>
              <a:rPr lang="en-US"/>
              <a:t>Indian</a:t>
            </a:r>
            <a:endParaRPr lang="en-US" dirty="0"/>
          </a:p>
        </p:txBody>
      </p:sp>
      <p:sp>
        <p:nvSpPr>
          <p:cNvPr id="19" name="Text Placeholder 18"/>
          <p:cNvSpPr>
            <a:spLocks noGrp="1"/>
          </p:cNvSpPr>
          <p:nvPr>
            <p:ph type="body" sz="quarter" idx="24"/>
          </p:nvPr>
        </p:nvSpPr>
        <p:spPr/>
        <p:txBody>
          <a:bodyPr/>
          <a:lstStyle/>
          <a:p>
            <a:r>
              <a:rPr lang="en-US" dirty="0"/>
              <a:t>Hindi, English, Tamil</a:t>
            </a:r>
          </a:p>
        </p:txBody>
      </p:sp>
      <p:sp>
        <p:nvSpPr>
          <p:cNvPr id="4" name="Text Placeholder 3">
            <a:extLst>
              <a:ext uri="{FF2B5EF4-FFF2-40B4-BE49-F238E27FC236}">
                <a16:creationId xmlns:a16="http://schemas.microsoft.com/office/drawing/2014/main" id="{3FC2C0BA-D32A-4D88-9C2D-17FC1938ECEA}"/>
              </a:ext>
            </a:extLst>
          </p:cNvPr>
          <p:cNvSpPr>
            <a:spLocks noGrp="1"/>
          </p:cNvSpPr>
          <p:nvPr>
            <p:ph type="body" sz="quarter" idx="25"/>
          </p:nvPr>
        </p:nvSpPr>
        <p:spPr/>
        <p:txBody>
          <a:bodyPr/>
          <a:lstStyle/>
          <a:p>
            <a:r>
              <a:rPr lang="en-US" dirty="0"/>
              <a:t>Manivasagan Namasivayam</a:t>
            </a:r>
            <a:endParaRPr lang="en-IN" dirty="0"/>
          </a:p>
        </p:txBody>
      </p:sp>
      <p:pic>
        <p:nvPicPr>
          <p:cNvPr id="15" name="Picture Placeholder 14">
            <a:extLst>
              <a:ext uri="{FF2B5EF4-FFF2-40B4-BE49-F238E27FC236}">
                <a16:creationId xmlns:a16="http://schemas.microsoft.com/office/drawing/2014/main" id="{F86F4B65-5F69-47AF-B544-70BB4DDF2D24}"/>
              </a:ext>
            </a:extLst>
          </p:cNvPr>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rcRect l="7889" r="7889"/>
          <a:stretch>
            <a:fillRect/>
          </a:stretch>
        </p:blipFill>
        <p:spPr>
          <a:xfrm>
            <a:off x="334963" y="908050"/>
            <a:ext cx="1152525" cy="1368425"/>
          </a:xfrm>
          <a:prstGeom prst="rect">
            <a:avLst/>
          </a:prstGeom>
        </p:spPr>
      </p:pic>
    </p:spTree>
    <p:extLst>
      <p:ext uri="{BB962C8B-B14F-4D97-AF65-F5344CB8AC3E}">
        <p14:creationId xmlns:p14="http://schemas.microsoft.com/office/powerpoint/2010/main" val="1471727978"/>
      </p:ext>
    </p:extLst>
  </p:cSld>
  <p:clrMapOvr>
    <a:masterClrMapping/>
  </p:clrMapOvr>
</p:sld>
</file>

<file path=ppt/theme/theme1.xml><?xml version="1.0" encoding="utf-8"?>
<a:theme xmlns:a="http://schemas.openxmlformats.org/drawingml/2006/main" name="One-page (NL)_template_2014">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nePager Template 2015 UK_v1 1.potx [Read-Only]" id="{D44A22F0-30EA-41DF-824C-BE0E1963C941}" vid="{15A786CD-0D88-4F2F-B31C-E5FDA26D8A52}"/>
    </a:ext>
  </a:extLst>
</a:theme>
</file>

<file path=docProps/app.xml><?xml version="1.0" encoding="utf-8"?>
<Properties xmlns="http://schemas.openxmlformats.org/officeDocument/2006/extended-properties" xmlns:vt="http://schemas.openxmlformats.org/officeDocument/2006/docPropsVTypes">
  <TotalTime>168</TotalTime>
  <Words>388</Words>
  <Application>Microsoft Office PowerPoint</Application>
  <PresentationFormat>Widescreen</PresentationFormat>
  <Paragraphs>37</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Century Gothic</vt:lpstr>
      <vt:lpstr>Wingdings</vt:lpstr>
      <vt:lpstr>One-page (NL)_template_2014</vt:lpstr>
      <vt:lpstr>MANIVASAGAN NAMASIVAYAM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Ghosh, Subhradeep</dc:creator>
  <cp:lastModifiedBy>Namasivayam, Manivasagan</cp:lastModifiedBy>
  <cp:revision>30</cp:revision>
  <dcterms:created xsi:type="dcterms:W3CDTF">2020-01-29T10:40:50Z</dcterms:created>
  <dcterms:modified xsi:type="dcterms:W3CDTF">2022-03-04T14:01:10Z</dcterms:modified>
</cp:coreProperties>
</file>