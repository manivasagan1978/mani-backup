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jpeg" ContentType="image/jpeg"/>
  <Default Extension="rels" ContentType="application/vnd.openxmlformats-package.relationships+xml"/>
  <Default Extension="xml" ContentType="application/xml"/>
  <Default Extension="vsdx" ContentType="application/vnd.ms-visio.drawing"/>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heme/theme4.xml" ContentType="application/vnd.openxmlformats-officedocument.theme+xml"/>
  <Override PartName="/ppt/theme/theme5.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1" r:id="rId1"/>
    <p:sldMasterId id="2147483838" r:id="rId2"/>
    <p:sldMasterId id="2147483858" r:id="rId3"/>
  </p:sldMasterIdLst>
  <p:notesMasterIdLst>
    <p:notesMasterId r:id="rId33"/>
  </p:notesMasterIdLst>
  <p:handoutMasterIdLst>
    <p:handoutMasterId r:id="rId34"/>
  </p:handoutMasterIdLst>
  <p:sldIdLst>
    <p:sldId id="258" r:id="rId4"/>
    <p:sldId id="338" r:id="rId5"/>
    <p:sldId id="339" r:id="rId6"/>
    <p:sldId id="340" r:id="rId7"/>
    <p:sldId id="341" r:id="rId8"/>
    <p:sldId id="342" r:id="rId9"/>
    <p:sldId id="343" r:id="rId10"/>
    <p:sldId id="360" r:id="rId11"/>
    <p:sldId id="361" r:id="rId12"/>
    <p:sldId id="362" r:id="rId13"/>
    <p:sldId id="352" r:id="rId14"/>
    <p:sldId id="353" r:id="rId15"/>
    <p:sldId id="354" r:id="rId16"/>
    <p:sldId id="369" r:id="rId17"/>
    <p:sldId id="370" r:id="rId18"/>
    <p:sldId id="371" r:id="rId19"/>
    <p:sldId id="355" r:id="rId20"/>
    <p:sldId id="372" r:id="rId21"/>
    <p:sldId id="373" r:id="rId22"/>
    <p:sldId id="374" r:id="rId23"/>
    <p:sldId id="376" r:id="rId24"/>
    <p:sldId id="377" r:id="rId25"/>
    <p:sldId id="378" r:id="rId26"/>
    <p:sldId id="379" r:id="rId27"/>
    <p:sldId id="380" r:id="rId28"/>
    <p:sldId id="363" r:id="rId29"/>
    <p:sldId id="368" r:id="rId30"/>
    <p:sldId id="375" r:id="rId31"/>
    <p:sldId id="273" r:id="rId32"/>
  </p:sldIdLst>
  <p:sldSz cx="12192000" cy="6858000"/>
  <p:notesSz cx="6858000" cy="9144000"/>
  <p:custDataLst>
    <p:tags r:id="rId35"/>
  </p:custDataLst>
  <p:defaultTextStyle>
    <a:defPPr>
      <a:defRPr lang="pt-PT"/>
    </a:defPPr>
    <a:lvl1pPr algn="l" rtl="0" fontAlgn="base">
      <a:spcBef>
        <a:spcPct val="0"/>
      </a:spcBef>
      <a:spcAft>
        <a:spcPct val="0"/>
      </a:spcAft>
      <a:defRPr kern="1200">
        <a:solidFill>
          <a:schemeClr val="tx1"/>
        </a:solidFill>
        <a:latin typeface="Verdana" pitchFamily="34" charset="0"/>
        <a:ea typeface="+mn-ea"/>
        <a:cs typeface="Arial" charset="0"/>
      </a:defRPr>
    </a:lvl1pPr>
    <a:lvl2pPr marL="457200" algn="l" rtl="0" fontAlgn="base">
      <a:spcBef>
        <a:spcPct val="0"/>
      </a:spcBef>
      <a:spcAft>
        <a:spcPct val="0"/>
      </a:spcAft>
      <a:defRPr kern="1200">
        <a:solidFill>
          <a:schemeClr val="tx1"/>
        </a:solidFill>
        <a:latin typeface="Verdana" pitchFamily="34" charset="0"/>
        <a:ea typeface="+mn-ea"/>
        <a:cs typeface="Arial" charset="0"/>
      </a:defRPr>
    </a:lvl2pPr>
    <a:lvl3pPr marL="914400" algn="l" rtl="0" fontAlgn="base">
      <a:spcBef>
        <a:spcPct val="0"/>
      </a:spcBef>
      <a:spcAft>
        <a:spcPct val="0"/>
      </a:spcAft>
      <a:defRPr kern="1200">
        <a:solidFill>
          <a:schemeClr val="tx1"/>
        </a:solidFill>
        <a:latin typeface="Verdana" pitchFamily="34" charset="0"/>
        <a:ea typeface="+mn-ea"/>
        <a:cs typeface="Arial" charset="0"/>
      </a:defRPr>
    </a:lvl3pPr>
    <a:lvl4pPr marL="1371600" algn="l" rtl="0" fontAlgn="base">
      <a:spcBef>
        <a:spcPct val="0"/>
      </a:spcBef>
      <a:spcAft>
        <a:spcPct val="0"/>
      </a:spcAft>
      <a:defRPr kern="1200">
        <a:solidFill>
          <a:schemeClr val="tx1"/>
        </a:solidFill>
        <a:latin typeface="Verdana" pitchFamily="34" charset="0"/>
        <a:ea typeface="+mn-ea"/>
        <a:cs typeface="Arial" charset="0"/>
      </a:defRPr>
    </a:lvl4pPr>
    <a:lvl5pPr marL="1828800" algn="l" rtl="0" fontAlgn="base">
      <a:spcBef>
        <a:spcPct val="0"/>
      </a:spcBef>
      <a:spcAft>
        <a:spcPct val="0"/>
      </a:spcAft>
      <a:defRPr kern="1200">
        <a:solidFill>
          <a:schemeClr val="tx1"/>
        </a:solidFill>
        <a:latin typeface="Verdana" pitchFamily="34" charset="0"/>
        <a:ea typeface="+mn-ea"/>
        <a:cs typeface="Arial" charset="0"/>
      </a:defRPr>
    </a:lvl5pPr>
    <a:lvl6pPr marL="2286000" algn="l" defTabSz="914400" rtl="0" eaLnBrk="1" latinLnBrk="0" hangingPunct="1">
      <a:defRPr kern="1200">
        <a:solidFill>
          <a:schemeClr val="tx1"/>
        </a:solidFill>
        <a:latin typeface="Verdana" pitchFamily="34" charset="0"/>
        <a:ea typeface="+mn-ea"/>
        <a:cs typeface="Arial" charset="0"/>
      </a:defRPr>
    </a:lvl6pPr>
    <a:lvl7pPr marL="2743200" algn="l" defTabSz="914400" rtl="0" eaLnBrk="1" latinLnBrk="0" hangingPunct="1">
      <a:defRPr kern="1200">
        <a:solidFill>
          <a:schemeClr val="tx1"/>
        </a:solidFill>
        <a:latin typeface="Verdana" pitchFamily="34" charset="0"/>
        <a:ea typeface="+mn-ea"/>
        <a:cs typeface="Arial" charset="0"/>
      </a:defRPr>
    </a:lvl7pPr>
    <a:lvl8pPr marL="3200400" algn="l" defTabSz="914400" rtl="0" eaLnBrk="1" latinLnBrk="0" hangingPunct="1">
      <a:defRPr kern="1200">
        <a:solidFill>
          <a:schemeClr val="tx1"/>
        </a:solidFill>
        <a:latin typeface="Verdana" pitchFamily="34" charset="0"/>
        <a:ea typeface="+mn-ea"/>
        <a:cs typeface="Arial" charset="0"/>
      </a:defRPr>
    </a:lvl8pPr>
    <a:lvl9pPr marL="3657600" algn="l" defTabSz="914400" rtl="0" eaLnBrk="1" latinLnBrk="0" hangingPunct="1">
      <a:defRPr kern="1200">
        <a:solidFill>
          <a:schemeClr val="tx1"/>
        </a:solidFill>
        <a:latin typeface="Verdana" pitchFamily="34" charset="0"/>
        <a:ea typeface="+mn-ea"/>
        <a:cs typeface="Arial" charset="0"/>
      </a:defRPr>
    </a:lvl9pPr>
  </p:defaultTextStyle>
  <p:extLst>
    <p:ext uri="{EFAFB233-063F-42B5-8137-9DF3F51BA10A}">
      <p15:sldGuideLst xmlns:p15="http://schemas.microsoft.com/office/powerpoint/2012/main" xmlns="">
        <p15:guide id="1" orient="horz" pos="2341">
          <p15:clr>
            <a:srgbClr val="A4A3A4"/>
          </p15:clr>
        </p15:guide>
        <p15:guide id="2" pos="3659">
          <p15:clr>
            <a:srgbClr val="A4A3A4"/>
          </p15:clr>
        </p15:guide>
      </p15:sldGuideLst>
    </p:ext>
    <p:ext uri="{2D200454-40CA-4A62-9FC3-DE9A4176ACB9}">
      <p15:notes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8AB1"/>
    <a:srgbClr val="FF6327"/>
    <a:srgbClr val="FF8E61"/>
    <a:srgbClr val="FFCC66"/>
    <a:srgbClr val="14B4E6"/>
    <a:srgbClr val="01D1D0"/>
    <a:srgbClr val="E6E7E7"/>
    <a:srgbClr val="0070AD"/>
    <a:srgbClr val="7F7F7F"/>
    <a:srgbClr val="6D64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735" autoAdjust="0"/>
    <p:restoredTop sz="94849" autoAdjust="0"/>
  </p:normalViewPr>
  <p:slideViewPr>
    <p:cSldViewPr>
      <p:cViewPr varScale="1">
        <p:scale>
          <a:sx n="70" d="100"/>
          <a:sy n="70" d="100"/>
        </p:scale>
        <p:origin x="-918" y="-96"/>
      </p:cViewPr>
      <p:guideLst>
        <p:guide orient="horz" pos="2341"/>
        <p:guide pos="3659"/>
      </p:guideLst>
    </p:cSldViewPr>
  </p:slideViewPr>
  <p:outlineViewPr>
    <p:cViewPr>
      <p:scale>
        <a:sx n="33" d="100"/>
        <a:sy n="33" d="100"/>
      </p:scale>
      <p:origin x="0" y="0"/>
    </p:cViewPr>
  </p:outlineViewPr>
  <p:notesTextViewPr>
    <p:cViewPr>
      <p:scale>
        <a:sx n="3" d="2"/>
        <a:sy n="3" d="2"/>
      </p:scale>
      <p:origin x="0" y="0"/>
    </p:cViewPr>
  </p:notesTextViewPr>
  <p:sorterViewPr>
    <p:cViewPr>
      <p:scale>
        <a:sx n="200" d="100"/>
        <a:sy n="200" d="100"/>
      </p:scale>
      <p:origin x="0" y="0"/>
    </p:cViewPr>
  </p:sorterViewPr>
  <p:notesViewPr>
    <p:cSldViewPr>
      <p:cViewPr varScale="1">
        <p:scale>
          <a:sx n="79" d="100"/>
          <a:sy n="79" d="100"/>
        </p:scale>
        <p:origin x="2352" y="7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tableStyles" Target="tableStyles.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handoutMaster" Target="handoutMasters/handoutMaster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tags" Target="tags/tag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2DAC3DC-0BCC-40FA-B39C-8C8AEDC79D2D}"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en-US"/>
        </a:p>
      </dgm:t>
    </dgm:pt>
    <dgm:pt modelId="{792048C2-FF1A-4E1A-AE68-6E0C72E8FFA2}">
      <dgm:prSet phldrT="[Text]" custT="1"/>
      <dgm:spPr/>
      <dgm:t>
        <a:bodyPr/>
        <a:lstStyle/>
        <a:p>
          <a:r>
            <a:rPr lang="en-GB" altLang="en-US" sz="1600" dirty="0" smtClean="0"/>
            <a:t>AML Cleanslate project</a:t>
          </a:r>
          <a:endParaRPr lang="en-US" sz="1600" dirty="0">
            <a:latin typeface="+mj-lt"/>
          </a:endParaRPr>
        </a:p>
      </dgm:t>
    </dgm:pt>
    <dgm:pt modelId="{554F011D-D19E-427A-AAF9-45E6C3727FF8}" type="parTrans" cxnId="{EF76705C-FFB9-4CE4-BE55-7B3DE2611387}">
      <dgm:prSet/>
      <dgm:spPr/>
      <dgm:t>
        <a:bodyPr/>
        <a:lstStyle/>
        <a:p>
          <a:endParaRPr lang="en-US"/>
        </a:p>
      </dgm:t>
    </dgm:pt>
    <dgm:pt modelId="{8C186E9D-5A09-4A8D-B820-9F1B08EB93A7}" type="sibTrans" cxnId="{EF76705C-FFB9-4CE4-BE55-7B3DE2611387}">
      <dgm:prSet/>
      <dgm:spPr/>
      <dgm:t>
        <a:bodyPr/>
        <a:lstStyle/>
        <a:p>
          <a:endParaRPr lang="en-US"/>
        </a:p>
      </dgm:t>
    </dgm:pt>
    <dgm:pt modelId="{1DFD4802-006A-4A1C-9EF5-CD9DE79CF2A5}">
      <dgm:prSet phldrT="[Text]"/>
      <dgm:spPr>
        <a:solidFill>
          <a:schemeClr val="accent1"/>
        </a:solidFill>
      </dgm:spPr>
      <dgm:t>
        <a:bodyPr/>
        <a:lstStyle/>
        <a:p>
          <a:r>
            <a:rPr lang="en-US" dirty="0"/>
            <a:t> </a:t>
          </a:r>
        </a:p>
      </dgm:t>
    </dgm:pt>
    <dgm:pt modelId="{AB411A78-1ED6-4AD7-BF0D-D54CD22C79B0}" type="sibTrans" cxnId="{B5240958-343A-468C-8080-BB6E0ABB27A2}">
      <dgm:prSet/>
      <dgm:spPr/>
      <dgm:t>
        <a:bodyPr/>
        <a:lstStyle/>
        <a:p>
          <a:endParaRPr lang="en-US"/>
        </a:p>
      </dgm:t>
    </dgm:pt>
    <dgm:pt modelId="{FAB13B3C-5B61-44BB-A3FF-F48255D931C4}" type="parTrans" cxnId="{B5240958-343A-468C-8080-BB6E0ABB27A2}">
      <dgm:prSet/>
      <dgm:spPr/>
      <dgm:t>
        <a:bodyPr/>
        <a:lstStyle/>
        <a:p>
          <a:endParaRPr lang="en-US"/>
        </a:p>
      </dgm:t>
    </dgm:pt>
    <dgm:pt modelId="{586410FB-39EB-4985-8B44-09252B9BECF9}">
      <dgm:prSet phldrT="[Text]"/>
      <dgm:spPr>
        <a:solidFill>
          <a:schemeClr val="accent2"/>
        </a:solidFill>
      </dgm:spPr>
      <dgm:t>
        <a:bodyPr/>
        <a:lstStyle/>
        <a:p>
          <a:r>
            <a:rPr lang="en-US" dirty="0"/>
            <a:t> </a:t>
          </a:r>
        </a:p>
      </dgm:t>
    </dgm:pt>
    <dgm:pt modelId="{308B6723-A5FF-45C3-BA83-075B3DA7DE77}" type="sibTrans" cxnId="{66A9D633-3E3D-4B13-8BE9-2C72315B0BD2}">
      <dgm:prSet/>
      <dgm:spPr/>
      <dgm:t>
        <a:bodyPr/>
        <a:lstStyle/>
        <a:p>
          <a:endParaRPr lang="en-US"/>
        </a:p>
      </dgm:t>
    </dgm:pt>
    <dgm:pt modelId="{549ED3FD-926E-42C3-99CD-7B2EB7ADA76D}" type="parTrans" cxnId="{66A9D633-3E3D-4B13-8BE9-2C72315B0BD2}">
      <dgm:prSet/>
      <dgm:spPr/>
      <dgm:t>
        <a:bodyPr/>
        <a:lstStyle/>
        <a:p>
          <a:endParaRPr lang="en-US"/>
        </a:p>
      </dgm:t>
    </dgm:pt>
    <dgm:pt modelId="{68543EC8-B943-4462-BCFD-3E0A4DE5A039}">
      <dgm:prSet phldrT="[Text]"/>
      <dgm:spPr>
        <a:solidFill>
          <a:schemeClr val="accent2"/>
        </a:solidFill>
      </dgm:spPr>
      <dgm:t>
        <a:bodyPr/>
        <a:lstStyle/>
        <a:p>
          <a:r>
            <a:rPr lang="en-US" dirty="0"/>
            <a:t> </a:t>
          </a:r>
        </a:p>
      </dgm:t>
    </dgm:pt>
    <dgm:pt modelId="{4D4C6FC6-7AD0-4EA4-BDF5-7AB53D9A0811}" type="parTrans" cxnId="{42F42B0C-FA49-4BF1-99AF-B2278F136937}">
      <dgm:prSet/>
      <dgm:spPr/>
      <dgm:t>
        <a:bodyPr/>
        <a:lstStyle/>
        <a:p>
          <a:endParaRPr lang="en-US"/>
        </a:p>
      </dgm:t>
    </dgm:pt>
    <dgm:pt modelId="{8EACBAFF-7F0B-4555-B1D3-43B6C1D49AA9}" type="sibTrans" cxnId="{42F42B0C-FA49-4BF1-99AF-B2278F136937}">
      <dgm:prSet/>
      <dgm:spPr/>
      <dgm:t>
        <a:bodyPr/>
        <a:lstStyle/>
        <a:p>
          <a:endParaRPr lang="en-US"/>
        </a:p>
      </dgm:t>
    </dgm:pt>
    <dgm:pt modelId="{D5981549-A441-4DB0-A421-92E065975514}">
      <dgm:prSet phldrT="[Text]" custT="1"/>
      <dgm:spPr/>
      <dgm:t>
        <a:bodyPr/>
        <a:lstStyle/>
        <a:p>
          <a:r>
            <a:rPr lang="en-US" sz="1600" dirty="0" smtClean="0">
              <a:latin typeface="+mj-lt"/>
            </a:rPr>
            <a:t>EPP – Upgrade Project</a:t>
          </a:r>
          <a:endParaRPr lang="en-US" sz="1600" dirty="0">
            <a:latin typeface="+mj-lt"/>
          </a:endParaRPr>
        </a:p>
      </dgm:t>
    </dgm:pt>
    <dgm:pt modelId="{EAC79046-C368-4002-A725-6BBA56226763}" type="parTrans" cxnId="{C7CB06CD-B0BF-4B1D-BDFC-607012DABE04}">
      <dgm:prSet/>
      <dgm:spPr/>
      <dgm:t>
        <a:bodyPr/>
        <a:lstStyle/>
        <a:p>
          <a:endParaRPr lang="en-US"/>
        </a:p>
      </dgm:t>
    </dgm:pt>
    <dgm:pt modelId="{B874C919-2C4F-4273-86BC-0B8DC860A1A9}" type="sibTrans" cxnId="{C7CB06CD-B0BF-4B1D-BDFC-607012DABE04}">
      <dgm:prSet/>
      <dgm:spPr/>
      <dgm:t>
        <a:bodyPr/>
        <a:lstStyle/>
        <a:p>
          <a:endParaRPr lang="en-US"/>
        </a:p>
      </dgm:t>
    </dgm:pt>
    <dgm:pt modelId="{86E94B43-5063-4CA5-979E-768688E02BD4}">
      <dgm:prSet phldrT="[Text]" custT="1"/>
      <dgm:spPr/>
      <dgm:t>
        <a:bodyPr/>
        <a:lstStyle/>
        <a:p>
          <a:endParaRPr lang="en-US" sz="1600" dirty="0">
            <a:latin typeface="+mj-lt"/>
          </a:endParaRPr>
        </a:p>
      </dgm:t>
    </dgm:pt>
    <dgm:pt modelId="{A8DBE1A8-7505-4FC3-A394-2F9A55A95171}" type="parTrans" cxnId="{B1597545-4FBD-4096-88EF-35DA9535DE7D}">
      <dgm:prSet/>
      <dgm:spPr/>
      <dgm:t>
        <a:bodyPr/>
        <a:lstStyle/>
        <a:p>
          <a:endParaRPr lang="en-US"/>
        </a:p>
      </dgm:t>
    </dgm:pt>
    <dgm:pt modelId="{543D9F2E-1F5C-4DAE-AB12-18A63C615825}" type="sibTrans" cxnId="{B1597545-4FBD-4096-88EF-35DA9535DE7D}">
      <dgm:prSet/>
      <dgm:spPr/>
      <dgm:t>
        <a:bodyPr/>
        <a:lstStyle/>
        <a:p>
          <a:endParaRPr lang="en-US"/>
        </a:p>
      </dgm:t>
    </dgm:pt>
    <dgm:pt modelId="{4E0FFC20-68D2-47C5-B970-07E1C5656078}">
      <dgm:prSet custT="1"/>
      <dgm:spPr/>
      <dgm:t>
        <a:bodyPr/>
        <a:lstStyle/>
        <a:p>
          <a:pPr algn="l"/>
          <a:r>
            <a:rPr lang="en-US" sz="1600" dirty="0" smtClean="0"/>
            <a:t>FINCEN &amp; TRADE SURVEILLANCE PROJECT</a:t>
          </a:r>
          <a:endParaRPr lang="en-US" sz="1600" dirty="0"/>
        </a:p>
      </dgm:t>
    </dgm:pt>
    <dgm:pt modelId="{1E7B6257-AE64-415E-8550-47D79F5DC81C}" type="parTrans" cxnId="{AEFDEA98-3F89-42AB-B9EC-0FDF3784323C}">
      <dgm:prSet/>
      <dgm:spPr/>
      <dgm:t>
        <a:bodyPr/>
        <a:lstStyle/>
        <a:p>
          <a:endParaRPr lang="en-US"/>
        </a:p>
      </dgm:t>
    </dgm:pt>
    <dgm:pt modelId="{7C80E1D6-C9E7-4455-BDEE-C70EB19B6EA7}" type="sibTrans" cxnId="{AEFDEA98-3F89-42AB-B9EC-0FDF3784323C}">
      <dgm:prSet/>
      <dgm:spPr/>
      <dgm:t>
        <a:bodyPr/>
        <a:lstStyle/>
        <a:p>
          <a:endParaRPr lang="en-US"/>
        </a:p>
      </dgm:t>
    </dgm:pt>
    <dgm:pt modelId="{F9D54D0F-6D17-4F03-AA84-C9A9F3A0FF67}">
      <dgm:prSet custT="1"/>
      <dgm:spPr/>
      <dgm:t>
        <a:bodyPr/>
        <a:lstStyle/>
        <a:p>
          <a:pPr algn="l"/>
          <a:r>
            <a:rPr lang="en-US" sz="1600" dirty="0" smtClean="0"/>
            <a:t>Areas of Improvement</a:t>
          </a:r>
          <a:endParaRPr lang="en-US" sz="1600" dirty="0"/>
        </a:p>
      </dgm:t>
    </dgm:pt>
    <dgm:pt modelId="{CA80DD86-C501-4E75-8173-EC6989E964B3}" type="parTrans" cxnId="{EE38FE67-0296-481D-80CF-D56B4A5F686A}">
      <dgm:prSet/>
      <dgm:spPr/>
      <dgm:t>
        <a:bodyPr/>
        <a:lstStyle/>
        <a:p>
          <a:endParaRPr lang="en-US"/>
        </a:p>
      </dgm:t>
    </dgm:pt>
    <dgm:pt modelId="{8EDD0233-BB4D-4B24-B940-28EEB78020A2}" type="sibTrans" cxnId="{EE38FE67-0296-481D-80CF-D56B4A5F686A}">
      <dgm:prSet/>
      <dgm:spPr/>
      <dgm:t>
        <a:bodyPr/>
        <a:lstStyle/>
        <a:p>
          <a:endParaRPr lang="en-US"/>
        </a:p>
      </dgm:t>
    </dgm:pt>
    <dgm:pt modelId="{910208BE-68A2-4D07-BB7E-E4C3958A2C5A}">
      <dgm:prSet custT="1"/>
      <dgm:spPr>
        <a:solidFill>
          <a:schemeClr val="accent2"/>
        </a:solidFill>
      </dgm:spPr>
      <dgm:t>
        <a:bodyPr/>
        <a:lstStyle/>
        <a:p>
          <a:pPr algn="l"/>
          <a:endParaRPr lang="en-US" sz="1600" dirty="0"/>
        </a:p>
      </dgm:t>
    </dgm:pt>
    <dgm:pt modelId="{5DF7D2DC-5425-45E9-9876-A33749EBE81A}" type="parTrans" cxnId="{459A932F-CDD2-4B34-AB82-E359C613C207}">
      <dgm:prSet/>
      <dgm:spPr/>
      <dgm:t>
        <a:bodyPr/>
        <a:lstStyle/>
        <a:p>
          <a:endParaRPr lang="en-US"/>
        </a:p>
      </dgm:t>
    </dgm:pt>
    <dgm:pt modelId="{6C015F90-C8C1-4764-BCDC-3A6ABB4483D3}" type="sibTrans" cxnId="{459A932F-CDD2-4B34-AB82-E359C613C207}">
      <dgm:prSet/>
      <dgm:spPr/>
      <dgm:t>
        <a:bodyPr/>
        <a:lstStyle/>
        <a:p>
          <a:endParaRPr lang="en-US"/>
        </a:p>
      </dgm:t>
    </dgm:pt>
    <dgm:pt modelId="{4DCC21F9-3AE6-47F1-A64E-905E37C0FBEC}">
      <dgm:prSet phldrT="[Text]" custT="1"/>
      <dgm:spPr/>
      <dgm:t>
        <a:bodyPr/>
        <a:lstStyle/>
        <a:p>
          <a:endParaRPr lang="en-US" sz="1600" dirty="0">
            <a:latin typeface="+mj-lt"/>
          </a:endParaRPr>
        </a:p>
      </dgm:t>
    </dgm:pt>
    <dgm:pt modelId="{6AB7847F-E7DD-4771-A48F-004E69B6B59F}" type="parTrans" cxnId="{B2E5890E-A6D3-4739-A7A4-11521E3631DB}">
      <dgm:prSet/>
      <dgm:spPr/>
      <dgm:t>
        <a:bodyPr/>
        <a:lstStyle/>
        <a:p>
          <a:endParaRPr lang="en-US"/>
        </a:p>
      </dgm:t>
    </dgm:pt>
    <dgm:pt modelId="{EBD6F15A-47F4-46C1-8ECC-7DDC18F6EDFA}" type="sibTrans" cxnId="{B2E5890E-A6D3-4739-A7A4-11521E3631DB}">
      <dgm:prSet/>
      <dgm:spPr/>
      <dgm:t>
        <a:bodyPr/>
        <a:lstStyle/>
        <a:p>
          <a:endParaRPr lang="en-US"/>
        </a:p>
      </dgm:t>
    </dgm:pt>
    <dgm:pt modelId="{3E6D1FA1-FC82-48A5-AFE7-33B892675190}">
      <dgm:prSet custT="1"/>
      <dgm:spPr/>
      <dgm:t>
        <a:bodyPr/>
        <a:lstStyle/>
        <a:p>
          <a:r>
            <a:rPr lang="en-US" sz="1600" kern="1200" dirty="0" smtClean="0">
              <a:solidFill>
                <a:prstClr val="black">
                  <a:hueOff val="0"/>
                  <a:satOff val="0"/>
                  <a:lumOff val="0"/>
                  <a:alphaOff val="0"/>
                </a:prstClr>
              </a:solidFill>
              <a:latin typeface="Verdana"/>
              <a:ea typeface="+mn-ea"/>
              <a:cs typeface="+mn-cs"/>
            </a:rPr>
            <a:t>Current Expected Credit Loss(CECL)</a:t>
          </a:r>
          <a:endParaRPr lang="en-US" sz="1600" kern="1200" dirty="0">
            <a:solidFill>
              <a:prstClr val="black">
                <a:hueOff val="0"/>
                <a:satOff val="0"/>
                <a:lumOff val="0"/>
                <a:alphaOff val="0"/>
              </a:prstClr>
            </a:solidFill>
            <a:latin typeface="Verdana"/>
            <a:ea typeface="+mn-ea"/>
            <a:cs typeface="+mn-cs"/>
          </a:endParaRPr>
        </a:p>
      </dgm:t>
    </dgm:pt>
    <dgm:pt modelId="{0E5FD986-FB53-4FDB-93EC-DB14FB6F9F86}" type="parTrans" cxnId="{36B76844-EC37-4415-AD7F-66B1C8C01C1C}">
      <dgm:prSet/>
      <dgm:spPr/>
      <dgm:t>
        <a:bodyPr/>
        <a:lstStyle/>
        <a:p>
          <a:endParaRPr lang="en-US"/>
        </a:p>
      </dgm:t>
    </dgm:pt>
    <dgm:pt modelId="{3DB2559C-DE9F-4E73-8C56-A02F3D39CB41}" type="sibTrans" cxnId="{36B76844-EC37-4415-AD7F-66B1C8C01C1C}">
      <dgm:prSet/>
      <dgm:spPr/>
      <dgm:t>
        <a:bodyPr/>
        <a:lstStyle/>
        <a:p>
          <a:endParaRPr lang="en-US"/>
        </a:p>
      </dgm:t>
    </dgm:pt>
    <dgm:pt modelId="{5B4F522D-81E9-4F3C-B16D-703FFDA5223E}">
      <dgm:prSet custT="1"/>
      <dgm:spPr/>
      <dgm:t>
        <a:bodyPr/>
        <a:lstStyle/>
        <a:p>
          <a:endParaRPr lang="en-US" sz="1600" kern="1200" dirty="0">
            <a:solidFill>
              <a:prstClr val="black">
                <a:hueOff val="0"/>
                <a:satOff val="0"/>
                <a:lumOff val="0"/>
                <a:alphaOff val="0"/>
              </a:prstClr>
            </a:solidFill>
            <a:latin typeface="Verdana"/>
            <a:ea typeface="+mn-ea"/>
            <a:cs typeface="+mn-cs"/>
          </a:endParaRPr>
        </a:p>
      </dgm:t>
    </dgm:pt>
    <dgm:pt modelId="{D267CA39-EF92-4CCC-9D21-DC3186B82DB1}" type="parTrans" cxnId="{040A9B5C-9B1E-4AA2-9091-1A6B41F4C223}">
      <dgm:prSet/>
      <dgm:spPr/>
      <dgm:t>
        <a:bodyPr/>
        <a:lstStyle/>
        <a:p>
          <a:endParaRPr lang="en-US"/>
        </a:p>
      </dgm:t>
    </dgm:pt>
    <dgm:pt modelId="{47831403-D898-4F55-B820-66ECC08BAAFE}" type="sibTrans" cxnId="{040A9B5C-9B1E-4AA2-9091-1A6B41F4C223}">
      <dgm:prSet/>
      <dgm:spPr/>
      <dgm:t>
        <a:bodyPr/>
        <a:lstStyle/>
        <a:p>
          <a:endParaRPr lang="en-US"/>
        </a:p>
      </dgm:t>
    </dgm:pt>
    <dgm:pt modelId="{03D7B2AB-3201-442E-8DAA-60BB72A6808A}">
      <dgm:prSet phldrT="[Text]" custT="1"/>
      <dgm:spPr/>
      <dgm:t>
        <a:bodyPr/>
        <a:lstStyle/>
        <a:p>
          <a:endParaRPr lang="en-US" sz="1600" dirty="0">
            <a:latin typeface="+mj-lt"/>
          </a:endParaRPr>
        </a:p>
      </dgm:t>
    </dgm:pt>
    <dgm:pt modelId="{9B489061-3892-4BBC-966F-EE94707C10F3}" type="parTrans" cxnId="{78BAF5D6-199C-446A-A197-74DF1B31062A}">
      <dgm:prSet/>
      <dgm:spPr/>
      <dgm:t>
        <a:bodyPr/>
        <a:lstStyle/>
        <a:p>
          <a:endParaRPr lang="en-US"/>
        </a:p>
      </dgm:t>
    </dgm:pt>
    <dgm:pt modelId="{1892C894-A270-4972-A09F-87829CDDDE68}" type="sibTrans" cxnId="{78BAF5D6-199C-446A-A197-74DF1B31062A}">
      <dgm:prSet/>
      <dgm:spPr/>
      <dgm:t>
        <a:bodyPr/>
        <a:lstStyle/>
        <a:p>
          <a:endParaRPr lang="en-US"/>
        </a:p>
      </dgm:t>
    </dgm:pt>
    <dgm:pt modelId="{DD3B1034-0BB4-459E-85C3-E690D7D7CA32}">
      <dgm:prSet custT="1"/>
      <dgm:spPr/>
      <dgm:t>
        <a:bodyPr/>
        <a:lstStyle/>
        <a:p>
          <a:r>
            <a:rPr lang="en-US" sz="1600" kern="1200" dirty="0" smtClean="0">
              <a:solidFill>
                <a:prstClr val="black">
                  <a:hueOff val="0"/>
                  <a:satOff val="0"/>
                  <a:lumOff val="0"/>
                  <a:alphaOff val="0"/>
                </a:prstClr>
              </a:solidFill>
              <a:latin typeface="Verdana"/>
              <a:ea typeface="+mn-ea"/>
              <a:cs typeface="+mn-cs"/>
            </a:rPr>
            <a:t>RDC to Hotscan Project</a:t>
          </a:r>
          <a:endParaRPr lang="en-US" sz="1600" kern="1200" dirty="0">
            <a:solidFill>
              <a:prstClr val="black">
                <a:hueOff val="0"/>
                <a:satOff val="0"/>
                <a:lumOff val="0"/>
                <a:alphaOff val="0"/>
              </a:prstClr>
            </a:solidFill>
            <a:latin typeface="Verdana"/>
            <a:ea typeface="+mn-ea"/>
            <a:cs typeface="+mn-cs"/>
          </a:endParaRPr>
        </a:p>
      </dgm:t>
    </dgm:pt>
    <dgm:pt modelId="{7F5303E0-4E1F-434A-81A2-AFB29CE89291}" type="parTrans" cxnId="{0570E9C6-71CE-4F7C-88DA-0CA1A6499863}">
      <dgm:prSet/>
      <dgm:spPr/>
      <dgm:t>
        <a:bodyPr/>
        <a:lstStyle/>
        <a:p>
          <a:endParaRPr lang="en-US"/>
        </a:p>
      </dgm:t>
    </dgm:pt>
    <dgm:pt modelId="{31FBA3C2-909B-43FC-B33D-6A99F3B106FC}" type="sibTrans" cxnId="{0570E9C6-71CE-4F7C-88DA-0CA1A6499863}">
      <dgm:prSet/>
      <dgm:spPr/>
      <dgm:t>
        <a:bodyPr/>
        <a:lstStyle/>
        <a:p>
          <a:endParaRPr lang="en-US"/>
        </a:p>
      </dgm:t>
    </dgm:pt>
    <dgm:pt modelId="{870A6205-74AC-4924-BD35-62106EF53C4B}">
      <dgm:prSet custT="1"/>
      <dgm:spPr/>
      <dgm:t>
        <a:bodyPr/>
        <a:lstStyle/>
        <a:p>
          <a:r>
            <a:rPr lang="en-US" sz="1600" kern="1200" dirty="0" smtClean="0">
              <a:solidFill>
                <a:prstClr val="black">
                  <a:hueOff val="0"/>
                  <a:satOff val="0"/>
                  <a:lumOff val="0"/>
                  <a:alphaOff val="0"/>
                </a:prstClr>
              </a:solidFill>
              <a:latin typeface="Verdana"/>
              <a:ea typeface="+mn-ea"/>
              <a:cs typeface="+mn-cs"/>
            </a:rPr>
            <a:t>Support Projects</a:t>
          </a:r>
          <a:endParaRPr lang="en-US" sz="1600" kern="1200" dirty="0">
            <a:solidFill>
              <a:prstClr val="black">
                <a:hueOff val="0"/>
                <a:satOff val="0"/>
                <a:lumOff val="0"/>
                <a:alphaOff val="0"/>
              </a:prstClr>
            </a:solidFill>
            <a:latin typeface="Verdana"/>
            <a:ea typeface="+mn-ea"/>
            <a:cs typeface="+mn-cs"/>
          </a:endParaRPr>
        </a:p>
      </dgm:t>
    </dgm:pt>
    <dgm:pt modelId="{9680D419-D80B-4B4B-B3A4-65C3DB9D826E}" type="parTrans" cxnId="{D596275A-2DFC-444C-82FB-686164967A57}">
      <dgm:prSet/>
      <dgm:spPr/>
      <dgm:t>
        <a:bodyPr/>
        <a:lstStyle/>
        <a:p>
          <a:endParaRPr lang="en-US"/>
        </a:p>
      </dgm:t>
    </dgm:pt>
    <dgm:pt modelId="{6C83A55F-543F-4BAB-A35C-C416D645A1AD}" type="sibTrans" cxnId="{D596275A-2DFC-444C-82FB-686164967A57}">
      <dgm:prSet/>
      <dgm:spPr/>
      <dgm:t>
        <a:bodyPr/>
        <a:lstStyle/>
        <a:p>
          <a:endParaRPr lang="en-US"/>
        </a:p>
      </dgm:t>
    </dgm:pt>
    <dgm:pt modelId="{48CAF42D-1395-4BCE-AD7F-C8A686538D66}">
      <dgm:prSet phldrT="[Text]"/>
      <dgm:spPr>
        <a:solidFill>
          <a:schemeClr val="accent1"/>
        </a:solidFill>
      </dgm:spPr>
      <dgm:t>
        <a:bodyPr/>
        <a:lstStyle/>
        <a:p>
          <a:r>
            <a:rPr lang="en-US" dirty="0"/>
            <a:t> </a:t>
          </a:r>
        </a:p>
      </dgm:t>
    </dgm:pt>
    <dgm:pt modelId="{5C020DE3-D7C3-4425-8C6D-B6894FFA6D88}" type="sibTrans" cxnId="{F031138B-5881-4AF6-A33A-808733F802DB}">
      <dgm:prSet/>
      <dgm:spPr/>
      <dgm:t>
        <a:bodyPr/>
        <a:lstStyle/>
        <a:p>
          <a:endParaRPr lang="en-US"/>
        </a:p>
      </dgm:t>
    </dgm:pt>
    <dgm:pt modelId="{C013C93D-21F5-41A6-B39F-B542E7B69A59}" type="parTrans" cxnId="{F031138B-5881-4AF6-A33A-808733F802DB}">
      <dgm:prSet/>
      <dgm:spPr/>
      <dgm:t>
        <a:bodyPr/>
        <a:lstStyle/>
        <a:p>
          <a:endParaRPr lang="en-US"/>
        </a:p>
      </dgm:t>
    </dgm:pt>
    <dgm:pt modelId="{D9917C49-AA15-4054-996F-47ECFE7CB2BC}">
      <dgm:prSet custT="1"/>
      <dgm:spPr/>
      <dgm:t>
        <a:bodyPr/>
        <a:lstStyle/>
        <a:p>
          <a:r>
            <a:rPr lang="en-US" altLang="en-US" sz="1600" dirty="0" smtClean="0"/>
            <a:t>AML Data track/ Platform track</a:t>
          </a:r>
          <a:endParaRPr lang="en-US" sz="1600" dirty="0"/>
        </a:p>
      </dgm:t>
    </dgm:pt>
    <dgm:pt modelId="{322BE9E9-8852-486C-A2C5-4B7E0611B92D}" type="parTrans" cxnId="{D0FEA15E-03A4-4E6D-A8B4-32A3764B21B6}">
      <dgm:prSet/>
      <dgm:spPr/>
      <dgm:t>
        <a:bodyPr/>
        <a:lstStyle/>
        <a:p>
          <a:endParaRPr lang="en-US"/>
        </a:p>
      </dgm:t>
    </dgm:pt>
    <dgm:pt modelId="{7D0DC825-7C2E-4893-9575-4098D06A75F4}" type="sibTrans" cxnId="{D0FEA15E-03A4-4E6D-A8B4-32A3764B21B6}">
      <dgm:prSet/>
      <dgm:spPr/>
      <dgm:t>
        <a:bodyPr/>
        <a:lstStyle/>
        <a:p>
          <a:endParaRPr lang="en-US"/>
        </a:p>
      </dgm:t>
    </dgm:pt>
    <dgm:pt modelId="{8A4A757E-4053-4007-B858-EDF22DDD71E0}">
      <dgm:prSet custT="1"/>
      <dgm:spPr/>
      <dgm:t>
        <a:bodyPr/>
        <a:lstStyle/>
        <a:p>
          <a:r>
            <a:rPr lang="en-US" altLang="en-US" sz="1600" dirty="0" smtClean="0"/>
            <a:t>AML Cleanslate CDO Track</a:t>
          </a:r>
          <a:endParaRPr lang="en-US" sz="1600" dirty="0"/>
        </a:p>
      </dgm:t>
    </dgm:pt>
    <dgm:pt modelId="{C4790BFE-D0FA-4B1E-9C84-DCB134FBEF0F}" type="parTrans" cxnId="{13B9E660-00F1-4120-8ABC-644EDB0B10A9}">
      <dgm:prSet/>
      <dgm:spPr/>
      <dgm:t>
        <a:bodyPr/>
        <a:lstStyle/>
        <a:p>
          <a:endParaRPr lang="en-US"/>
        </a:p>
      </dgm:t>
    </dgm:pt>
    <dgm:pt modelId="{371967DB-00AF-45B8-AA78-505B4252CA34}" type="sibTrans" cxnId="{13B9E660-00F1-4120-8ABC-644EDB0B10A9}">
      <dgm:prSet/>
      <dgm:spPr/>
      <dgm:t>
        <a:bodyPr/>
        <a:lstStyle/>
        <a:p>
          <a:endParaRPr lang="en-US"/>
        </a:p>
      </dgm:t>
    </dgm:pt>
    <dgm:pt modelId="{B4F58DF3-7F47-4102-A0BD-5C9DB9F3881F}" type="pres">
      <dgm:prSet presAssocID="{22DAC3DC-0BCC-40FA-B39C-8C8AEDC79D2D}" presName="linearFlow" presStyleCnt="0">
        <dgm:presLayoutVars>
          <dgm:dir/>
          <dgm:animLvl val="lvl"/>
          <dgm:resizeHandles val="exact"/>
        </dgm:presLayoutVars>
      </dgm:prSet>
      <dgm:spPr/>
      <dgm:t>
        <a:bodyPr/>
        <a:lstStyle/>
        <a:p>
          <a:endParaRPr lang="en-US"/>
        </a:p>
      </dgm:t>
    </dgm:pt>
    <dgm:pt modelId="{D93F2B71-AD6E-4113-A05A-A69126F3F43A}" type="pres">
      <dgm:prSet presAssocID="{1DFD4802-006A-4A1C-9EF5-CD9DE79CF2A5}" presName="composite" presStyleCnt="0"/>
      <dgm:spPr/>
    </dgm:pt>
    <dgm:pt modelId="{C8EF825E-D35D-4B6C-A027-DF88BA1B4704}" type="pres">
      <dgm:prSet presAssocID="{1DFD4802-006A-4A1C-9EF5-CD9DE79CF2A5}" presName="parentText" presStyleLbl="alignNode1" presStyleIdx="0" presStyleCnt="9">
        <dgm:presLayoutVars>
          <dgm:chMax val="1"/>
          <dgm:bulletEnabled val="1"/>
        </dgm:presLayoutVars>
      </dgm:prSet>
      <dgm:spPr/>
      <dgm:t>
        <a:bodyPr/>
        <a:lstStyle/>
        <a:p>
          <a:endParaRPr lang="en-US"/>
        </a:p>
      </dgm:t>
    </dgm:pt>
    <dgm:pt modelId="{BBD07F2B-035D-4FB1-B0A2-540F1DD83729}" type="pres">
      <dgm:prSet presAssocID="{1DFD4802-006A-4A1C-9EF5-CD9DE79CF2A5}" presName="descendantText" presStyleLbl="alignAcc1" presStyleIdx="0" presStyleCnt="9">
        <dgm:presLayoutVars>
          <dgm:bulletEnabled val="1"/>
        </dgm:presLayoutVars>
      </dgm:prSet>
      <dgm:spPr/>
      <dgm:t>
        <a:bodyPr/>
        <a:lstStyle/>
        <a:p>
          <a:endParaRPr lang="en-US"/>
        </a:p>
      </dgm:t>
    </dgm:pt>
    <dgm:pt modelId="{551F22CA-66C0-4DDA-B1F8-A7A865723F4D}" type="pres">
      <dgm:prSet presAssocID="{AB411A78-1ED6-4AD7-BF0D-D54CD22C79B0}" presName="sp" presStyleCnt="0"/>
      <dgm:spPr/>
    </dgm:pt>
    <dgm:pt modelId="{A53231A4-F187-43BE-9F98-A67EA4393F08}" type="pres">
      <dgm:prSet presAssocID="{586410FB-39EB-4985-8B44-09252B9BECF9}" presName="composite" presStyleCnt="0"/>
      <dgm:spPr/>
    </dgm:pt>
    <dgm:pt modelId="{C7A0DB76-8485-44E5-95B1-E34603D1B32E}" type="pres">
      <dgm:prSet presAssocID="{586410FB-39EB-4985-8B44-09252B9BECF9}" presName="parentText" presStyleLbl="alignNode1" presStyleIdx="1" presStyleCnt="9">
        <dgm:presLayoutVars>
          <dgm:chMax val="1"/>
          <dgm:bulletEnabled val="1"/>
        </dgm:presLayoutVars>
      </dgm:prSet>
      <dgm:spPr/>
      <dgm:t>
        <a:bodyPr/>
        <a:lstStyle/>
        <a:p>
          <a:endParaRPr lang="en-US"/>
        </a:p>
      </dgm:t>
    </dgm:pt>
    <dgm:pt modelId="{29A416E9-D50C-4243-8085-2E0396C444D3}" type="pres">
      <dgm:prSet presAssocID="{586410FB-39EB-4985-8B44-09252B9BECF9}" presName="descendantText" presStyleLbl="alignAcc1" presStyleIdx="1" presStyleCnt="9">
        <dgm:presLayoutVars>
          <dgm:bulletEnabled val="1"/>
        </dgm:presLayoutVars>
      </dgm:prSet>
      <dgm:spPr/>
      <dgm:t>
        <a:bodyPr/>
        <a:lstStyle/>
        <a:p>
          <a:endParaRPr lang="en-US"/>
        </a:p>
      </dgm:t>
    </dgm:pt>
    <dgm:pt modelId="{C3ABCDCC-5557-4599-BA73-6AA80322804E}" type="pres">
      <dgm:prSet presAssocID="{308B6723-A5FF-45C3-BA83-075B3DA7DE77}" presName="sp" presStyleCnt="0"/>
      <dgm:spPr/>
    </dgm:pt>
    <dgm:pt modelId="{06E0E9F0-E192-4155-B867-B758D6A10592}" type="pres">
      <dgm:prSet presAssocID="{48CAF42D-1395-4BCE-AD7F-C8A686538D66}" presName="composite" presStyleCnt="0"/>
      <dgm:spPr/>
    </dgm:pt>
    <dgm:pt modelId="{C180C598-EA34-4B65-BD3A-A54126198586}" type="pres">
      <dgm:prSet presAssocID="{48CAF42D-1395-4BCE-AD7F-C8A686538D66}" presName="parentText" presStyleLbl="alignNode1" presStyleIdx="2" presStyleCnt="9">
        <dgm:presLayoutVars>
          <dgm:chMax val="1"/>
          <dgm:bulletEnabled val="1"/>
        </dgm:presLayoutVars>
      </dgm:prSet>
      <dgm:spPr/>
      <dgm:t>
        <a:bodyPr/>
        <a:lstStyle/>
        <a:p>
          <a:endParaRPr lang="en-US"/>
        </a:p>
      </dgm:t>
    </dgm:pt>
    <dgm:pt modelId="{58812A56-5AE7-405F-AB6D-699D5B4FA518}" type="pres">
      <dgm:prSet presAssocID="{48CAF42D-1395-4BCE-AD7F-C8A686538D66}" presName="descendantText" presStyleLbl="alignAcc1" presStyleIdx="2" presStyleCnt="9">
        <dgm:presLayoutVars>
          <dgm:bulletEnabled val="1"/>
        </dgm:presLayoutVars>
      </dgm:prSet>
      <dgm:spPr/>
      <dgm:t>
        <a:bodyPr/>
        <a:lstStyle/>
        <a:p>
          <a:endParaRPr lang="en-US"/>
        </a:p>
      </dgm:t>
    </dgm:pt>
    <dgm:pt modelId="{43A647E0-7157-4F6B-8424-422B43194271}" type="pres">
      <dgm:prSet presAssocID="{5C020DE3-D7C3-4425-8C6D-B6894FFA6D88}" presName="sp" presStyleCnt="0"/>
      <dgm:spPr/>
    </dgm:pt>
    <dgm:pt modelId="{B039F08B-D233-460D-B89C-AD4B9B43DCBE}" type="pres">
      <dgm:prSet presAssocID="{68543EC8-B943-4462-BCFD-3E0A4DE5A039}" presName="composite" presStyleCnt="0"/>
      <dgm:spPr/>
    </dgm:pt>
    <dgm:pt modelId="{03E0F446-8A47-4D99-82A0-1C01458DADA2}" type="pres">
      <dgm:prSet presAssocID="{68543EC8-B943-4462-BCFD-3E0A4DE5A039}" presName="parentText" presStyleLbl="alignNode1" presStyleIdx="3" presStyleCnt="9">
        <dgm:presLayoutVars>
          <dgm:chMax val="1"/>
          <dgm:bulletEnabled val="1"/>
        </dgm:presLayoutVars>
      </dgm:prSet>
      <dgm:spPr/>
      <dgm:t>
        <a:bodyPr/>
        <a:lstStyle/>
        <a:p>
          <a:endParaRPr lang="en-US"/>
        </a:p>
      </dgm:t>
    </dgm:pt>
    <dgm:pt modelId="{A1C743E2-D6C6-48BC-B397-52AAC5C74101}" type="pres">
      <dgm:prSet presAssocID="{68543EC8-B943-4462-BCFD-3E0A4DE5A039}" presName="descendantText" presStyleLbl="alignAcc1" presStyleIdx="3" presStyleCnt="9" custLinFactNeighborY="-3369">
        <dgm:presLayoutVars>
          <dgm:bulletEnabled val="1"/>
        </dgm:presLayoutVars>
      </dgm:prSet>
      <dgm:spPr/>
      <dgm:t>
        <a:bodyPr/>
        <a:lstStyle/>
        <a:p>
          <a:endParaRPr lang="en-US"/>
        </a:p>
      </dgm:t>
    </dgm:pt>
    <dgm:pt modelId="{E2DC00A5-8746-4A8D-9B92-B0BD96AFCF34}" type="pres">
      <dgm:prSet presAssocID="{8EACBAFF-7F0B-4555-B1D3-43B6C1D49AA9}" presName="sp" presStyleCnt="0"/>
      <dgm:spPr/>
    </dgm:pt>
    <dgm:pt modelId="{F3F39135-7E7E-4AE2-97DB-581DE7B26422}" type="pres">
      <dgm:prSet presAssocID="{5B4F522D-81E9-4F3C-B16D-703FFDA5223E}" presName="composite" presStyleCnt="0"/>
      <dgm:spPr/>
    </dgm:pt>
    <dgm:pt modelId="{8638B67F-25DF-4C68-9428-34DEFE94135D}" type="pres">
      <dgm:prSet presAssocID="{5B4F522D-81E9-4F3C-B16D-703FFDA5223E}" presName="parentText" presStyleLbl="alignNode1" presStyleIdx="4" presStyleCnt="9">
        <dgm:presLayoutVars>
          <dgm:chMax val="1"/>
          <dgm:bulletEnabled val="1"/>
        </dgm:presLayoutVars>
      </dgm:prSet>
      <dgm:spPr/>
      <dgm:t>
        <a:bodyPr/>
        <a:lstStyle/>
        <a:p>
          <a:endParaRPr lang="en-US"/>
        </a:p>
      </dgm:t>
    </dgm:pt>
    <dgm:pt modelId="{8FC7E565-55A1-4651-9F0B-930FA466FF00}" type="pres">
      <dgm:prSet presAssocID="{5B4F522D-81E9-4F3C-B16D-703FFDA5223E}" presName="descendantText" presStyleLbl="alignAcc1" presStyleIdx="4" presStyleCnt="9">
        <dgm:presLayoutVars>
          <dgm:bulletEnabled val="1"/>
        </dgm:presLayoutVars>
      </dgm:prSet>
      <dgm:spPr/>
      <dgm:t>
        <a:bodyPr/>
        <a:lstStyle/>
        <a:p>
          <a:endParaRPr lang="en-US"/>
        </a:p>
      </dgm:t>
    </dgm:pt>
    <dgm:pt modelId="{FE211C76-34A4-4340-B2A7-FA23482194FF}" type="pres">
      <dgm:prSet presAssocID="{47831403-D898-4F55-B820-66ECC08BAAFE}" presName="sp" presStyleCnt="0"/>
      <dgm:spPr/>
    </dgm:pt>
    <dgm:pt modelId="{1D2ED465-82B5-4BE3-BA78-7D7BA3DA0F35}" type="pres">
      <dgm:prSet presAssocID="{03D7B2AB-3201-442E-8DAA-60BB72A6808A}" presName="composite" presStyleCnt="0"/>
      <dgm:spPr/>
    </dgm:pt>
    <dgm:pt modelId="{5C905C04-281B-4888-9079-DC5B54A4EC1D}" type="pres">
      <dgm:prSet presAssocID="{03D7B2AB-3201-442E-8DAA-60BB72A6808A}" presName="parentText" presStyleLbl="alignNode1" presStyleIdx="5" presStyleCnt="9">
        <dgm:presLayoutVars>
          <dgm:chMax val="1"/>
          <dgm:bulletEnabled val="1"/>
        </dgm:presLayoutVars>
      </dgm:prSet>
      <dgm:spPr/>
      <dgm:t>
        <a:bodyPr/>
        <a:lstStyle/>
        <a:p>
          <a:endParaRPr lang="en-US"/>
        </a:p>
      </dgm:t>
    </dgm:pt>
    <dgm:pt modelId="{DA562F34-ABAE-4B3F-8A38-23A15E30713D}" type="pres">
      <dgm:prSet presAssocID="{03D7B2AB-3201-442E-8DAA-60BB72A6808A}" presName="descendantText" presStyleLbl="alignAcc1" presStyleIdx="5" presStyleCnt="9">
        <dgm:presLayoutVars>
          <dgm:bulletEnabled val="1"/>
        </dgm:presLayoutVars>
      </dgm:prSet>
      <dgm:spPr/>
      <dgm:t>
        <a:bodyPr/>
        <a:lstStyle/>
        <a:p>
          <a:endParaRPr lang="en-US"/>
        </a:p>
      </dgm:t>
    </dgm:pt>
    <dgm:pt modelId="{877150D9-62BC-49E2-A7F7-900E84FFEF58}" type="pres">
      <dgm:prSet presAssocID="{1892C894-A270-4972-A09F-87829CDDDE68}" presName="sp" presStyleCnt="0"/>
      <dgm:spPr/>
    </dgm:pt>
    <dgm:pt modelId="{B48D9E3F-560B-4341-8F87-F116292FC0F9}" type="pres">
      <dgm:prSet presAssocID="{4DCC21F9-3AE6-47F1-A64E-905E37C0FBEC}" presName="composite" presStyleCnt="0"/>
      <dgm:spPr/>
    </dgm:pt>
    <dgm:pt modelId="{EBA793CA-A79D-4699-82B1-47E6658404BF}" type="pres">
      <dgm:prSet presAssocID="{4DCC21F9-3AE6-47F1-A64E-905E37C0FBEC}" presName="parentText" presStyleLbl="alignNode1" presStyleIdx="6" presStyleCnt="9">
        <dgm:presLayoutVars>
          <dgm:chMax val="1"/>
          <dgm:bulletEnabled val="1"/>
        </dgm:presLayoutVars>
      </dgm:prSet>
      <dgm:spPr/>
      <dgm:t>
        <a:bodyPr/>
        <a:lstStyle/>
        <a:p>
          <a:endParaRPr lang="en-US"/>
        </a:p>
      </dgm:t>
    </dgm:pt>
    <dgm:pt modelId="{FEC7449A-3086-40EC-809C-3A09FEAA2E8B}" type="pres">
      <dgm:prSet presAssocID="{4DCC21F9-3AE6-47F1-A64E-905E37C0FBEC}" presName="descendantText" presStyleLbl="alignAcc1" presStyleIdx="6" presStyleCnt="9">
        <dgm:presLayoutVars>
          <dgm:bulletEnabled val="1"/>
        </dgm:presLayoutVars>
      </dgm:prSet>
      <dgm:spPr/>
      <dgm:t>
        <a:bodyPr/>
        <a:lstStyle/>
        <a:p>
          <a:endParaRPr lang="en-US"/>
        </a:p>
      </dgm:t>
    </dgm:pt>
    <dgm:pt modelId="{9C7486AF-F968-4842-A9B4-E260C494C19E}" type="pres">
      <dgm:prSet presAssocID="{EBD6F15A-47F4-46C1-8ECC-7DDC18F6EDFA}" presName="sp" presStyleCnt="0"/>
      <dgm:spPr/>
    </dgm:pt>
    <dgm:pt modelId="{D3CA9C79-206B-4F19-9367-8ACD5059CC91}" type="pres">
      <dgm:prSet presAssocID="{86E94B43-5063-4CA5-979E-768688E02BD4}" presName="composite" presStyleCnt="0"/>
      <dgm:spPr/>
    </dgm:pt>
    <dgm:pt modelId="{8B7D9945-C458-4CF8-9B6F-45838B035B85}" type="pres">
      <dgm:prSet presAssocID="{86E94B43-5063-4CA5-979E-768688E02BD4}" presName="parentText" presStyleLbl="alignNode1" presStyleIdx="7" presStyleCnt="9">
        <dgm:presLayoutVars>
          <dgm:chMax val="1"/>
          <dgm:bulletEnabled val="1"/>
        </dgm:presLayoutVars>
      </dgm:prSet>
      <dgm:spPr/>
      <dgm:t>
        <a:bodyPr/>
        <a:lstStyle/>
        <a:p>
          <a:endParaRPr lang="en-US"/>
        </a:p>
      </dgm:t>
    </dgm:pt>
    <dgm:pt modelId="{65DC1BEE-AC4E-4803-8890-411967857136}" type="pres">
      <dgm:prSet presAssocID="{86E94B43-5063-4CA5-979E-768688E02BD4}" presName="descendantText" presStyleLbl="alignAcc1" presStyleIdx="7" presStyleCnt="9">
        <dgm:presLayoutVars>
          <dgm:bulletEnabled val="1"/>
        </dgm:presLayoutVars>
      </dgm:prSet>
      <dgm:spPr/>
      <dgm:t>
        <a:bodyPr/>
        <a:lstStyle/>
        <a:p>
          <a:endParaRPr lang="en-US"/>
        </a:p>
      </dgm:t>
    </dgm:pt>
    <dgm:pt modelId="{F48FEF30-B283-4664-BBA2-8E7F293169BD}" type="pres">
      <dgm:prSet presAssocID="{543D9F2E-1F5C-4DAE-AB12-18A63C615825}" presName="sp" presStyleCnt="0"/>
      <dgm:spPr/>
    </dgm:pt>
    <dgm:pt modelId="{DBBA31B5-7C43-4D4B-AA77-B6B4FE6E1779}" type="pres">
      <dgm:prSet presAssocID="{910208BE-68A2-4D07-BB7E-E4C3958A2C5A}" presName="composite" presStyleCnt="0"/>
      <dgm:spPr/>
    </dgm:pt>
    <dgm:pt modelId="{11703977-D860-4155-AA06-1412B38758F2}" type="pres">
      <dgm:prSet presAssocID="{910208BE-68A2-4D07-BB7E-E4C3958A2C5A}" presName="parentText" presStyleLbl="alignNode1" presStyleIdx="8" presStyleCnt="9">
        <dgm:presLayoutVars>
          <dgm:chMax val="1"/>
          <dgm:bulletEnabled val="1"/>
        </dgm:presLayoutVars>
      </dgm:prSet>
      <dgm:spPr/>
      <dgm:t>
        <a:bodyPr/>
        <a:lstStyle/>
        <a:p>
          <a:endParaRPr lang="en-US"/>
        </a:p>
      </dgm:t>
    </dgm:pt>
    <dgm:pt modelId="{50D85E50-2824-4078-A257-BFEEA30D84D1}" type="pres">
      <dgm:prSet presAssocID="{910208BE-68A2-4D07-BB7E-E4C3958A2C5A}" presName="descendantText" presStyleLbl="alignAcc1" presStyleIdx="8" presStyleCnt="9">
        <dgm:presLayoutVars>
          <dgm:bulletEnabled val="1"/>
        </dgm:presLayoutVars>
      </dgm:prSet>
      <dgm:spPr/>
      <dgm:t>
        <a:bodyPr/>
        <a:lstStyle/>
        <a:p>
          <a:endParaRPr lang="en-US"/>
        </a:p>
      </dgm:t>
    </dgm:pt>
  </dgm:ptLst>
  <dgm:cxnLst>
    <dgm:cxn modelId="{B2E5890E-A6D3-4739-A7A4-11521E3631DB}" srcId="{22DAC3DC-0BCC-40FA-B39C-8C8AEDC79D2D}" destId="{4DCC21F9-3AE6-47F1-A64E-905E37C0FBEC}" srcOrd="6" destOrd="0" parTransId="{6AB7847F-E7DD-4771-A48F-004E69B6B59F}" sibTransId="{EBD6F15A-47F4-46C1-8ECC-7DDC18F6EDFA}"/>
    <dgm:cxn modelId="{E55B3F81-23DB-4C4A-ACA1-D31FF484B76D}" type="presOf" srcId="{586410FB-39EB-4985-8B44-09252B9BECF9}" destId="{C7A0DB76-8485-44E5-95B1-E34603D1B32E}" srcOrd="0" destOrd="0" presId="urn:microsoft.com/office/officeart/2005/8/layout/chevron2"/>
    <dgm:cxn modelId="{6A233B3B-817D-41CC-A64A-02D7A8BD1B0F}" type="presOf" srcId="{4E0FFC20-68D2-47C5-B970-07E1C5656078}" destId="{65DC1BEE-AC4E-4803-8890-411967857136}" srcOrd="0" destOrd="0" presId="urn:microsoft.com/office/officeart/2005/8/layout/chevron2"/>
    <dgm:cxn modelId="{EE38FE67-0296-481D-80CF-D56B4A5F686A}" srcId="{910208BE-68A2-4D07-BB7E-E4C3958A2C5A}" destId="{F9D54D0F-6D17-4F03-AA84-C9A9F3A0FF67}" srcOrd="0" destOrd="0" parTransId="{CA80DD86-C501-4E75-8173-EC6989E964B3}" sibTransId="{8EDD0233-BB4D-4B24-B940-28EEB78020A2}"/>
    <dgm:cxn modelId="{D596275A-2DFC-444C-82FB-686164967A57}" srcId="{03D7B2AB-3201-442E-8DAA-60BB72A6808A}" destId="{870A6205-74AC-4924-BD35-62106EF53C4B}" srcOrd="0" destOrd="0" parTransId="{9680D419-D80B-4B4B-B3A4-65C3DB9D826E}" sibTransId="{6C83A55F-543F-4BAB-A35C-C416D645A1AD}"/>
    <dgm:cxn modelId="{7131191C-8B2C-444B-81F6-48258A719179}" type="presOf" srcId="{792048C2-FF1A-4E1A-AE68-6E0C72E8FFA2}" destId="{BBD07F2B-035D-4FB1-B0A2-540F1DD83729}" srcOrd="0" destOrd="0" presId="urn:microsoft.com/office/officeart/2005/8/layout/chevron2"/>
    <dgm:cxn modelId="{92FAE70D-A98C-4DC9-8EF3-EA1B5B8C1BE9}" type="presOf" srcId="{1DFD4802-006A-4A1C-9EF5-CD9DE79CF2A5}" destId="{C8EF825E-D35D-4B6C-A027-DF88BA1B4704}" srcOrd="0" destOrd="0" presId="urn:microsoft.com/office/officeart/2005/8/layout/chevron2"/>
    <dgm:cxn modelId="{66A9D633-3E3D-4B13-8BE9-2C72315B0BD2}" srcId="{22DAC3DC-0BCC-40FA-B39C-8C8AEDC79D2D}" destId="{586410FB-39EB-4985-8B44-09252B9BECF9}" srcOrd="1" destOrd="0" parTransId="{549ED3FD-926E-42C3-99CD-7B2EB7ADA76D}" sibTransId="{308B6723-A5FF-45C3-BA83-075B3DA7DE77}"/>
    <dgm:cxn modelId="{78BAF5D6-199C-446A-A197-74DF1B31062A}" srcId="{22DAC3DC-0BCC-40FA-B39C-8C8AEDC79D2D}" destId="{03D7B2AB-3201-442E-8DAA-60BB72A6808A}" srcOrd="5" destOrd="0" parTransId="{9B489061-3892-4BBC-966F-EE94707C10F3}" sibTransId="{1892C894-A270-4972-A09F-87829CDDDE68}"/>
    <dgm:cxn modelId="{B1597545-4FBD-4096-88EF-35DA9535DE7D}" srcId="{22DAC3DC-0BCC-40FA-B39C-8C8AEDC79D2D}" destId="{86E94B43-5063-4CA5-979E-768688E02BD4}" srcOrd="7" destOrd="0" parTransId="{A8DBE1A8-7505-4FC3-A394-2F9A55A95171}" sibTransId="{543D9F2E-1F5C-4DAE-AB12-18A63C615825}"/>
    <dgm:cxn modelId="{0F794213-2B61-47A7-B644-1A795F3C62FF}" type="presOf" srcId="{4DCC21F9-3AE6-47F1-A64E-905E37C0FBEC}" destId="{EBA793CA-A79D-4699-82B1-47E6658404BF}" srcOrd="0" destOrd="0" presId="urn:microsoft.com/office/officeart/2005/8/layout/chevron2"/>
    <dgm:cxn modelId="{7F53253A-4476-497E-A51E-238D2D4C4675}" type="presOf" srcId="{D9917C49-AA15-4054-996F-47ECFE7CB2BC}" destId="{29A416E9-D50C-4243-8085-2E0396C444D3}" srcOrd="0" destOrd="0" presId="urn:microsoft.com/office/officeart/2005/8/layout/chevron2"/>
    <dgm:cxn modelId="{C7CB06CD-B0BF-4B1D-BDFC-607012DABE04}" srcId="{4DCC21F9-3AE6-47F1-A64E-905E37C0FBEC}" destId="{D5981549-A441-4DB0-A421-92E065975514}" srcOrd="0" destOrd="0" parTransId="{EAC79046-C368-4002-A725-6BBA56226763}" sibTransId="{B874C919-2C4F-4273-86BC-0B8DC860A1A9}"/>
    <dgm:cxn modelId="{41AE464E-5B89-4248-AB3D-6B3CA9A0A9E7}" type="presOf" srcId="{86E94B43-5063-4CA5-979E-768688E02BD4}" destId="{8B7D9945-C458-4CF8-9B6F-45838B035B85}" srcOrd="0" destOrd="0" presId="urn:microsoft.com/office/officeart/2005/8/layout/chevron2"/>
    <dgm:cxn modelId="{040A9B5C-9B1E-4AA2-9091-1A6B41F4C223}" srcId="{22DAC3DC-0BCC-40FA-B39C-8C8AEDC79D2D}" destId="{5B4F522D-81E9-4F3C-B16D-703FFDA5223E}" srcOrd="4" destOrd="0" parTransId="{D267CA39-EF92-4CCC-9D21-DC3186B82DB1}" sibTransId="{47831403-D898-4F55-B820-66ECC08BAAFE}"/>
    <dgm:cxn modelId="{459A932F-CDD2-4B34-AB82-E359C613C207}" srcId="{22DAC3DC-0BCC-40FA-B39C-8C8AEDC79D2D}" destId="{910208BE-68A2-4D07-BB7E-E4C3958A2C5A}" srcOrd="8" destOrd="0" parTransId="{5DF7D2DC-5425-45E9-9876-A33749EBE81A}" sibTransId="{6C015F90-C8C1-4764-BCDC-3A6ABB4483D3}"/>
    <dgm:cxn modelId="{0570E9C6-71CE-4F7C-88DA-0CA1A6499863}" srcId="{5B4F522D-81E9-4F3C-B16D-703FFDA5223E}" destId="{DD3B1034-0BB4-459E-85C3-E690D7D7CA32}" srcOrd="0" destOrd="0" parTransId="{7F5303E0-4E1F-434A-81A2-AFB29CE89291}" sibTransId="{31FBA3C2-909B-43FC-B33D-6A99F3B106FC}"/>
    <dgm:cxn modelId="{AEFDEA98-3F89-42AB-B9EC-0FDF3784323C}" srcId="{86E94B43-5063-4CA5-979E-768688E02BD4}" destId="{4E0FFC20-68D2-47C5-B970-07E1C5656078}" srcOrd="0" destOrd="0" parTransId="{1E7B6257-AE64-415E-8550-47D79F5DC81C}" sibTransId="{7C80E1D6-C9E7-4455-BDEE-C70EB19B6EA7}"/>
    <dgm:cxn modelId="{13B9E660-00F1-4120-8ABC-644EDB0B10A9}" srcId="{48CAF42D-1395-4BCE-AD7F-C8A686538D66}" destId="{8A4A757E-4053-4007-B858-EDF22DDD71E0}" srcOrd="0" destOrd="0" parTransId="{C4790BFE-D0FA-4B1E-9C84-DCB134FBEF0F}" sibTransId="{371967DB-00AF-45B8-AA78-505B4252CA34}"/>
    <dgm:cxn modelId="{36B76844-EC37-4415-AD7F-66B1C8C01C1C}" srcId="{68543EC8-B943-4462-BCFD-3E0A4DE5A039}" destId="{3E6D1FA1-FC82-48A5-AFE7-33B892675190}" srcOrd="0" destOrd="0" parTransId="{0E5FD986-FB53-4FDB-93EC-DB14FB6F9F86}" sibTransId="{3DB2559C-DE9F-4E73-8C56-A02F3D39CB41}"/>
    <dgm:cxn modelId="{40A2E128-E6E8-44A0-8D83-C06465B91625}" type="presOf" srcId="{5B4F522D-81E9-4F3C-B16D-703FFDA5223E}" destId="{8638B67F-25DF-4C68-9428-34DEFE94135D}" srcOrd="0" destOrd="0" presId="urn:microsoft.com/office/officeart/2005/8/layout/chevron2"/>
    <dgm:cxn modelId="{2834E14B-4F85-43C6-A820-5F0885D4350B}" type="presOf" srcId="{68543EC8-B943-4462-BCFD-3E0A4DE5A039}" destId="{03E0F446-8A47-4D99-82A0-1C01458DADA2}" srcOrd="0" destOrd="0" presId="urn:microsoft.com/office/officeart/2005/8/layout/chevron2"/>
    <dgm:cxn modelId="{EDDEEB32-D436-412C-8E1F-5848F6524BA6}" type="presOf" srcId="{03D7B2AB-3201-442E-8DAA-60BB72A6808A}" destId="{5C905C04-281B-4888-9079-DC5B54A4EC1D}" srcOrd="0" destOrd="0" presId="urn:microsoft.com/office/officeart/2005/8/layout/chevron2"/>
    <dgm:cxn modelId="{44779DF7-4691-4DF7-AF00-84C96C7AF628}" type="presOf" srcId="{F9D54D0F-6D17-4F03-AA84-C9A9F3A0FF67}" destId="{50D85E50-2824-4078-A257-BFEEA30D84D1}" srcOrd="0" destOrd="0" presId="urn:microsoft.com/office/officeart/2005/8/layout/chevron2"/>
    <dgm:cxn modelId="{839605AF-3FF7-4589-84F5-86334F34FED8}" type="presOf" srcId="{870A6205-74AC-4924-BD35-62106EF53C4B}" destId="{DA562F34-ABAE-4B3F-8A38-23A15E30713D}" srcOrd="0" destOrd="0" presId="urn:microsoft.com/office/officeart/2005/8/layout/chevron2"/>
    <dgm:cxn modelId="{673E8D87-C6D5-4C7A-9823-2C24805540F4}" type="presOf" srcId="{8A4A757E-4053-4007-B858-EDF22DDD71E0}" destId="{58812A56-5AE7-405F-AB6D-699D5B4FA518}" srcOrd="0" destOrd="0" presId="urn:microsoft.com/office/officeart/2005/8/layout/chevron2"/>
    <dgm:cxn modelId="{F031138B-5881-4AF6-A33A-808733F802DB}" srcId="{22DAC3DC-0BCC-40FA-B39C-8C8AEDC79D2D}" destId="{48CAF42D-1395-4BCE-AD7F-C8A686538D66}" srcOrd="2" destOrd="0" parTransId="{C013C93D-21F5-41A6-B39F-B542E7B69A59}" sibTransId="{5C020DE3-D7C3-4425-8C6D-B6894FFA6D88}"/>
    <dgm:cxn modelId="{B5240958-343A-468C-8080-BB6E0ABB27A2}" srcId="{22DAC3DC-0BCC-40FA-B39C-8C8AEDC79D2D}" destId="{1DFD4802-006A-4A1C-9EF5-CD9DE79CF2A5}" srcOrd="0" destOrd="0" parTransId="{FAB13B3C-5B61-44BB-A3FF-F48255D931C4}" sibTransId="{AB411A78-1ED6-4AD7-BF0D-D54CD22C79B0}"/>
    <dgm:cxn modelId="{328D1511-51ED-4227-8587-F56AB9D1F988}" type="presOf" srcId="{22DAC3DC-0BCC-40FA-B39C-8C8AEDC79D2D}" destId="{B4F58DF3-7F47-4102-A0BD-5C9DB9F3881F}" srcOrd="0" destOrd="0" presId="urn:microsoft.com/office/officeart/2005/8/layout/chevron2"/>
    <dgm:cxn modelId="{D0FEA15E-03A4-4E6D-A8B4-32A3764B21B6}" srcId="{586410FB-39EB-4985-8B44-09252B9BECF9}" destId="{D9917C49-AA15-4054-996F-47ECFE7CB2BC}" srcOrd="0" destOrd="0" parTransId="{322BE9E9-8852-486C-A2C5-4B7E0611B92D}" sibTransId="{7D0DC825-7C2E-4893-9575-4098D06A75F4}"/>
    <dgm:cxn modelId="{90BAD019-DCCF-49DC-8DA6-58C003AB6CAE}" type="presOf" srcId="{DD3B1034-0BB4-459E-85C3-E690D7D7CA32}" destId="{8FC7E565-55A1-4651-9F0B-930FA466FF00}" srcOrd="0" destOrd="0" presId="urn:microsoft.com/office/officeart/2005/8/layout/chevron2"/>
    <dgm:cxn modelId="{42F42B0C-FA49-4BF1-99AF-B2278F136937}" srcId="{22DAC3DC-0BCC-40FA-B39C-8C8AEDC79D2D}" destId="{68543EC8-B943-4462-BCFD-3E0A4DE5A039}" srcOrd="3" destOrd="0" parTransId="{4D4C6FC6-7AD0-4EA4-BDF5-7AB53D9A0811}" sibTransId="{8EACBAFF-7F0B-4555-B1D3-43B6C1D49AA9}"/>
    <dgm:cxn modelId="{7CF3DE06-14E3-47F6-BC9B-5B154F2C48B8}" type="presOf" srcId="{48CAF42D-1395-4BCE-AD7F-C8A686538D66}" destId="{C180C598-EA34-4B65-BD3A-A54126198586}" srcOrd="0" destOrd="0" presId="urn:microsoft.com/office/officeart/2005/8/layout/chevron2"/>
    <dgm:cxn modelId="{8782EC02-83B0-426A-821D-88C8C2FA99E6}" type="presOf" srcId="{D5981549-A441-4DB0-A421-92E065975514}" destId="{FEC7449A-3086-40EC-809C-3A09FEAA2E8B}" srcOrd="0" destOrd="0" presId="urn:microsoft.com/office/officeart/2005/8/layout/chevron2"/>
    <dgm:cxn modelId="{0BF2ADC0-3DC9-45B2-BA62-CB42C65EFC3A}" type="presOf" srcId="{3E6D1FA1-FC82-48A5-AFE7-33B892675190}" destId="{A1C743E2-D6C6-48BC-B397-52AAC5C74101}" srcOrd="0" destOrd="0" presId="urn:microsoft.com/office/officeart/2005/8/layout/chevron2"/>
    <dgm:cxn modelId="{67C0551F-D1F0-43EA-9AC8-D53B0A733D23}" type="presOf" srcId="{910208BE-68A2-4D07-BB7E-E4C3958A2C5A}" destId="{11703977-D860-4155-AA06-1412B38758F2}" srcOrd="0" destOrd="0" presId="urn:microsoft.com/office/officeart/2005/8/layout/chevron2"/>
    <dgm:cxn modelId="{EF76705C-FFB9-4CE4-BE55-7B3DE2611387}" srcId="{1DFD4802-006A-4A1C-9EF5-CD9DE79CF2A5}" destId="{792048C2-FF1A-4E1A-AE68-6E0C72E8FFA2}" srcOrd="0" destOrd="0" parTransId="{554F011D-D19E-427A-AAF9-45E6C3727FF8}" sibTransId="{8C186E9D-5A09-4A8D-B820-9F1B08EB93A7}"/>
    <dgm:cxn modelId="{35ABCB62-946A-4849-B50C-F36647DC99C9}" type="presParOf" srcId="{B4F58DF3-7F47-4102-A0BD-5C9DB9F3881F}" destId="{D93F2B71-AD6E-4113-A05A-A69126F3F43A}" srcOrd="0" destOrd="0" presId="urn:microsoft.com/office/officeart/2005/8/layout/chevron2"/>
    <dgm:cxn modelId="{82EBFFE2-BA8A-40D8-B84B-C78B26486AFA}" type="presParOf" srcId="{D93F2B71-AD6E-4113-A05A-A69126F3F43A}" destId="{C8EF825E-D35D-4B6C-A027-DF88BA1B4704}" srcOrd="0" destOrd="0" presId="urn:microsoft.com/office/officeart/2005/8/layout/chevron2"/>
    <dgm:cxn modelId="{403DD476-67FF-4D6D-B579-C8FB1D3CB4D0}" type="presParOf" srcId="{D93F2B71-AD6E-4113-A05A-A69126F3F43A}" destId="{BBD07F2B-035D-4FB1-B0A2-540F1DD83729}" srcOrd="1" destOrd="0" presId="urn:microsoft.com/office/officeart/2005/8/layout/chevron2"/>
    <dgm:cxn modelId="{7EA79CBD-C96B-4132-BDE0-D0969300E497}" type="presParOf" srcId="{B4F58DF3-7F47-4102-A0BD-5C9DB9F3881F}" destId="{551F22CA-66C0-4DDA-B1F8-A7A865723F4D}" srcOrd="1" destOrd="0" presId="urn:microsoft.com/office/officeart/2005/8/layout/chevron2"/>
    <dgm:cxn modelId="{710A61BB-AB02-4E1A-982E-C4064E95476A}" type="presParOf" srcId="{B4F58DF3-7F47-4102-A0BD-5C9DB9F3881F}" destId="{A53231A4-F187-43BE-9F98-A67EA4393F08}" srcOrd="2" destOrd="0" presId="urn:microsoft.com/office/officeart/2005/8/layout/chevron2"/>
    <dgm:cxn modelId="{6A82D90D-966A-488E-B2F9-45AFE43613C3}" type="presParOf" srcId="{A53231A4-F187-43BE-9F98-A67EA4393F08}" destId="{C7A0DB76-8485-44E5-95B1-E34603D1B32E}" srcOrd="0" destOrd="0" presId="urn:microsoft.com/office/officeart/2005/8/layout/chevron2"/>
    <dgm:cxn modelId="{E8D46D59-3E1F-4DFB-981F-F11048B39343}" type="presParOf" srcId="{A53231A4-F187-43BE-9F98-A67EA4393F08}" destId="{29A416E9-D50C-4243-8085-2E0396C444D3}" srcOrd="1" destOrd="0" presId="urn:microsoft.com/office/officeart/2005/8/layout/chevron2"/>
    <dgm:cxn modelId="{815EB6F9-D14A-466A-B6CA-D0D42F673AA1}" type="presParOf" srcId="{B4F58DF3-7F47-4102-A0BD-5C9DB9F3881F}" destId="{C3ABCDCC-5557-4599-BA73-6AA80322804E}" srcOrd="3" destOrd="0" presId="urn:microsoft.com/office/officeart/2005/8/layout/chevron2"/>
    <dgm:cxn modelId="{D26960C9-1439-4383-8038-972097219C3D}" type="presParOf" srcId="{B4F58DF3-7F47-4102-A0BD-5C9DB9F3881F}" destId="{06E0E9F0-E192-4155-B867-B758D6A10592}" srcOrd="4" destOrd="0" presId="urn:microsoft.com/office/officeart/2005/8/layout/chevron2"/>
    <dgm:cxn modelId="{E5F01A9C-B26B-4EF7-8183-F70D85998FDC}" type="presParOf" srcId="{06E0E9F0-E192-4155-B867-B758D6A10592}" destId="{C180C598-EA34-4B65-BD3A-A54126198586}" srcOrd="0" destOrd="0" presId="urn:microsoft.com/office/officeart/2005/8/layout/chevron2"/>
    <dgm:cxn modelId="{70FFFCF7-E742-43C0-A0F1-1C8EE0994E47}" type="presParOf" srcId="{06E0E9F0-E192-4155-B867-B758D6A10592}" destId="{58812A56-5AE7-405F-AB6D-699D5B4FA518}" srcOrd="1" destOrd="0" presId="urn:microsoft.com/office/officeart/2005/8/layout/chevron2"/>
    <dgm:cxn modelId="{FB43DF79-E476-4324-88BE-45390160134A}" type="presParOf" srcId="{B4F58DF3-7F47-4102-A0BD-5C9DB9F3881F}" destId="{43A647E0-7157-4F6B-8424-422B43194271}" srcOrd="5" destOrd="0" presId="urn:microsoft.com/office/officeart/2005/8/layout/chevron2"/>
    <dgm:cxn modelId="{30BAA754-B26C-479B-93F4-6CDB74B03AE1}" type="presParOf" srcId="{B4F58DF3-7F47-4102-A0BD-5C9DB9F3881F}" destId="{B039F08B-D233-460D-B89C-AD4B9B43DCBE}" srcOrd="6" destOrd="0" presId="urn:microsoft.com/office/officeart/2005/8/layout/chevron2"/>
    <dgm:cxn modelId="{65C6987F-4962-415E-A60C-4EA4CE9C0BC5}" type="presParOf" srcId="{B039F08B-D233-460D-B89C-AD4B9B43DCBE}" destId="{03E0F446-8A47-4D99-82A0-1C01458DADA2}" srcOrd="0" destOrd="0" presId="urn:microsoft.com/office/officeart/2005/8/layout/chevron2"/>
    <dgm:cxn modelId="{D8001B79-CC84-48FA-B20D-092676B2A0AE}" type="presParOf" srcId="{B039F08B-D233-460D-B89C-AD4B9B43DCBE}" destId="{A1C743E2-D6C6-48BC-B397-52AAC5C74101}" srcOrd="1" destOrd="0" presId="urn:microsoft.com/office/officeart/2005/8/layout/chevron2"/>
    <dgm:cxn modelId="{FA250B00-FB0A-47BA-8FF8-3FB05C648336}" type="presParOf" srcId="{B4F58DF3-7F47-4102-A0BD-5C9DB9F3881F}" destId="{E2DC00A5-8746-4A8D-9B92-B0BD96AFCF34}" srcOrd="7" destOrd="0" presId="urn:microsoft.com/office/officeart/2005/8/layout/chevron2"/>
    <dgm:cxn modelId="{459E8E0C-7708-4D2F-8FBE-896740DA945B}" type="presParOf" srcId="{B4F58DF3-7F47-4102-A0BD-5C9DB9F3881F}" destId="{F3F39135-7E7E-4AE2-97DB-581DE7B26422}" srcOrd="8" destOrd="0" presId="urn:microsoft.com/office/officeart/2005/8/layout/chevron2"/>
    <dgm:cxn modelId="{FD9DA91C-7ED7-41E2-B674-F74FC9E64AD8}" type="presParOf" srcId="{F3F39135-7E7E-4AE2-97DB-581DE7B26422}" destId="{8638B67F-25DF-4C68-9428-34DEFE94135D}" srcOrd="0" destOrd="0" presId="urn:microsoft.com/office/officeart/2005/8/layout/chevron2"/>
    <dgm:cxn modelId="{D9C10C5C-4D19-4AA1-9F6C-A22C4827D471}" type="presParOf" srcId="{F3F39135-7E7E-4AE2-97DB-581DE7B26422}" destId="{8FC7E565-55A1-4651-9F0B-930FA466FF00}" srcOrd="1" destOrd="0" presId="urn:microsoft.com/office/officeart/2005/8/layout/chevron2"/>
    <dgm:cxn modelId="{6BE9CCBC-F695-4A3A-A4A3-BF0F158ACC4B}" type="presParOf" srcId="{B4F58DF3-7F47-4102-A0BD-5C9DB9F3881F}" destId="{FE211C76-34A4-4340-B2A7-FA23482194FF}" srcOrd="9" destOrd="0" presId="urn:microsoft.com/office/officeart/2005/8/layout/chevron2"/>
    <dgm:cxn modelId="{869CA781-1DDA-488B-9B45-803CC475D3FF}" type="presParOf" srcId="{B4F58DF3-7F47-4102-A0BD-5C9DB9F3881F}" destId="{1D2ED465-82B5-4BE3-BA78-7D7BA3DA0F35}" srcOrd="10" destOrd="0" presId="urn:microsoft.com/office/officeart/2005/8/layout/chevron2"/>
    <dgm:cxn modelId="{46859AD3-F315-42BC-A1ED-F7BC95372E1D}" type="presParOf" srcId="{1D2ED465-82B5-4BE3-BA78-7D7BA3DA0F35}" destId="{5C905C04-281B-4888-9079-DC5B54A4EC1D}" srcOrd="0" destOrd="0" presId="urn:microsoft.com/office/officeart/2005/8/layout/chevron2"/>
    <dgm:cxn modelId="{D5C14B8B-ED03-4A09-B60C-CA0373DC27C3}" type="presParOf" srcId="{1D2ED465-82B5-4BE3-BA78-7D7BA3DA0F35}" destId="{DA562F34-ABAE-4B3F-8A38-23A15E30713D}" srcOrd="1" destOrd="0" presId="urn:microsoft.com/office/officeart/2005/8/layout/chevron2"/>
    <dgm:cxn modelId="{059B0CB5-C5B3-4924-8BD4-EC1E62C6ED4F}" type="presParOf" srcId="{B4F58DF3-7F47-4102-A0BD-5C9DB9F3881F}" destId="{877150D9-62BC-49E2-A7F7-900E84FFEF58}" srcOrd="11" destOrd="0" presId="urn:microsoft.com/office/officeart/2005/8/layout/chevron2"/>
    <dgm:cxn modelId="{5BED8789-E535-445A-AA62-794B258AF0AE}" type="presParOf" srcId="{B4F58DF3-7F47-4102-A0BD-5C9DB9F3881F}" destId="{B48D9E3F-560B-4341-8F87-F116292FC0F9}" srcOrd="12" destOrd="0" presId="urn:microsoft.com/office/officeart/2005/8/layout/chevron2"/>
    <dgm:cxn modelId="{C3A4B766-E401-4179-B4DD-968AD7E6F858}" type="presParOf" srcId="{B48D9E3F-560B-4341-8F87-F116292FC0F9}" destId="{EBA793CA-A79D-4699-82B1-47E6658404BF}" srcOrd="0" destOrd="0" presId="urn:microsoft.com/office/officeart/2005/8/layout/chevron2"/>
    <dgm:cxn modelId="{BD38D475-E07C-4988-9102-7A37A96ACBB3}" type="presParOf" srcId="{B48D9E3F-560B-4341-8F87-F116292FC0F9}" destId="{FEC7449A-3086-40EC-809C-3A09FEAA2E8B}" srcOrd="1" destOrd="0" presId="urn:microsoft.com/office/officeart/2005/8/layout/chevron2"/>
    <dgm:cxn modelId="{168618CA-6D75-494E-BA5E-05AE5E5A2E74}" type="presParOf" srcId="{B4F58DF3-7F47-4102-A0BD-5C9DB9F3881F}" destId="{9C7486AF-F968-4842-A9B4-E260C494C19E}" srcOrd="13" destOrd="0" presId="urn:microsoft.com/office/officeart/2005/8/layout/chevron2"/>
    <dgm:cxn modelId="{45112102-C51D-4070-A52E-B8DDE6C819FB}" type="presParOf" srcId="{B4F58DF3-7F47-4102-A0BD-5C9DB9F3881F}" destId="{D3CA9C79-206B-4F19-9367-8ACD5059CC91}" srcOrd="14" destOrd="0" presId="urn:microsoft.com/office/officeart/2005/8/layout/chevron2"/>
    <dgm:cxn modelId="{4354E82C-CBC2-4DAC-B761-6365A501901C}" type="presParOf" srcId="{D3CA9C79-206B-4F19-9367-8ACD5059CC91}" destId="{8B7D9945-C458-4CF8-9B6F-45838B035B85}" srcOrd="0" destOrd="0" presId="urn:microsoft.com/office/officeart/2005/8/layout/chevron2"/>
    <dgm:cxn modelId="{8EE8F984-8B13-4B67-BC86-A8C9CFDED881}" type="presParOf" srcId="{D3CA9C79-206B-4F19-9367-8ACD5059CC91}" destId="{65DC1BEE-AC4E-4803-8890-411967857136}" srcOrd="1" destOrd="0" presId="urn:microsoft.com/office/officeart/2005/8/layout/chevron2"/>
    <dgm:cxn modelId="{F801A699-84C2-49FD-A59F-6B72F4B5C2B9}" type="presParOf" srcId="{B4F58DF3-7F47-4102-A0BD-5C9DB9F3881F}" destId="{F48FEF30-B283-4664-BBA2-8E7F293169BD}" srcOrd="15" destOrd="0" presId="urn:microsoft.com/office/officeart/2005/8/layout/chevron2"/>
    <dgm:cxn modelId="{FB5BF2C1-A0B6-4D5D-9578-CD054B0DCBAB}" type="presParOf" srcId="{B4F58DF3-7F47-4102-A0BD-5C9DB9F3881F}" destId="{DBBA31B5-7C43-4D4B-AA77-B6B4FE6E1779}" srcOrd="16" destOrd="0" presId="urn:microsoft.com/office/officeart/2005/8/layout/chevron2"/>
    <dgm:cxn modelId="{2FABD9BC-E972-4AC5-A901-F64A22B7EC0F}" type="presParOf" srcId="{DBBA31B5-7C43-4D4B-AA77-B6B4FE6E1779}" destId="{11703977-D860-4155-AA06-1412B38758F2}" srcOrd="0" destOrd="0" presId="urn:microsoft.com/office/officeart/2005/8/layout/chevron2"/>
    <dgm:cxn modelId="{22EF6CE3-1F2E-4E5A-A795-D0F58A8EF6A2}" type="presParOf" srcId="{DBBA31B5-7C43-4D4B-AA77-B6B4FE6E1779}" destId="{50D85E50-2824-4078-A257-BFEEA30D84D1}"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EF825E-D35D-4B6C-A027-DF88BA1B4704}">
      <dsp:nvSpPr>
        <dsp:cNvPr id="0" name=""/>
        <dsp:cNvSpPr/>
      </dsp:nvSpPr>
      <dsp:spPr>
        <a:xfrm rot="5400000">
          <a:off x="-77202" y="77277"/>
          <a:ext cx="514683" cy="360278"/>
        </a:xfrm>
        <a:prstGeom prst="chevron">
          <a:avLst/>
        </a:prstGeom>
        <a:solidFill>
          <a:schemeClr val="accent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lvl="0" algn="ctr" defTabSz="444500">
            <a:lnSpc>
              <a:spcPct val="90000"/>
            </a:lnSpc>
            <a:spcBef>
              <a:spcPct val="0"/>
            </a:spcBef>
            <a:spcAft>
              <a:spcPct val="35000"/>
            </a:spcAft>
          </a:pPr>
          <a:r>
            <a:rPr lang="en-US" sz="1000" kern="1200" dirty="0"/>
            <a:t> </a:t>
          </a:r>
        </a:p>
      </dsp:txBody>
      <dsp:txXfrm rot="-5400000">
        <a:off x="1" y="180213"/>
        <a:ext cx="360278" cy="154405"/>
      </dsp:txXfrm>
    </dsp:sp>
    <dsp:sp modelId="{BBD07F2B-035D-4FB1-B0A2-540F1DD83729}">
      <dsp:nvSpPr>
        <dsp:cNvPr id="0" name=""/>
        <dsp:cNvSpPr/>
      </dsp:nvSpPr>
      <dsp:spPr>
        <a:xfrm rot="5400000">
          <a:off x="2984667" y="-2624313"/>
          <a:ext cx="334543" cy="5583321"/>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GB" altLang="en-US" sz="1600" kern="1200" dirty="0" smtClean="0"/>
            <a:t>AML Cleanslate project</a:t>
          </a:r>
          <a:endParaRPr lang="en-US" sz="1600" kern="1200" dirty="0">
            <a:latin typeface="+mj-lt"/>
          </a:endParaRPr>
        </a:p>
      </dsp:txBody>
      <dsp:txXfrm rot="-5400000">
        <a:off x="360279" y="16406"/>
        <a:ext cx="5566990" cy="301881"/>
      </dsp:txXfrm>
    </dsp:sp>
    <dsp:sp modelId="{C7A0DB76-8485-44E5-95B1-E34603D1B32E}">
      <dsp:nvSpPr>
        <dsp:cNvPr id="0" name=""/>
        <dsp:cNvSpPr/>
      </dsp:nvSpPr>
      <dsp:spPr>
        <a:xfrm rot="5400000">
          <a:off x="-77202" y="524608"/>
          <a:ext cx="514683" cy="360278"/>
        </a:xfrm>
        <a:prstGeom prst="chevron">
          <a:avLst/>
        </a:prstGeom>
        <a:solidFill>
          <a:schemeClr val="accent2"/>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lvl="0" algn="ctr" defTabSz="444500">
            <a:lnSpc>
              <a:spcPct val="90000"/>
            </a:lnSpc>
            <a:spcBef>
              <a:spcPct val="0"/>
            </a:spcBef>
            <a:spcAft>
              <a:spcPct val="35000"/>
            </a:spcAft>
          </a:pPr>
          <a:r>
            <a:rPr lang="en-US" sz="1000" kern="1200" dirty="0"/>
            <a:t> </a:t>
          </a:r>
        </a:p>
      </dsp:txBody>
      <dsp:txXfrm rot="-5400000">
        <a:off x="1" y="627544"/>
        <a:ext cx="360278" cy="154405"/>
      </dsp:txXfrm>
    </dsp:sp>
    <dsp:sp modelId="{29A416E9-D50C-4243-8085-2E0396C444D3}">
      <dsp:nvSpPr>
        <dsp:cNvPr id="0" name=""/>
        <dsp:cNvSpPr/>
      </dsp:nvSpPr>
      <dsp:spPr>
        <a:xfrm rot="5400000">
          <a:off x="2984667" y="-2176983"/>
          <a:ext cx="334543" cy="5583321"/>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altLang="en-US" sz="1600" kern="1200" dirty="0" smtClean="0"/>
            <a:t>AML Data track/ Platform track</a:t>
          </a:r>
          <a:endParaRPr lang="en-US" sz="1600" kern="1200" dirty="0"/>
        </a:p>
      </dsp:txBody>
      <dsp:txXfrm rot="-5400000">
        <a:off x="360279" y="463736"/>
        <a:ext cx="5566990" cy="301881"/>
      </dsp:txXfrm>
    </dsp:sp>
    <dsp:sp modelId="{C180C598-EA34-4B65-BD3A-A54126198586}">
      <dsp:nvSpPr>
        <dsp:cNvPr id="0" name=""/>
        <dsp:cNvSpPr/>
      </dsp:nvSpPr>
      <dsp:spPr>
        <a:xfrm rot="5400000">
          <a:off x="-77202" y="971939"/>
          <a:ext cx="514683" cy="360278"/>
        </a:xfrm>
        <a:prstGeom prst="chevron">
          <a:avLst/>
        </a:prstGeom>
        <a:solidFill>
          <a:schemeClr val="accent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lvl="0" algn="ctr" defTabSz="444500">
            <a:lnSpc>
              <a:spcPct val="90000"/>
            </a:lnSpc>
            <a:spcBef>
              <a:spcPct val="0"/>
            </a:spcBef>
            <a:spcAft>
              <a:spcPct val="35000"/>
            </a:spcAft>
          </a:pPr>
          <a:r>
            <a:rPr lang="en-US" sz="1000" kern="1200" dirty="0"/>
            <a:t> </a:t>
          </a:r>
        </a:p>
      </dsp:txBody>
      <dsp:txXfrm rot="-5400000">
        <a:off x="1" y="1074875"/>
        <a:ext cx="360278" cy="154405"/>
      </dsp:txXfrm>
    </dsp:sp>
    <dsp:sp modelId="{58812A56-5AE7-405F-AB6D-699D5B4FA518}">
      <dsp:nvSpPr>
        <dsp:cNvPr id="0" name=""/>
        <dsp:cNvSpPr/>
      </dsp:nvSpPr>
      <dsp:spPr>
        <a:xfrm rot="5400000">
          <a:off x="2984667" y="-1729652"/>
          <a:ext cx="334543" cy="5583321"/>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altLang="en-US" sz="1600" kern="1200" dirty="0" smtClean="0"/>
            <a:t>AML Cleanslate CDO Track</a:t>
          </a:r>
          <a:endParaRPr lang="en-US" sz="1600" kern="1200" dirty="0"/>
        </a:p>
      </dsp:txBody>
      <dsp:txXfrm rot="-5400000">
        <a:off x="360279" y="911067"/>
        <a:ext cx="5566990" cy="301881"/>
      </dsp:txXfrm>
    </dsp:sp>
    <dsp:sp modelId="{03E0F446-8A47-4D99-82A0-1C01458DADA2}">
      <dsp:nvSpPr>
        <dsp:cNvPr id="0" name=""/>
        <dsp:cNvSpPr/>
      </dsp:nvSpPr>
      <dsp:spPr>
        <a:xfrm rot="5400000">
          <a:off x="-77202" y="1419269"/>
          <a:ext cx="514683" cy="360278"/>
        </a:xfrm>
        <a:prstGeom prst="chevron">
          <a:avLst/>
        </a:prstGeom>
        <a:solidFill>
          <a:schemeClr val="accent2"/>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lvl="0" algn="ctr" defTabSz="444500">
            <a:lnSpc>
              <a:spcPct val="90000"/>
            </a:lnSpc>
            <a:spcBef>
              <a:spcPct val="0"/>
            </a:spcBef>
            <a:spcAft>
              <a:spcPct val="35000"/>
            </a:spcAft>
          </a:pPr>
          <a:r>
            <a:rPr lang="en-US" sz="1000" kern="1200" dirty="0"/>
            <a:t> </a:t>
          </a:r>
        </a:p>
      </dsp:txBody>
      <dsp:txXfrm rot="-5400000">
        <a:off x="1" y="1522205"/>
        <a:ext cx="360278" cy="154405"/>
      </dsp:txXfrm>
    </dsp:sp>
    <dsp:sp modelId="{A1C743E2-D6C6-48BC-B397-52AAC5C74101}">
      <dsp:nvSpPr>
        <dsp:cNvPr id="0" name=""/>
        <dsp:cNvSpPr/>
      </dsp:nvSpPr>
      <dsp:spPr>
        <a:xfrm rot="5400000">
          <a:off x="2984667" y="-1293592"/>
          <a:ext cx="334543" cy="5583321"/>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solidFill>
                <a:prstClr val="black">
                  <a:hueOff val="0"/>
                  <a:satOff val="0"/>
                  <a:lumOff val="0"/>
                  <a:alphaOff val="0"/>
                </a:prstClr>
              </a:solidFill>
              <a:latin typeface="Verdana"/>
              <a:ea typeface="+mn-ea"/>
              <a:cs typeface="+mn-cs"/>
            </a:rPr>
            <a:t>Current Expected Credit Loss(CECL)</a:t>
          </a:r>
          <a:endParaRPr lang="en-US" sz="1600" kern="1200" dirty="0">
            <a:solidFill>
              <a:prstClr val="black">
                <a:hueOff val="0"/>
                <a:satOff val="0"/>
                <a:lumOff val="0"/>
                <a:alphaOff val="0"/>
              </a:prstClr>
            </a:solidFill>
            <a:latin typeface="Verdana"/>
            <a:ea typeface="+mn-ea"/>
            <a:cs typeface="+mn-cs"/>
          </a:endParaRPr>
        </a:p>
      </dsp:txBody>
      <dsp:txXfrm rot="-5400000">
        <a:off x="360279" y="1347127"/>
        <a:ext cx="5566990" cy="301881"/>
      </dsp:txXfrm>
    </dsp:sp>
    <dsp:sp modelId="{8638B67F-25DF-4C68-9428-34DEFE94135D}">
      <dsp:nvSpPr>
        <dsp:cNvPr id="0" name=""/>
        <dsp:cNvSpPr/>
      </dsp:nvSpPr>
      <dsp:spPr>
        <a:xfrm rot="5400000">
          <a:off x="-77202" y="1866600"/>
          <a:ext cx="514683" cy="360278"/>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solidFill>
              <a:prstClr val="black">
                <a:hueOff val="0"/>
                <a:satOff val="0"/>
                <a:lumOff val="0"/>
                <a:alphaOff val="0"/>
              </a:prstClr>
            </a:solidFill>
            <a:latin typeface="Verdana"/>
            <a:ea typeface="+mn-ea"/>
            <a:cs typeface="+mn-cs"/>
          </a:endParaRPr>
        </a:p>
      </dsp:txBody>
      <dsp:txXfrm rot="-5400000">
        <a:off x="1" y="1969536"/>
        <a:ext cx="360278" cy="154405"/>
      </dsp:txXfrm>
    </dsp:sp>
    <dsp:sp modelId="{8FC7E565-55A1-4651-9F0B-930FA466FF00}">
      <dsp:nvSpPr>
        <dsp:cNvPr id="0" name=""/>
        <dsp:cNvSpPr/>
      </dsp:nvSpPr>
      <dsp:spPr>
        <a:xfrm rot="5400000">
          <a:off x="2984667" y="-834990"/>
          <a:ext cx="334543" cy="5583321"/>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solidFill>
                <a:prstClr val="black">
                  <a:hueOff val="0"/>
                  <a:satOff val="0"/>
                  <a:lumOff val="0"/>
                  <a:alphaOff val="0"/>
                </a:prstClr>
              </a:solidFill>
              <a:latin typeface="Verdana"/>
              <a:ea typeface="+mn-ea"/>
              <a:cs typeface="+mn-cs"/>
            </a:rPr>
            <a:t>RDC to Hotscan Project</a:t>
          </a:r>
          <a:endParaRPr lang="en-US" sz="1600" kern="1200" dirty="0">
            <a:solidFill>
              <a:prstClr val="black">
                <a:hueOff val="0"/>
                <a:satOff val="0"/>
                <a:lumOff val="0"/>
                <a:alphaOff val="0"/>
              </a:prstClr>
            </a:solidFill>
            <a:latin typeface="Verdana"/>
            <a:ea typeface="+mn-ea"/>
            <a:cs typeface="+mn-cs"/>
          </a:endParaRPr>
        </a:p>
      </dsp:txBody>
      <dsp:txXfrm rot="-5400000">
        <a:off x="360279" y="1805729"/>
        <a:ext cx="5566990" cy="301881"/>
      </dsp:txXfrm>
    </dsp:sp>
    <dsp:sp modelId="{5C905C04-281B-4888-9079-DC5B54A4EC1D}">
      <dsp:nvSpPr>
        <dsp:cNvPr id="0" name=""/>
        <dsp:cNvSpPr/>
      </dsp:nvSpPr>
      <dsp:spPr>
        <a:xfrm rot="5400000">
          <a:off x="-77202" y="2313931"/>
          <a:ext cx="514683" cy="360278"/>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latin typeface="+mj-lt"/>
          </a:endParaRPr>
        </a:p>
      </dsp:txBody>
      <dsp:txXfrm rot="-5400000">
        <a:off x="1" y="2416867"/>
        <a:ext cx="360278" cy="154405"/>
      </dsp:txXfrm>
    </dsp:sp>
    <dsp:sp modelId="{DA562F34-ABAE-4B3F-8A38-23A15E30713D}">
      <dsp:nvSpPr>
        <dsp:cNvPr id="0" name=""/>
        <dsp:cNvSpPr/>
      </dsp:nvSpPr>
      <dsp:spPr>
        <a:xfrm rot="5400000">
          <a:off x="2984667" y="-387660"/>
          <a:ext cx="334543" cy="5583321"/>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solidFill>
                <a:prstClr val="black">
                  <a:hueOff val="0"/>
                  <a:satOff val="0"/>
                  <a:lumOff val="0"/>
                  <a:alphaOff val="0"/>
                </a:prstClr>
              </a:solidFill>
              <a:latin typeface="Verdana"/>
              <a:ea typeface="+mn-ea"/>
              <a:cs typeface="+mn-cs"/>
            </a:rPr>
            <a:t>Support Projects</a:t>
          </a:r>
          <a:endParaRPr lang="en-US" sz="1600" kern="1200" dirty="0">
            <a:solidFill>
              <a:prstClr val="black">
                <a:hueOff val="0"/>
                <a:satOff val="0"/>
                <a:lumOff val="0"/>
                <a:alphaOff val="0"/>
              </a:prstClr>
            </a:solidFill>
            <a:latin typeface="Verdana"/>
            <a:ea typeface="+mn-ea"/>
            <a:cs typeface="+mn-cs"/>
          </a:endParaRPr>
        </a:p>
      </dsp:txBody>
      <dsp:txXfrm rot="-5400000">
        <a:off x="360279" y="2253059"/>
        <a:ext cx="5566990" cy="301881"/>
      </dsp:txXfrm>
    </dsp:sp>
    <dsp:sp modelId="{EBA793CA-A79D-4699-82B1-47E6658404BF}">
      <dsp:nvSpPr>
        <dsp:cNvPr id="0" name=""/>
        <dsp:cNvSpPr/>
      </dsp:nvSpPr>
      <dsp:spPr>
        <a:xfrm rot="5400000">
          <a:off x="-77202" y="2761261"/>
          <a:ext cx="514683" cy="360278"/>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latin typeface="+mj-lt"/>
          </a:endParaRPr>
        </a:p>
      </dsp:txBody>
      <dsp:txXfrm rot="-5400000">
        <a:off x="1" y="2864197"/>
        <a:ext cx="360278" cy="154405"/>
      </dsp:txXfrm>
    </dsp:sp>
    <dsp:sp modelId="{FEC7449A-3086-40EC-809C-3A09FEAA2E8B}">
      <dsp:nvSpPr>
        <dsp:cNvPr id="0" name=""/>
        <dsp:cNvSpPr/>
      </dsp:nvSpPr>
      <dsp:spPr>
        <a:xfrm rot="5400000">
          <a:off x="2984667" y="59670"/>
          <a:ext cx="334543" cy="5583321"/>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mj-lt"/>
            </a:rPr>
            <a:t>EPP – Upgrade Project</a:t>
          </a:r>
          <a:endParaRPr lang="en-US" sz="1600" kern="1200" dirty="0">
            <a:latin typeface="+mj-lt"/>
          </a:endParaRPr>
        </a:p>
      </dsp:txBody>
      <dsp:txXfrm rot="-5400000">
        <a:off x="360279" y="2700390"/>
        <a:ext cx="5566990" cy="301881"/>
      </dsp:txXfrm>
    </dsp:sp>
    <dsp:sp modelId="{8B7D9945-C458-4CF8-9B6F-45838B035B85}">
      <dsp:nvSpPr>
        <dsp:cNvPr id="0" name=""/>
        <dsp:cNvSpPr/>
      </dsp:nvSpPr>
      <dsp:spPr>
        <a:xfrm rot="5400000">
          <a:off x="-77202" y="3208592"/>
          <a:ext cx="514683" cy="360278"/>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latin typeface="+mj-lt"/>
          </a:endParaRPr>
        </a:p>
      </dsp:txBody>
      <dsp:txXfrm rot="-5400000">
        <a:off x="1" y="3311528"/>
        <a:ext cx="360278" cy="154405"/>
      </dsp:txXfrm>
    </dsp:sp>
    <dsp:sp modelId="{65DC1BEE-AC4E-4803-8890-411967857136}">
      <dsp:nvSpPr>
        <dsp:cNvPr id="0" name=""/>
        <dsp:cNvSpPr/>
      </dsp:nvSpPr>
      <dsp:spPr>
        <a:xfrm rot="5400000">
          <a:off x="2984667" y="507001"/>
          <a:ext cx="334543" cy="5583321"/>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t>FINCEN &amp; TRADE SURVEILLANCE PROJECT</a:t>
          </a:r>
          <a:endParaRPr lang="en-US" sz="1600" kern="1200" dirty="0"/>
        </a:p>
      </dsp:txBody>
      <dsp:txXfrm rot="-5400000">
        <a:off x="360279" y="3147721"/>
        <a:ext cx="5566990" cy="301881"/>
      </dsp:txXfrm>
    </dsp:sp>
    <dsp:sp modelId="{11703977-D860-4155-AA06-1412B38758F2}">
      <dsp:nvSpPr>
        <dsp:cNvPr id="0" name=""/>
        <dsp:cNvSpPr/>
      </dsp:nvSpPr>
      <dsp:spPr>
        <a:xfrm rot="5400000">
          <a:off x="-77202" y="3655923"/>
          <a:ext cx="514683" cy="360278"/>
        </a:xfrm>
        <a:prstGeom prst="chevron">
          <a:avLst/>
        </a:prstGeom>
        <a:solidFill>
          <a:schemeClr val="accent2"/>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l" defTabSz="711200">
            <a:lnSpc>
              <a:spcPct val="90000"/>
            </a:lnSpc>
            <a:spcBef>
              <a:spcPct val="0"/>
            </a:spcBef>
            <a:spcAft>
              <a:spcPct val="35000"/>
            </a:spcAft>
          </a:pPr>
          <a:endParaRPr lang="en-US" sz="1600" kern="1200" dirty="0"/>
        </a:p>
      </dsp:txBody>
      <dsp:txXfrm rot="-5400000">
        <a:off x="1" y="3758859"/>
        <a:ext cx="360278" cy="154405"/>
      </dsp:txXfrm>
    </dsp:sp>
    <dsp:sp modelId="{50D85E50-2824-4078-A257-BFEEA30D84D1}">
      <dsp:nvSpPr>
        <dsp:cNvPr id="0" name=""/>
        <dsp:cNvSpPr/>
      </dsp:nvSpPr>
      <dsp:spPr>
        <a:xfrm rot="5400000">
          <a:off x="2984667" y="954331"/>
          <a:ext cx="334543" cy="5583321"/>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t>Areas of Improvement</a:t>
          </a:r>
          <a:endParaRPr lang="en-US" sz="1600" kern="1200" dirty="0"/>
        </a:p>
      </dsp:txBody>
      <dsp:txXfrm rot="-5400000">
        <a:off x="360279" y="3595051"/>
        <a:ext cx="5566990" cy="301881"/>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20.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spcBef>
                <a:spcPts val="0"/>
              </a:spcBef>
              <a:spcAft>
                <a:spcPts val="0"/>
              </a:spcAft>
              <a:defRPr sz="900">
                <a:latin typeface="+mn-lt"/>
                <a:cs typeface="+mn-cs"/>
              </a:defRPr>
            </a:lvl1pPr>
          </a:lstStyle>
          <a:p>
            <a:pPr>
              <a:defRPr/>
            </a:pPr>
            <a:endParaRPr lang="pt-PT"/>
          </a:p>
        </p:txBody>
      </p:sp>
      <p:sp>
        <p:nvSpPr>
          <p:cNvPr id="3" name="Date Placeholder 2">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fontAlgn="auto">
              <a:spcBef>
                <a:spcPts val="0"/>
              </a:spcBef>
              <a:spcAft>
                <a:spcPts val="0"/>
              </a:spcAft>
              <a:defRPr sz="900" smtClean="0">
                <a:latin typeface="+mn-lt"/>
                <a:cs typeface="+mn-cs"/>
              </a:defRPr>
            </a:lvl1pPr>
          </a:lstStyle>
          <a:p>
            <a:pPr>
              <a:defRPr/>
            </a:pPr>
            <a:fld id="{79594F1D-44A1-4B89-8EFA-E883B9272170}" type="datetimeFigureOut">
              <a:rPr lang="pt-PT"/>
              <a:pPr>
                <a:defRPr/>
              </a:pPr>
              <a:t>03-04-2019</a:t>
            </a:fld>
            <a:endParaRPr lang="pt-PT"/>
          </a:p>
        </p:txBody>
      </p:sp>
      <p:sp>
        <p:nvSpPr>
          <p:cNvPr id="4" name="Footer Placeholder 3">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fontAlgn="auto">
              <a:spcBef>
                <a:spcPts val="0"/>
              </a:spcBef>
              <a:spcAft>
                <a:spcPts val="0"/>
              </a:spcAft>
              <a:defRPr sz="900">
                <a:latin typeface="+mn-lt"/>
                <a:cs typeface="+mn-cs"/>
              </a:defRPr>
            </a:lvl1pPr>
          </a:lstStyle>
          <a:p>
            <a:pPr>
              <a:defRPr/>
            </a:pPr>
            <a:endParaRPr lang="pt-PT"/>
          </a:p>
        </p:txBody>
      </p:sp>
      <p:sp>
        <p:nvSpPr>
          <p:cNvPr id="5" name="Slide Number Placeholder 4">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fontAlgn="auto">
              <a:spcBef>
                <a:spcPts val="0"/>
              </a:spcBef>
              <a:spcAft>
                <a:spcPts val="0"/>
              </a:spcAft>
              <a:defRPr sz="900" smtClean="0">
                <a:latin typeface="+mn-lt"/>
                <a:cs typeface="+mn-cs"/>
              </a:defRPr>
            </a:lvl1pPr>
          </a:lstStyle>
          <a:p>
            <a:pPr>
              <a:defRPr/>
            </a:pPr>
            <a:fld id="{016AC638-148A-4319-9832-4B0A47098013}" type="slidenum">
              <a:rPr lang="pt-PT"/>
              <a:pPr>
                <a:defRPr/>
              </a:pPr>
              <a:t>‹#›</a:t>
            </a:fld>
            <a:endParaRPr lang="pt-PT"/>
          </a:p>
        </p:txBody>
      </p:sp>
    </p:spTree>
    <p:extLst>
      <p:ext uri="{BB962C8B-B14F-4D97-AF65-F5344CB8AC3E}">
        <p14:creationId xmlns:p14="http://schemas.microsoft.com/office/powerpoint/2010/main" val="30218617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Marcador de Posição do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spcBef>
                <a:spcPts val="0"/>
              </a:spcBef>
              <a:spcAft>
                <a:spcPts val="0"/>
              </a:spcAft>
              <a:defRPr sz="900">
                <a:latin typeface="+mn-lt"/>
                <a:cs typeface="+mn-cs"/>
              </a:defRPr>
            </a:lvl1pPr>
          </a:lstStyle>
          <a:p>
            <a:pPr>
              <a:defRPr/>
            </a:pPr>
            <a:endParaRPr lang="pt-BR"/>
          </a:p>
        </p:txBody>
      </p:sp>
      <p:sp>
        <p:nvSpPr>
          <p:cNvPr id="3" name="Marcador de Posição da Data 2"/>
          <p:cNvSpPr>
            <a:spLocks noGrp="1"/>
          </p:cNvSpPr>
          <p:nvPr>
            <p:ph type="dt" idx="1"/>
          </p:nvPr>
        </p:nvSpPr>
        <p:spPr>
          <a:xfrm>
            <a:off x="3884613" y="0"/>
            <a:ext cx="2971800" cy="458788"/>
          </a:xfrm>
          <a:prstGeom prst="rect">
            <a:avLst/>
          </a:prstGeom>
        </p:spPr>
        <p:txBody>
          <a:bodyPr vert="horz" lIns="91440" tIns="45720" rIns="91440" bIns="45720" rtlCol="0"/>
          <a:lstStyle>
            <a:lvl1pPr algn="r" fontAlgn="auto">
              <a:spcBef>
                <a:spcPts val="0"/>
              </a:spcBef>
              <a:spcAft>
                <a:spcPts val="0"/>
              </a:spcAft>
              <a:defRPr sz="900" smtClean="0">
                <a:latin typeface="+mn-lt"/>
                <a:cs typeface="+mn-cs"/>
              </a:defRPr>
            </a:lvl1pPr>
          </a:lstStyle>
          <a:p>
            <a:pPr>
              <a:defRPr/>
            </a:pPr>
            <a:fld id="{D420EEE4-D3AE-4AF1-80FC-71C8B7E0E729}" type="datetimeFigureOut">
              <a:rPr lang="pt-BR"/>
              <a:pPr>
                <a:defRPr/>
              </a:pPr>
              <a:t>03/04/2019</a:t>
            </a:fld>
            <a:endParaRPr lang="pt-BR"/>
          </a:p>
        </p:txBody>
      </p:sp>
      <p:sp>
        <p:nvSpPr>
          <p:cNvPr id="4" name="Marcador de Posição da Imagem do Diapositivo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pt-BR" noProof="0"/>
          </a:p>
        </p:txBody>
      </p:sp>
      <p:sp>
        <p:nvSpPr>
          <p:cNvPr id="5" name="Marcador de Posição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PT" noProof="0" dirty="0"/>
              <a:t>Insert comments</a:t>
            </a:r>
            <a:endParaRPr lang="pt-BR" noProof="0" dirty="0"/>
          </a:p>
        </p:txBody>
      </p:sp>
      <p:sp>
        <p:nvSpPr>
          <p:cNvPr id="6" name="Marcador de Posição do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fontAlgn="auto">
              <a:spcBef>
                <a:spcPts val="0"/>
              </a:spcBef>
              <a:spcAft>
                <a:spcPts val="0"/>
              </a:spcAft>
              <a:defRPr sz="900">
                <a:latin typeface="+mn-lt"/>
                <a:cs typeface="+mn-cs"/>
              </a:defRPr>
            </a:lvl1pPr>
          </a:lstStyle>
          <a:p>
            <a:pPr>
              <a:defRPr/>
            </a:pPr>
            <a:endParaRPr lang="pt-BR"/>
          </a:p>
        </p:txBody>
      </p:sp>
      <p:sp>
        <p:nvSpPr>
          <p:cNvPr id="7" name="Marcador de Posição do Número do Diapositivo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fontAlgn="auto">
              <a:spcBef>
                <a:spcPts val="0"/>
              </a:spcBef>
              <a:spcAft>
                <a:spcPts val="0"/>
              </a:spcAft>
              <a:defRPr sz="900" smtClean="0">
                <a:latin typeface="+mn-lt"/>
                <a:cs typeface="+mn-cs"/>
              </a:defRPr>
            </a:lvl1pPr>
          </a:lstStyle>
          <a:p>
            <a:pPr>
              <a:defRPr/>
            </a:pPr>
            <a:fld id="{008401CC-D651-4613-8CBA-8F6C04E28FD5}" type="slidenum">
              <a:rPr lang="pt-BR"/>
              <a:pPr>
                <a:defRPr/>
              </a:pPr>
              <a:t>‹#›</a:t>
            </a:fld>
            <a:endParaRPr lang="pt-BR"/>
          </a:p>
        </p:txBody>
      </p:sp>
    </p:spTree>
    <p:extLst>
      <p:ext uri="{BB962C8B-B14F-4D97-AF65-F5344CB8AC3E}">
        <p14:creationId xmlns:p14="http://schemas.microsoft.com/office/powerpoint/2010/main" val="2922270855"/>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900" kern="1200">
        <a:solidFill>
          <a:schemeClr val="tx1"/>
        </a:solidFill>
        <a:latin typeface="+mn-lt"/>
        <a:ea typeface="+mn-ea"/>
        <a:cs typeface="+mn-cs"/>
      </a:defRPr>
    </a:lvl1pPr>
    <a:lvl2pPr marL="742950" indent="-285750" algn="l" rtl="0" fontAlgn="base">
      <a:spcBef>
        <a:spcPct val="30000"/>
      </a:spcBef>
      <a:spcAft>
        <a:spcPct val="0"/>
      </a:spcAft>
      <a:defRPr sz="1200" kern="1200">
        <a:solidFill>
          <a:schemeClr val="tx1"/>
        </a:solidFill>
        <a:latin typeface="+mn-lt"/>
        <a:ea typeface="+mn-ea"/>
        <a:cs typeface="+mn-cs"/>
      </a:defRPr>
    </a:lvl2pPr>
    <a:lvl3pPr marL="1143000" indent="-228600" algn="l" rtl="0" fontAlgn="base">
      <a:spcBef>
        <a:spcPct val="30000"/>
      </a:spcBef>
      <a:spcAft>
        <a:spcPct val="0"/>
      </a:spcAft>
      <a:defRPr sz="1200" kern="1200">
        <a:solidFill>
          <a:schemeClr val="tx1"/>
        </a:solidFill>
        <a:latin typeface="+mn-lt"/>
        <a:ea typeface="+mn-ea"/>
        <a:cs typeface="+mn-cs"/>
      </a:defRPr>
    </a:lvl3pPr>
    <a:lvl4pPr marL="1600200" indent="-228600" algn="l" rtl="0" fontAlgn="base">
      <a:spcBef>
        <a:spcPct val="30000"/>
      </a:spcBef>
      <a:spcAft>
        <a:spcPct val="0"/>
      </a:spcAft>
      <a:defRPr sz="1200" kern="1200">
        <a:solidFill>
          <a:schemeClr val="tx1"/>
        </a:solidFill>
        <a:latin typeface="+mn-lt"/>
        <a:ea typeface="+mn-ea"/>
        <a:cs typeface="+mn-cs"/>
      </a:defRPr>
    </a:lvl4pPr>
    <a:lvl5pPr marL="2057400" indent="-2286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tags" Target="../tags/tag4.xml"/><Relationship Id="rId7" Type="http://schemas.openxmlformats.org/officeDocument/2006/relationships/oleObject" Target="../embeddings/oleObject3.bin"/><Relationship Id="rId2" Type="http://schemas.openxmlformats.org/officeDocument/2006/relationships/tags" Target="../tags/tag3.xml"/><Relationship Id="rId1" Type="http://schemas.openxmlformats.org/officeDocument/2006/relationships/vmlDrawing" Target="../drawings/vmlDrawing2.vml"/><Relationship Id="rId6" Type="http://schemas.openxmlformats.org/officeDocument/2006/relationships/image" Target="../media/image1.emf"/><Relationship Id="rId5" Type="http://schemas.openxmlformats.org/officeDocument/2006/relationships/oleObject" Target="../embeddings/oleObject2.bin"/><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6.xml"/><Relationship Id="rId7" Type="http://schemas.openxmlformats.org/officeDocument/2006/relationships/oleObject" Target="../embeddings/oleObject5.bin"/><Relationship Id="rId2" Type="http://schemas.openxmlformats.org/officeDocument/2006/relationships/tags" Target="../tags/tag5.xml"/><Relationship Id="rId1" Type="http://schemas.openxmlformats.org/officeDocument/2006/relationships/vmlDrawing" Target="../drawings/vmlDrawing3.vml"/><Relationship Id="rId6" Type="http://schemas.openxmlformats.org/officeDocument/2006/relationships/image" Target="../media/image1.emf"/><Relationship Id="rId5" Type="http://schemas.openxmlformats.org/officeDocument/2006/relationships/oleObject" Target="../embeddings/oleObject4.bin"/><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8.xml"/><Relationship Id="rId7" Type="http://schemas.openxmlformats.org/officeDocument/2006/relationships/oleObject" Target="../embeddings/oleObject7.bin"/><Relationship Id="rId2" Type="http://schemas.openxmlformats.org/officeDocument/2006/relationships/tags" Target="../tags/tag7.xml"/><Relationship Id="rId1" Type="http://schemas.openxmlformats.org/officeDocument/2006/relationships/vmlDrawing" Target="../drawings/vmlDrawing4.vml"/><Relationship Id="rId6" Type="http://schemas.openxmlformats.org/officeDocument/2006/relationships/image" Target="../media/image1.emf"/><Relationship Id="rId5" Type="http://schemas.openxmlformats.org/officeDocument/2006/relationships/oleObject" Target="../embeddings/oleObject6.bin"/><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vmlDrawing" Target="../drawings/vmlDrawing5.vml"/><Relationship Id="rId5" Type="http://schemas.openxmlformats.org/officeDocument/2006/relationships/image" Target="../media/image1.emf"/><Relationship Id="rId4" Type="http://schemas.openxmlformats.org/officeDocument/2006/relationships/oleObject" Target="../embeddings/oleObject8.bin"/></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vmlDrawing" Target="../drawings/vmlDrawing6.vml"/><Relationship Id="rId6" Type="http://schemas.openxmlformats.org/officeDocument/2006/relationships/image" Target="../media/image2.emf"/><Relationship Id="rId5" Type="http://schemas.openxmlformats.org/officeDocument/2006/relationships/oleObject" Target="../embeddings/oleObject9.bin"/><Relationship Id="rId4"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14.xml"/><Relationship Id="rId7" Type="http://schemas.openxmlformats.org/officeDocument/2006/relationships/oleObject" Target="../embeddings/oleObject12.bin"/><Relationship Id="rId2" Type="http://schemas.openxmlformats.org/officeDocument/2006/relationships/tags" Target="../tags/tag13.xml"/><Relationship Id="rId1" Type="http://schemas.openxmlformats.org/officeDocument/2006/relationships/vmlDrawing" Target="../drawings/vmlDrawing8.vml"/><Relationship Id="rId6" Type="http://schemas.openxmlformats.org/officeDocument/2006/relationships/image" Target="../media/image1.emf"/><Relationship Id="rId5" Type="http://schemas.openxmlformats.org/officeDocument/2006/relationships/oleObject" Target="../embeddings/oleObject11.bin"/><Relationship Id="rId4"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16.xml"/><Relationship Id="rId7" Type="http://schemas.openxmlformats.org/officeDocument/2006/relationships/oleObject" Target="../embeddings/oleObject14.bin"/><Relationship Id="rId2" Type="http://schemas.openxmlformats.org/officeDocument/2006/relationships/tags" Target="../tags/tag15.xml"/><Relationship Id="rId1" Type="http://schemas.openxmlformats.org/officeDocument/2006/relationships/vmlDrawing" Target="../drawings/vmlDrawing9.vml"/><Relationship Id="rId6" Type="http://schemas.openxmlformats.org/officeDocument/2006/relationships/image" Target="../media/image1.emf"/><Relationship Id="rId5" Type="http://schemas.openxmlformats.org/officeDocument/2006/relationships/oleObject" Target="../embeddings/oleObject13.bin"/><Relationship Id="rId4"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18.xml"/><Relationship Id="rId7" Type="http://schemas.openxmlformats.org/officeDocument/2006/relationships/oleObject" Target="../embeddings/oleObject16.bin"/><Relationship Id="rId2" Type="http://schemas.openxmlformats.org/officeDocument/2006/relationships/tags" Target="../tags/tag17.xml"/><Relationship Id="rId1" Type="http://schemas.openxmlformats.org/officeDocument/2006/relationships/vmlDrawing" Target="../drawings/vmlDrawing10.vml"/><Relationship Id="rId6" Type="http://schemas.openxmlformats.org/officeDocument/2006/relationships/image" Target="../media/image1.emf"/><Relationship Id="rId5" Type="http://schemas.openxmlformats.org/officeDocument/2006/relationships/oleObject" Target="../embeddings/oleObject15.bin"/><Relationship Id="rId4"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20.xml"/><Relationship Id="rId7" Type="http://schemas.openxmlformats.org/officeDocument/2006/relationships/oleObject" Target="../embeddings/oleObject18.bin"/><Relationship Id="rId2" Type="http://schemas.openxmlformats.org/officeDocument/2006/relationships/tags" Target="../tags/tag19.xml"/><Relationship Id="rId1" Type="http://schemas.openxmlformats.org/officeDocument/2006/relationships/vmlDrawing" Target="../drawings/vmlDrawing11.vml"/><Relationship Id="rId6" Type="http://schemas.openxmlformats.org/officeDocument/2006/relationships/image" Target="../media/image1.emf"/><Relationship Id="rId5" Type="http://schemas.openxmlformats.org/officeDocument/2006/relationships/oleObject" Target="../embeddings/oleObject17.bin"/><Relationship Id="rId4"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tags" Target="../tags/tag22.xml"/><Relationship Id="rId7" Type="http://schemas.openxmlformats.org/officeDocument/2006/relationships/oleObject" Target="../embeddings/oleObject20.bin"/><Relationship Id="rId2" Type="http://schemas.openxmlformats.org/officeDocument/2006/relationships/tags" Target="../tags/tag21.xml"/><Relationship Id="rId1" Type="http://schemas.openxmlformats.org/officeDocument/2006/relationships/vmlDrawing" Target="../drawings/vmlDrawing12.vml"/><Relationship Id="rId6" Type="http://schemas.openxmlformats.org/officeDocument/2006/relationships/image" Target="../media/image1.emf"/><Relationship Id="rId5" Type="http://schemas.openxmlformats.org/officeDocument/2006/relationships/oleObject" Target="../embeddings/oleObject19.bin"/><Relationship Id="rId4"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24.xml"/><Relationship Id="rId2" Type="http://schemas.openxmlformats.org/officeDocument/2006/relationships/tags" Target="../tags/tag23.xml"/><Relationship Id="rId1" Type="http://schemas.openxmlformats.org/officeDocument/2006/relationships/vmlDrawing" Target="../drawings/vmlDrawing13.vml"/><Relationship Id="rId6" Type="http://schemas.openxmlformats.org/officeDocument/2006/relationships/image" Target="../media/image2.emf"/><Relationship Id="rId5" Type="http://schemas.openxmlformats.org/officeDocument/2006/relationships/oleObject" Target="../embeddings/oleObject21.bin"/><Relationship Id="rId4"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8" Type="http://schemas.openxmlformats.org/officeDocument/2006/relationships/hyperlink" Target="http://www.slideshare.net/capgemini" TargetMode="External"/><Relationship Id="rId13" Type="http://schemas.openxmlformats.org/officeDocument/2006/relationships/image" Target="../media/image6.png"/><Relationship Id="rId3" Type="http://schemas.openxmlformats.org/officeDocument/2006/relationships/slideMaster" Target="../slideMasters/slideMaster3.xml"/><Relationship Id="rId7" Type="http://schemas.openxmlformats.org/officeDocument/2006/relationships/image" Target="../media/image3.png"/><Relationship Id="rId12" Type="http://schemas.openxmlformats.org/officeDocument/2006/relationships/hyperlink" Target="http://www.youtube.com/capgeminimedia" TargetMode="External"/><Relationship Id="rId17" Type="http://schemas.openxmlformats.org/officeDocument/2006/relationships/hyperlink" Target="http://www.capgemini.com/about/how-we-work/rightshorer" TargetMode="External"/><Relationship Id="rId2" Type="http://schemas.openxmlformats.org/officeDocument/2006/relationships/tags" Target="../tags/tag26.xml"/><Relationship Id="rId16" Type="http://schemas.openxmlformats.org/officeDocument/2006/relationships/hyperlink" Target="http://www.capgemini.com/about/how-we-work/the-collaborative-business-experiencetm" TargetMode="External"/><Relationship Id="rId1" Type="http://schemas.openxmlformats.org/officeDocument/2006/relationships/vmlDrawing" Target="../drawings/vmlDrawing15.vml"/><Relationship Id="rId6" Type="http://schemas.openxmlformats.org/officeDocument/2006/relationships/hyperlink" Target="http://www.linkedin.com/company/capgemini" TargetMode="External"/><Relationship Id="rId11" Type="http://schemas.openxmlformats.org/officeDocument/2006/relationships/image" Target="../media/image5.png"/><Relationship Id="rId5" Type="http://schemas.openxmlformats.org/officeDocument/2006/relationships/image" Target="../media/image1.emf"/><Relationship Id="rId15" Type="http://schemas.openxmlformats.org/officeDocument/2006/relationships/image" Target="../media/image7.png"/><Relationship Id="rId10" Type="http://schemas.openxmlformats.org/officeDocument/2006/relationships/hyperlink" Target="http://www.twitter.com/capgemini" TargetMode="External"/><Relationship Id="rId4" Type="http://schemas.openxmlformats.org/officeDocument/2006/relationships/oleObject" Target="../embeddings/oleObject23.bin"/><Relationship Id="rId9" Type="http://schemas.openxmlformats.org/officeDocument/2006/relationships/image" Target="../media/image4.png"/><Relationship Id="rId14" Type="http://schemas.openxmlformats.org/officeDocument/2006/relationships/hyperlink" Target="http://www.facebook.com/capgemini" TargetMode="External"/></Relationships>
</file>

<file path=ppt/slideLayouts/_rels/slideLayout17.xml.rels><?xml version="1.0" encoding="UTF-8" standalone="yes"?>
<Relationships xmlns="http://schemas.openxmlformats.org/package/2006/relationships"><Relationship Id="rId8" Type="http://schemas.openxmlformats.org/officeDocument/2006/relationships/oleObject" Target="../embeddings/oleObject24.bin"/><Relationship Id="rId13" Type="http://schemas.openxmlformats.org/officeDocument/2006/relationships/image" Target="../media/image9.png"/><Relationship Id="rId18" Type="http://schemas.openxmlformats.org/officeDocument/2006/relationships/hyperlink" Target="http://www.facebook.com/capgemini" TargetMode="External"/><Relationship Id="rId3" Type="http://schemas.openxmlformats.org/officeDocument/2006/relationships/tags" Target="../tags/tag28.xml"/><Relationship Id="rId21" Type="http://schemas.openxmlformats.org/officeDocument/2006/relationships/hyperlink" Target="http://www.capgemini.com/about/how-we-work/rightshorer" TargetMode="External"/><Relationship Id="rId7" Type="http://schemas.openxmlformats.org/officeDocument/2006/relationships/slideMaster" Target="../slideMasters/slideMaster3.xml"/><Relationship Id="rId12" Type="http://schemas.openxmlformats.org/officeDocument/2006/relationships/hyperlink" Target="http://www.slideshare.net/capgemini" TargetMode="External"/><Relationship Id="rId17" Type="http://schemas.openxmlformats.org/officeDocument/2006/relationships/image" Target="../media/image11.png"/><Relationship Id="rId2" Type="http://schemas.openxmlformats.org/officeDocument/2006/relationships/tags" Target="../tags/tag27.xml"/><Relationship Id="rId16" Type="http://schemas.openxmlformats.org/officeDocument/2006/relationships/hyperlink" Target="http://www.youtube.com/capgeminimedia" TargetMode="External"/><Relationship Id="rId20" Type="http://schemas.openxmlformats.org/officeDocument/2006/relationships/hyperlink" Target="http://www.capgemini.com/about/how-we-work/the-collaborative-business-experiencetm" TargetMode="External"/><Relationship Id="rId1" Type="http://schemas.openxmlformats.org/officeDocument/2006/relationships/vmlDrawing" Target="../drawings/vmlDrawing16.vml"/><Relationship Id="rId6" Type="http://schemas.openxmlformats.org/officeDocument/2006/relationships/tags" Target="../tags/tag31.xml"/><Relationship Id="rId11" Type="http://schemas.openxmlformats.org/officeDocument/2006/relationships/image" Target="../media/image8.png"/><Relationship Id="rId5" Type="http://schemas.openxmlformats.org/officeDocument/2006/relationships/tags" Target="../tags/tag30.xml"/><Relationship Id="rId15" Type="http://schemas.openxmlformats.org/officeDocument/2006/relationships/image" Target="../media/image10.png"/><Relationship Id="rId10" Type="http://schemas.openxmlformats.org/officeDocument/2006/relationships/hyperlink" Target="http://www.linkedin.com/company/capgemini" TargetMode="External"/><Relationship Id="rId19" Type="http://schemas.openxmlformats.org/officeDocument/2006/relationships/image" Target="../media/image12.png"/><Relationship Id="rId4" Type="http://schemas.openxmlformats.org/officeDocument/2006/relationships/tags" Target="../tags/tag29.xml"/><Relationship Id="rId9" Type="http://schemas.openxmlformats.org/officeDocument/2006/relationships/image" Target="../media/image1.emf"/><Relationship Id="rId14" Type="http://schemas.openxmlformats.org/officeDocument/2006/relationships/hyperlink" Target="http://www.twitter.com/capgemini" TargetMode="External"/><Relationship Id="rId22" Type="http://schemas.openxmlformats.org/officeDocument/2006/relationships/hyperlink" Target="http://www.capgemini.com/"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27348" y="1815352"/>
            <a:ext cx="11700000" cy="44662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r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016678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227349" y="0"/>
            <a:ext cx="11125236" cy="1104900"/>
          </a:xfrm>
        </p:spPr>
        <p:txBody>
          <a:bodyPr/>
          <a:lstStyle/>
          <a:p>
            <a:r>
              <a:rPr lang="en-US"/>
              <a:t>Click to edit Master title style</a:t>
            </a:r>
            <a:endParaRPr lang="en-GB" dirty="0"/>
          </a:p>
        </p:txBody>
      </p:sp>
      <p:sp>
        <p:nvSpPr>
          <p:cNvPr id="4" name="Text Placeholder 3"/>
          <p:cNvSpPr>
            <a:spLocks noGrp="1"/>
          </p:cNvSpPr>
          <p:nvPr>
            <p:ph type="body" sz="quarter" idx="10"/>
          </p:nvPr>
        </p:nvSpPr>
        <p:spPr>
          <a:xfrm>
            <a:off x="227348" y="1815351"/>
            <a:ext cx="11700000" cy="44662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Espace réservé du texte 4"/>
          <p:cNvSpPr>
            <a:spLocks noGrp="1"/>
          </p:cNvSpPr>
          <p:nvPr>
            <p:ph type="body" sz="quarter" idx="11"/>
          </p:nvPr>
        </p:nvSpPr>
        <p:spPr>
          <a:xfrm>
            <a:off x="227349" y="1148607"/>
            <a:ext cx="11700000" cy="504056"/>
          </a:xfrm>
          <a:prstGeom prst="rect">
            <a:avLst/>
          </a:prstGeom>
        </p:spPr>
        <p:txBody>
          <a:bodyPr/>
          <a:lstStyle>
            <a:lvl1pPr>
              <a:defRPr>
                <a:solidFill>
                  <a:schemeClr val="accent2"/>
                </a:solidFill>
              </a:defRPr>
            </a:lvl1pPr>
          </a:lstStyle>
          <a:p>
            <a:pPr lvl="0"/>
            <a:r>
              <a:rPr lang="en-US"/>
              <a:t>Click to edit Master text styles</a:t>
            </a:r>
          </a:p>
        </p:txBody>
      </p:sp>
    </p:spTree>
    <p:extLst>
      <p:ext uri="{BB962C8B-B14F-4D97-AF65-F5344CB8AC3E}">
        <p14:creationId xmlns:p14="http://schemas.microsoft.com/office/powerpoint/2010/main" val="29306548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p:cNvPr>
          <p:cNvSpPr>
            <a:spLocks noGrp="1"/>
          </p:cNvSpPr>
          <p:nvPr>
            <p:ph type="body" sz="quarter" idx="10"/>
          </p:nvPr>
        </p:nvSpPr>
        <p:spPr>
          <a:xfrm>
            <a:off x="227349"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7">
            <a:extLst/>
          </p:cNvPr>
          <p:cNvSpPr>
            <a:spLocks noGrp="1"/>
          </p:cNvSpPr>
          <p:nvPr>
            <p:ph type="body" sz="quarter" idx="12"/>
          </p:nvPr>
        </p:nvSpPr>
        <p:spPr>
          <a:xfrm>
            <a:off x="227349" y="1420989"/>
            <a:ext cx="5400000" cy="743987"/>
          </a:xfrm>
          <a:prstGeom prst="rect">
            <a:avLst/>
          </a:prstGeom>
        </p:spPr>
        <p:txBody>
          <a:bodyPr anchor="ctr">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edit Master text styles</a:t>
            </a:r>
          </a:p>
        </p:txBody>
      </p:sp>
      <p:sp>
        <p:nvSpPr>
          <p:cNvPr id="14" name="Text Placeholder 7">
            <a:extLst/>
          </p:cNvPr>
          <p:cNvSpPr>
            <a:spLocks noGrp="1"/>
          </p:cNvSpPr>
          <p:nvPr>
            <p:ph type="body" sz="quarter" idx="13"/>
          </p:nvPr>
        </p:nvSpPr>
        <p:spPr>
          <a:xfrm>
            <a:off x="6474016" y="1420989"/>
            <a:ext cx="5400000" cy="743987"/>
          </a:xfrm>
          <a:prstGeom prst="rect">
            <a:avLst/>
          </a:prstGeom>
        </p:spPr>
        <p:txBody>
          <a:bodyPr anchor="ctr">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edit Master text styles</a:t>
            </a:r>
          </a:p>
        </p:txBody>
      </p:sp>
      <p:sp>
        <p:nvSpPr>
          <p:cNvPr id="2" name="Titre 1"/>
          <p:cNvSpPr>
            <a:spLocks noGrp="1"/>
          </p:cNvSpPr>
          <p:nvPr>
            <p:ph type="title"/>
          </p:nvPr>
        </p:nvSpPr>
        <p:spPr>
          <a:xfrm>
            <a:off x="227349" y="0"/>
            <a:ext cx="11125236" cy="1104900"/>
          </a:xfrm>
        </p:spPr>
        <p:txBody>
          <a:bodyPr/>
          <a:lstStyle/>
          <a:p>
            <a:r>
              <a:rPr lang="en-US"/>
              <a:t>Click to edit Master title style</a:t>
            </a:r>
            <a:endParaRPr lang="en-US" dirty="0"/>
          </a:p>
        </p:txBody>
      </p:sp>
      <p:sp>
        <p:nvSpPr>
          <p:cNvPr id="16" name="Text Placeholder 7">
            <a:extLst/>
          </p:cNvPr>
          <p:cNvSpPr>
            <a:spLocks noGrp="1"/>
          </p:cNvSpPr>
          <p:nvPr>
            <p:ph type="body" sz="quarter" idx="14"/>
          </p:nvPr>
        </p:nvSpPr>
        <p:spPr>
          <a:xfrm>
            <a:off x="6474016"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8226666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dirty="0"/>
          </a:p>
        </p:txBody>
      </p:sp>
      <p:sp>
        <p:nvSpPr>
          <p:cNvPr id="3" name="Text Placeholder 7">
            <a:extLst/>
          </p:cNvPr>
          <p:cNvSpPr>
            <a:spLocks noGrp="1"/>
          </p:cNvSpPr>
          <p:nvPr>
            <p:ph type="body" sz="quarter" idx="10"/>
          </p:nvPr>
        </p:nvSpPr>
        <p:spPr>
          <a:xfrm>
            <a:off x="227350"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7">
            <a:extLst/>
          </p:cNvPr>
          <p:cNvSpPr>
            <a:spLocks noGrp="1"/>
          </p:cNvSpPr>
          <p:nvPr>
            <p:ph type="body" sz="quarter" idx="12"/>
          </p:nvPr>
        </p:nvSpPr>
        <p:spPr>
          <a:xfrm>
            <a:off x="227350" y="1420989"/>
            <a:ext cx="3537827" cy="743987"/>
          </a:xfrm>
          <a:prstGeom prst="rect">
            <a:avLst/>
          </a:prstGeom>
        </p:spPr>
        <p:txBody>
          <a:bodyPr rtlCol="0" anchor="ctr">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edit Master text styles</a:t>
            </a:r>
          </a:p>
        </p:txBody>
      </p:sp>
      <p:sp>
        <p:nvSpPr>
          <p:cNvPr id="9" name="Text Placeholder 7">
            <a:extLst/>
          </p:cNvPr>
          <p:cNvSpPr>
            <a:spLocks noGrp="1"/>
          </p:cNvSpPr>
          <p:nvPr>
            <p:ph type="body" sz="quarter" idx="14"/>
          </p:nvPr>
        </p:nvSpPr>
        <p:spPr>
          <a:xfrm>
            <a:off x="4313358"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7">
            <a:extLst/>
          </p:cNvPr>
          <p:cNvSpPr>
            <a:spLocks noGrp="1"/>
          </p:cNvSpPr>
          <p:nvPr>
            <p:ph type="body" sz="quarter" idx="15"/>
          </p:nvPr>
        </p:nvSpPr>
        <p:spPr>
          <a:xfrm>
            <a:off x="4313358" y="1420989"/>
            <a:ext cx="3537827" cy="743987"/>
          </a:xfrm>
          <a:prstGeom prst="rect">
            <a:avLst/>
          </a:prstGeom>
        </p:spPr>
        <p:txBody>
          <a:bodyPr rtlCol="0" anchor="ctr">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edit Master text styles</a:t>
            </a:r>
          </a:p>
        </p:txBody>
      </p:sp>
      <p:sp>
        <p:nvSpPr>
          <p:cNvPr id="11" name="Text Placeholder 7">
            <a:extLst/>
          </p:cNvPr>
          <p:cNvSpPr>
            <a:spLocks noGrp="1"/>
          </p:cNvSpPr>
          <p:nvPr>
            <p:ph type="body" sz="quarter" idx="16"/>
          </p:nvPr>
        </p:nvSpPr>
        <p:spPr>
          <a:xfrm>
            <a:off x="8384125"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7">
            <a:extLst/>
          </p:cNvPr>
          <p:cNvSpPr>
            <a:spLocks noGrp="1"/>
          </p:cNvSpPr>
          <p:nvPr>
            <p:ph type="body" sz="quarter" idx="17"/>
          </p:nvPr>
        </p:nvSpPr>
        <p:spPr>
          <a:xfrm>
            <a:off x="8384125" y="1420989"/>
            <a:ext cx="3537827" cy="743987"/>
          </a:xfrm>
          <a:prstGeom prst="rect">
            <a:avLst/>
          </a:prstGeom>
        </p:spPr>
        <p:txBody>
          <a:bodyPr rtlCol="0" anchor="ctr">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edit Master text styles</a:t>
            </a:r>
          </a:p>
        </p:txBody>
      </p:sp>
    </p:spTree>
    <p:extLst>
      <p:ext uri="{BB962C8B-B14F-4D97-AF65-F5344CB8AC3E}">
        <p14:creationId xmlns:p14="http://schemas.microsoft.com/office/powerpoint/2010/main" val="12372764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with numbering,  subtitle and content">
    <p:spTree>
      <p:nvGrpSpPr>
        <p:cNvPr id="1" name=""/>
        <p:cNvGrpSpPr/>
        <p:nvPr/>
      </p:nvGrpSpPr>
      <p:grpSpPr>
        <a:xfrm>
          <a:off x="0" y="0"/>
          <a:ext cx="0" cy="0"/>
          <a:chOff x="0" y="0"/>
          <a:chExt cx="0" cy="0"/>
        </a:xfrm>
      </p:grpSpPr>
      <p:graphicFrame>
        <p:nvGraphicFramePr>
          <p:cNvPr id="6" name="Object 20" hidden="1"/>
          <p:cNvGraphicFramePr>
            <a:graphicFrameLocks noChangeAspect="1"/>
          </p:cNvGraphicFramePr>
          <p:nvPr>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80240" name="think-cell Slide" r:id="rId5" imgW="360" imgH="360" progId="TCLayout.ActiveDocument.1">
                  <p:embed/>
                </p:oleObj>
              </mc:Choice>
              <mc:Fallback>
                <p:oleObj name="think-cell Slide" r:id="rId5" imgW="360" imgH="360" progId="TCLayout.ActiveDocument.1">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7" name="Groupe 1"/>
          <p:cNvGrpSpPr>
            <a:grpSpLocks/>
          </p:cNvGrpSpPr>
          <p:nvPr/>
        </p:nvGrpSpPr>
        <p:grpSpPr bwMode="auto">
          <a:xfrm>
            <a:off x="11501438" y="171450"/>
            <a:ext cx="419100" cy="388938"/>
            <a:chOff x="11501102" y="171573"/>
            <a:chExt cx="419436" cy="388988"/>
          </a:xfrm>
        </p:grpSpPr>
        <p:sp>
          <p:nvSpPr>
            <p:cNvPr id="8" name="Freeform 13"/>
            <p:cNvSpPr>
              <a:spLocks/>
            </p:cNvSpPr>
            <p:nvPr userDrawn="1"/>
          </p:nvSpPr>
          <p:spPr bwMode="auto">
            <a:xfrm>
              <a:off x="11644642" y="334376"/>
              <a:ext cx="275896" cy="226185"/>
            </a:xfrm>
            <a:custGeom>
              <a:avLst/>
              <a:gdLst>
                <a:gd name="T0" fmla="*/ 125 w 188"/>
                <a:gd name="T1" fmla="*/ 107 h 154"/>
                <a:gd name="T2" fmla="*/ 188 w 188"/>
                <a:gd name="T3" fmla="*/ 43 h 154"/>
                <a:gd name="T4" fmla="*/ 141 w 188"/>
                <a:gd name="T5" fmla="*/ 0 h 154"/>
                <a:gd name="T6" fmla="*/ 49 w 188"/>
                <a:gd name="T7" fmla="*/ 99 h 154"/>
                <a:gd name="T8" fmla="*/ 0 w 188"/>
                <a:gd name="T9" fmla="*/ 144 h 154"/>
                <a:gd name="T10" fmla="*/ 37 w 188"/>
                <a:gd name="T11" fmla="*/ 154 h 154"/>
                <a:gd name="T12" fmla="*/ 125 w 188"/>
                <a:gd name="T13" fmla="*/ 125 h 154"/>
                <a:gd name="T14" fmla="*/ 81 w 188"/>
                <a:gd name="T15" fmla="*/ 86 h 154"/>
                <a:gd name="T16" fmla="*/ 125 w 188"/>
                <a:gd name="T17" fmla="*/ 107 h 15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 name="Freeform 14"/>
            <p:cNvSpPr>
              <a:spLocks/>
            </p:cNvSpPr>
            <p:nvPr userDrawn="1"/>
          </p:nvSpPr>
          <p:spPr bwMode="auto">
            <a:xfrm>
              <a:off x="11501102" y="171573"/>
              <a:ext cx="419436" cy="356676"/>
            </a:xfrm>
            <a:custGeom>
              <a:avLst/>
              <a:gdLst>
                <a:gd name="T0" fmla="*/ 286 w 286"/>
                <a:gd name="T1" fmla="*/ 152 h 243"/>
                <a:gd name="T2" fmla="*/ 237 w 286"/>
                <a:gd name="T3" fmla="*/ 51 h 243"/>
                <a:gd name="T4" fmla="*/ 160 w 286"/>
                <a:gd name="T5" fmla="*/ 3 h 243"/>
                <a:gd name="T6" fmla="*/ 153 w 286"/>
                <a:gd name="T7" fmla="*/ 0 h 243"/>
                <a:gd name="T8" fmla="*/ 153 w 286"/>
                <a:gd name="T9" fmla="*/ 0 h 243"/>
                <a:gd name="T10" fmla="*/ 0 w 286"/>
                <a:gd name="T11" fmla="*/ 158 h 243"/>
                <a:gd name="T12" fmla="*/ 53 w 286"/>
                <a:gd name="T13" fmla="*/ 236 h 243"/>
                <a:gd name="T14" fmla="*/ 107 w 286"/>
                <a:gd name="T15" fmla="*/ 237 h 243"/>
                <a:gd name="T16" fmla="*/ 147 w 286"/>
                <a:gd name="T17" fmla="*/ 210 h 243"/>
                <a:gd name="T18" fmla="*/ 239 w 286"/>
                <a:gd name="T19" fmla="*/ 111 h 243"/>
                <a:gd name="T20" fmla="*/ 286 w 286"/>
                <a:gd name="T21" fmla="*/ 154 h 243"/>
                <a:gd name="T22" fmla="*/ 286 w 286"/>
                <a:gd name="T23" fmla="*/ 152 h 24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10" name="Retângulo 43"/>
          <p:cNvSpPr>
            <a:spLocks noChangeArrowheads="1"/>
          </p:cNvSpPr>
          <p:nvPr/>
        </p:nvSpPr>
        <p:spPr bwMode="auto">
          <a:xfrm>
            <a:off x="11752263" y="6650038"/>
            <a:ext cx="176212" cy="12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defRPr>
                <a:solidFill>
                  <a:schemeClr val="tx1"/>
                </a:solidFill>
                <a:latin typeface="Verdana" pitchFamily="34" charset="0"/>
              </a:defRPr>
            </a:lvl1pPr>
            <a:lvl2pPr marL="742950" indent="-285750">
              <a:defRPr>
                <a:solidFill>
                  <a:schemeClr val="tx1"/>
                </a:solidFill>
                <a:latin typeface="Verdana" pitchFamily="34" charset="0"/>
              </a:defRPr>
            </a:lvl2pPr>
            <a:lvl3pPr marL="1143000" indent="-228600">
              <a:defRPr>
                <a:solidFill>
                  <a:schemeClr val="tx1"/>
                </a:solidFill>
                <a:latin typeface="Verdana" pitchFamily="34" charset="0"/>
              </a:defRPr>
            </a:lvl3pPr>
            <a:lvl4pPr marL="1600200" indent="-228600">
              <a:defRPr>
                <a:solidFill>
                  <a:schemeClr val="tx1"/>
                </a:solidFill>
                <a:latin typeface="Verdana" pitchFamily="34" charset="0"/>
              </a:defRPr>
            </a:lvl4pPr>
            <a:lvl5pPr marL="2057400" indent="-228600">
              <a:defRPr>
                <a:solidFill>
                  <a:schemeClr val="tx1"/>
                </a:solidFill>
                <a:latin typeface="Verdana" pitchFamily="34" charset="0"/>
              </a:defRPr>
            </a:lvl5pPr>
            <a:lvl6pPr marL="2514600" indent="-228600" fontAlgn="base">
              <a:spcBef>
                <a:spcPct val="0"/>
              </a:spcBef>
              <a:spcAft>
                <a:spcPct val="0"/>
              </a:spcAft>
              <a:defRPr>
                <a:solidFill>
                  <a:schemeClr val="tx1"/>
                </a:solidFill>
                <a:latin typeface="Verdana" pitchFamily="34" charset="0"/>
              </a:defRPr>
            </a:lvl6pPr>
            <a:lvl7pPr marL="2971800" indent="-228600" fontAlgn="base">
              <a:spcBef>
                <a:spcPct val="0"/>
              </a:spcBef>
              <a:spcAft>
                <a:spcPct val="0"/>
              </a:spcAft>
              <a:defRPr>
                <a:solidFill>
                  <a:schemeClr val="tx1"/>
                </a:solidFill>
                <a:latin typeface="Verdana" pitchFamily="34" charset="0"/>
              </a:defRPr>
            </a:lvl7pPr>
            <a:lvl8pPr marL="3429000" indent="-228600" fontAlgn="base">
              <a:spcBef>
                <a:spcPct val="0"/>
              </a:spcBef>
              <a:spcAft>
                <a:spcPct val="0"/>
              </a:spcAft>
              <a:defRPr>
                <a:solidFill>
                  <a:schemeClr val="tx1"/>
                </a:solidFill>
                <a:latin typeface="Verdana" pitchFamily="34" charset="0"/>
              </a:defRPr>
            </a:lvl8pPr>
            <a:lvl9pPr marL="3886200" indent="-228600" fontAlgn="base">
              <a:spcBef>
                <a:spcPct val="0"/>
              </a:spcBef>
              <a:spcAft>
                <a:spcPct val="0"/>
              </a:spcAft>
              <a:defRPr>
                <a:solidFill>
                  <a:schemeClr val="tx1"/>
                </a:solidFill>
                <a:latin typeface="Verdana" pitchFamily="34" charset="0"/>
              </a:defRPr>
            </a:lvl9pPr>
          </a:lstStyle>
          <a:p>
            <a:pPr algn="r"/>
            <a:fld id="{337EC66C-DB47-4D4D-877E-DA33186B64C6}" type="slidenum">
              <a:rPr lang="en-US" altLang="en-US" sz="800">
                <a:solidFill>
                  <a:srgbClr val="A6A6A6"/>
                </a:solidFill>
              </a:rPr>
              <a:pPr algn="r"/>
              <a:t>‹#›</a:t>
            </a:fld>
            <a:endParaRPr lang="en-US" altLang="en-US" sz="800">
              <a:solidFill>
                <a:srgbClr val="A6A6A6"/>
              </a:solidFill>
            </a:endParaRPr>
          </a:p>
        </p:txBody>
      </p:sp>
      <p:sp>
        <p:nvSpPr>
          <p:cNvPr id="11" name="Text Placeholder 7">
            <a:extLst/>
          </p:cNvPr>
          <p:cNvSpPr txBox="1">
            <a:spLocks/>
          </p:cNvSpPr>
          <p:nvPr/>
        </p:nvSpPr>
        <p:spPr>
          <a:xfrm>
            <a:off x="9017000" y="6650038"/>
            <a:ext cx="2663825" cy="123825"/>
          </a:xfrm>
          <a:prstGeom prst="rect">
            <a:avLst/>
          </a:prstGeom>
        </p:spPr>
        <p:txBody>
          <a:bodyPr lIns="0" tIns="0" rIns="0" bIns="0" anchor="ct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fontAlgn="auto">
              <a:spcAft>
                <a:spcPts val="0"/>
              </a:spcAft>
              <a:defRPr/>
            </a:pPr>
            <a:r>
              <a:rPr lang="en-US" dirty="0">
                <a:solidFill>
                  <a:schemeClr val="bg1">
                    <a:lumMod val="65000"/>
                  </a:schemeClr>
                </a:solidFill>
              </a:rPr>
              <a:t>© Capgemini 2018. All rights reserved  </a:t>
            </a:r>
            <a:r>
              <a:rPr lang="en-US" dirty="0">
                <a:solidFill>
                  <a:schemeClr val="accent2"/>
                </a:solidFill>
              </a:rPr>
              <a:t>|</a:t>
            </a:r>
          </a:p>
        </p:txBody>
      </p:sp>
      <p:sp>
        <p:nvSpPr>
          <p:cNvPr id="12" name="Text Placeholder 7">
            <a:extLst/>
          </p:cNvPr>
          <p:cNvSpPr txBox="1">
            <a:spLocks/>
          </p:cNvSpPr>
          <p:nvPr/>
        </p:nvSpPr>
        <p:spPr>
          <a:xfrm>
            <a:off x="227013" y="6650038"/>
            <a:ext cx="4716462" cy="123825"/>
          </a:xfrm>
          <a:prstGeom prst="rect">
            <a:avLst/>
          </a:prstGeom>
        </p:spPr>
        <p:txBody>
          <a:bodyPr wrap="none" lIns="0" tIns="0" rIns="0" bIns="0" anchor="ct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defRPr/>
            </a:pPr>
            <a:r>
              <a:rPr lang="en-US" dirty="0">
                <a:solidFill>
                  <a:schemeClr val="bg1">
                    <a:lumMod val="65000"/>
                  </a:schemeClr>
                </a:solidFill>
              </a:rPr>
              <a:t>Presentation Title | Author | Date</a:t>
            </a:r>
          </a:p>
        </p:txBody>
      </p:sp>
      <p:graphicFrame>
        <p:nvGraphicFramePr>
          <p:cNvPr id="13" name="Object 10" hidden="1"/>
          <p:cNvGraphicFramePr>
            <a:graphicFrameLocks noChangeAspect="1"/>
          </p:cNvGraphicFramePr>
          <p:nvPr>
            <p:custDataLst>
              <p:tags r:id="rId3"/>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80241" name="think-cell Slide" r:id="rId7" imgW="360" imgH="360" progId="TCLayout.ActiveDocument.1">
                  <p:embed/>
                </p:oleObj>
              </mc:Choice>
              <mc:Fallback>
                <p:oleObj name="think-cell Slide" r:id="rId7" imgW="360" imgH="360" progId="TCLayout.ActiveDocument.1">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Rectangle 13"/>
          <p:cNvSpPr/>
          <p:nvPr userDrawn="1"/>
        </p:nvSpPr>
        <p:spPr>
          <a:xfrm>
            <a:off x="0" y="0"/>
            <a:ext cx="920750" cy="4286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a:p>
        </p:txBody>
      </p:sp>
      <p:sp>
        <p:nvSpPr>
          <p:cNvPr id="15" name="Freeform 6"/>
          <p:cNvSpPr>
            <a:spLocks/>
          </p:cNvSpPr>
          <p:nvPr userDrawn="1"/>
        </p:nvSpPr>
        <p:spPr bwMode="auto">
          <a:xfrm>
            <a:off x="0" y="0"/>
            <a:ext cx="920750" cy="1146175"/>
          </a:xfrm>
          <a:custGeom>
            <a:avLst/>
            <a:gdLst>
              <a:gd name="T0" fmla="*/ 1681 w 1681"/>
              <a:gd name="T1" fmla="*/ 25 h 2095"/>
              <a:gd name="T2" fmla="*/ 1655 w 1681"/>
              <a:gd name="T3" fmla="*/ 0 h 2095"/>
              <a:gd name="T4" fmla="*/ 22 w 1681"/>
              <a:gd name="T5" fmla="*/ 0 h 2095"/>
              <a:gd name="T6" fmla="*/ 0 w 1681"/>
              <a:gd name="T7" fmla="*/ 23 h 2095"/>
              <a:gd name="T8" fmla="*/ 0 w 1681"/>
              <a:gd name="T9" fmla="*/ 2095 h 2095"/>
              <a:gd name="T10" fmla="*/ 336 w 1681"/>
              <a:gd name="T11" fmla="*/ 2085 h 2095"/>
              <a:gd name="T12" fmla="*/ 682 w 1681"/>
              <a:gd name="T13" fmla="*/ 2056 h 2095"/>
              <a:gd name="T14" fmla="*/ 897 w 1681"/>
              <a:gd name="T15" fmla="*/ 2032 h 2095"/>
              <a:gd name="T16" fmla="*/ 1082 w 1681"/>
              <a:gd name="T17" fmla="*/ 2005 h 2095"/>
              <a:gd name="T18" fmla="*/ 1332 w 1681"/>
              <a:gd name="T19" fmla="*/ 1960 h 2095"/>
              <a:gd name="T20" fmla="*/ 1567 w 1681"/>
              <a:gd name="T21" fmla="*/ 1911 h 2095"/>
              <a:gd name="T22" fmla="*/ 1680 w 1681"/>
              <a:gd name="T23" fmla="*/ 1883 h 2095"/>
              <a:gd name="T24" fmla="*/ 1681 w 1681"/>
              <a:gd name="T25" fmla="*/ 25 h 209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81" h="2095">
                <a:moveTo>
                  <a:pt x="1681" y="25"/>
                </a:moveTo>
                <a:cubicBezTo>
                  <a:pt x="1681" y="3"/>
                  <a:pt x="1675" y="0"/>
                  <a:pt x="1655" y="0"/>
                </a:cubicBezTo>
                <a:cubicBezTo>
                  <a:pt x="1111" y="1"/>
                  <a:pt x="567" y="1"/>
                  <a:pt x="22" y="0"/>
                </a:cubicBezTo>
                <a:cubicBezTo>
                  <a:pt x="5" y="0"/>
                  <a:pt x="0" y="3"/>
                  <a:pt x="0" y="23"/>
                </a:cubicBezTo>
                <a:cubicBezTo>
                  <a:pt x="0" y="713"/>
                  <a:pt x="0" y="1404"/>
                  <a:pt x="0" y="2095"/>
                </a:cubicBezTo>
                <a:cubicBezTo>
                  <a:pt x="112" y="2091"/>
                  <a:pt x="224" y="2088"/>
                  <a:pt x="336" y="2085"/>
                </a:cubicBezTo>
                <a:cubicBezTo>
                  <a:pt x="452" y="2081"/>
                  <a:pt x="567" y="2068"/>
                  <a:pt x="682" y="2056"/>
                </a:cubicBezTo>
                <a:cubicBezTo>
                  <a:pt x="754" y="2049"/>
                  <a:pt x="826" y="2045"/>
                  <a:pt x="897" y="2032"/>
                </a:cubicBezTo>
                <a:cubicBezTo>
                  <a:pt x="958" y="2020"/>
                  <a:pt x="1021" y="2018"/>
                  <a:pt x="1082" y="2005"/>
                </a:cubicBezTo>
                <a:cubicBezTo>
                  <a:pt x="1165" y="1989"/>
                  <a:pt x="1249" y="1977"/>
                  <a:pt x="1332" y="1960"/>
                </a:cubicBezTo>
                <a:cubicBezTo>
                  <a:pt x="1410" y="1945"/>
                  <a:pt x="1489" y="1928"/>
                  <a:pt x="1567" y="1911"/>
                </a:cubicBezTo>
                <a:cubicBezTo>
                  <a:pt x="1605" y="1904"/>
                  <a:pt x="1643" y="1895"/>
                  <a:pt x="1680" y="1883"/>
                </a:cubicBezTo>
                <a:cubicBezTo>
                  <a:pt x="1680" y="1263"/>
                  <a:pt x="1680" y="644"/>
                  <a:pt x="1681" y="25"/>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 name="Title 1"/>
          <p:cNvSpPr>
            <a:spLocks noGrp="1"/>
          </p:cNvSpPr>
          <p:nvPr>
            <p:ph type="title"/>
          </p:nvPr>
        </p:nvSpPr>
        <p:spPr>
          <a:xfrm>
            <a:off x="974872" y="0"/>
            <a:ext cx="10377711" cy="1104900"/>
          </a:xfrm>
        </p:spPr>
        <p:txBody>
          <a:bodyPr/>
          <a:lstStyle/>
          <a:p>
            <a:r>
              <a:rPr lang="en-US"/>
              <a:t>Click to edit Master title style</a:t>
            </a:r>
            <a:endParaRPr lang="en-GB" dirty="0"/>
          </a:p>
        </p:txBody>
      </p:sp>
      <p:sp>
        <p:nvSpPr>
          <p:cNvPr id="4" name="Text Placeholder 3"/>
          <p:cNvSpPr>
            <a:spLocks noGrp="1"/>
          </p:cNvSpPr>
          <p:nvPr>
            <p:ph type="body" sz="quarter" idx="10"/>
          </p:nvPr>
        </p:nvSpPr>
        <p:spPr>
          <a:xfrm>
            <a:off x="227347" y="1815351"/>
            <a:ext cx="11700000" cy="4467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Espace réservé du texte 4"/>
          <p:cNvSpPr>
            <a:spLocks noGrp="1"/>
          </p:cNvSpPr>
          <p:nvPr>
            <p:ph type="body" sz="quarter" idx="11"/>
          </p:nvPr>
        </p:nvSpPr>
        <p:spPr>
          <a:xfrm>
            <a:off x="974872" y="1148607"/>
            <a:ext cx="10940903" cy="504056"/>
          </a:xfrm>
          <a:prstGeom prst="rect">
            <a:avLst/>
          </a:prstGeom>
        </p:spPr>
        <p:txBody>
          <a:bodyPr/>
          <a:lstStyle>
            <a:lvl1pPr>
              <a:defRPr>
                <a:solidFill>
                  <a:schemeClr val="accent2"/>
                </a:solidFill>
              </a:defRPr>
            </a:lvl1pPr>
          </a:lstStyle>
          <a:p>
            <a:pPr lvl="0"/>
            <a:r>
              <a:rPr lang="en-US"/>
              <a:t>Click to edit Master text styles</a:t>
            </a:r>
          </a:p>
        </p:txBody>
      </p:sp>
      <p:sp>
        <p:nvSpPr>
          <p:cNvPr id="17" name="Text Placeholder 16"/>
          <p:cNvSpPr>
            <a:spLocks noGrp="1"/>
          </p:cNvSpPr>
          <p:nvPr>
            <p:ph type="body" sz="quarter" idx="12"/>
          </p:nvPr>
        </p:nvSpPr>
        <p:spPr>
          <a:xfrm>
            <a:off x="0" y="48742"/>
            <a:ext cx="914400" cy="914400"/>
          </a:xfrm>
        </p:spPr>
        <p:txBody>
          <a:bodyPr anchor="ctr">
            <a:normAutofit/>
          </a:bodyPr>
          <a:lstStyle>
            <a:lvl1pPr marL="0" indent="0" algn="ctr" defTabSz="914400" rtl="0" eaLnBrk="1" latinLnBrk="0" hangingPunct="1">
              <a:lnSpc>
                <a:spcPct val="90000"/>
              </a:lnSpc>
              <a:spcBef>
                <a:spcPts val="1000"/>
              </a:spcBef>
              <a:buFont typeface="Arial" panose="020B0604020202020204" pitchFamily="34" charset="0"/>
              <a:buNone/>
              <a:defRPr lang="en-GB" sz="4000" kern="1200" dirty="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a:t>Click to edit Master text styles</a:t>
            </a:r>
          </a:p>
        </p:txBody>
      </p:sp>
    </p:spTree>
    <p:extLst>
      <p:ext uri="{BB962C8B-B14F-4D97-AF65-F5344CB8AC3E}">
        <p14:creationId xmlns:p14="http://schemas.microsoft.com/office/powerpoint/2010/main" val="41174650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aphicFrame>
        <p:nvGraphicFramePr>
          <p:cNvPr id="3" name="Object 20" hidden="1"/>
          <p:cNvGraphicFramePr>
            <a:graphicFrameLocks noChangeAspect="1"/>
          </p:cNvGraphicFramePr>
          <p:nvPr>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81264" name="think-cell Slide" r:id="rId5" imgW="360" imgH="360" progId="TCLayout.ActiveDocument.1">
                  <p:embed/>
                </p:oleObj>
              </mc:Choice>
              <mc:Fallback>
                <p:oleObj name="think-cell Slide" r:id="rId5" imgW="360" imgH="360" progId="TCLayout.ActiveDocument.1">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4" name="Groupe 1"/>
          <p:cNvGrpSpPr>
            <a:grpSpLocks/>
          </p:cNvGrpSpPr>
          <p:nvPr/>
        </p:nvGrpSpPr>
        <p:grpSpPr bwMode="auto">
          <a:xfrm>
            <a:off x="11501438" y="171450"/>
            <a:ext cx="419100" cy="388938"/>
            <a:chOff x="11501102" y="171573"/>
            <a:chExt cx="419436" cy="388988"/>
          </a:xfrm>
        </p:grpSpPr>
        <p:sp>
          <p:nvSpPr>
            <p:cNvPr id="5" name="Freeform 13"/>
            <p:cNvSpPr>
              <a:spLocks/>
            </p:cNvSpPr>
            <p:nvPr userDrawn="1"/>
          </p:nvSpPr>
          <p:spPr bwMode="auto">
            <a:xfrm>
              <a:off x="11644642" y="334376"/>
              <a:ext cx="275896" cy="226185"/>
            </a:xfrm>
            <a:custGeom>
              <a:avLst/>
              <a:gdLst>
                <a:gd name="T0" fmla="*/ 125 w 188"/>
                <a:gd name="T1" fmla="*/ 107 h 154"/>
                <a:gd name="T2" fmla="*/ 188 w 188"/>
                <a:gd name="T3" fmla="*/ 43 h 154"/>
                <a:gd name="T4" fmla="*/ 141 w 188"/>
                <a:gd name="T5" fmla="*/ 0 h 154"/>
                <a:gd name="T6" fmla="*/ 49 w 188"/>
                <a:gd name="T7" fmla="*/ 99 h 154"/>
                <a:gd name="T8" fmla="*/ 0 w 188"/>
                <a:gd name="T9" fmla="*/ 144 h 154"/>
                <a:gd name="T10" fmla="*/ 37 w 188"/>
                <a:gd name="T11" fmla="*/ 154 h 154"/>
                <a:gd name="T12" fmla="*/ 125 w 188"/>
                <a:gd name="T13" fmla="*/ 125 h 154"/>
                <a:gd name="T14" fmla="*/ 81 w 188"/>
                <a:gd name="T15" fmla="*/ 86 h 154"/>
                <a:gd name="T16" fmla="*/ 125 w 188"/>
                <a:gd name="T17" fmla="*/ 107 h 15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 name="Freeform 14"/>
            <p:cNvSpPr>
              <a:spLocks/>
            </p:cNvSpPr>
            <p:nvPr userDrawn="1"/>
          </p:nvSpPr>
          <p:spPr bwMode="auto">
            <a:xfrm>
              <a:off x="11501102" y="171573"/>
              <a:ext cx="419436" cy="356676"/>
            </a:xfrm>
            <a:custGeom>
              <a:avLst/>
              <a:gdLst>
                <a:gd name="T0" fmla="*/ 286 w 286"/>
                <a:gd name="T1" fmla="*/ 152 h 243"/>
                <a:gd name="T2" fmla="*/ 237 w 286"/>
                <a:gd name="T3" fmla="*/ 51 h 243"/>
                <a:gd name="T4" fmla="*/ 160 w 286"/>
                <a:gd name="T5" fmla="*/ 3 h 243"/>
                <a:gd name="T6" fmla="*/ 153 w 286"/>
                <a:gd name="T7" fmla="*/ 0 h 243"/>
                <a:gd name="T8" fmla="*/ 153 w 286"/>
                <a:gd name="T9" fmla="*/ 0 h 243"/>
                <a:gd name="T10" fmla="*/ 0 w 286"/>
                <a:gd name="T11" fmla="*/ 158 h 243"/>
                <a:gd name="T12" fmla="*/ 53 w 286"/>
                <a:gd name="T13" fmla="*/ 236 h 243"/>
                <a:gd name="T14" fmla="*/ 107 w 286"/>
                <a:gd name="T15" fmla="*/ 237 h 243"/>
                <a:gd name="T16" fmla="*/ 147 w 286"/>
                <a:gd name="T17" fmla="*/ 210 h 243"/>
                <a:gd name="T18" fmla="*/ 239 w 286"/>
                <a:gd name="T19" fmla="*/ 111 h 243"/>
                <a:gd name="T20" fmla="*/ 286 w 286"/>
                <a:gd name="T21" fmla="*/ 154 h 243"/>
                <a:gd name="T22" fmla="*/ 286 w 286"/>
                <a:gd name="T23" fmla="*/ 152 h 24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7" name="Retângulo 43"/>
          <p:cNvSpPr>
            <a:spLocks noChangeArrowheads="1"/>
          </p:cNvSpPr>
          <p:nvPr/>
        </p:nvSpPr>
        <p:spPr bwMode="auto">
          <a:xfrm>
            <a:off x="11752263" y="6650038"/>
            <a:ext cx="176212" cy="12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defRPr>
                <a:solidFill>
                  <a:schemeClr val="tx1"/>
                </a:solidFill>
                <a:latin typeface="Verdana" pitchFamily="34" charset="0"/>
              </a:defRPr>
            </a:lvl1pPr>
            <a:lvl2pPr marL="742950" indent="-285750">
              <a:defRPr>
                <a:solidFill>
                  <a:schemeClr val="tx1"/>
                </a:solidFill>
                <a:latin typeface="Verdana" pitchFamily="34" charset="0"/>
              </a:defRPr>
            </a:lvl2pPr>
            <a:lvl3pPr marL="1143000" indent="-228600">
              <a:defRPr>
                <a:solidFill>
                  <a:schemeClr val="tx1"/>
                </a:solidFill>
                <a:latin typeface="Verdana" pitchFamily="34" charset="0"/>
              </a:defRPr>
            </a:lvl3pPr>
            <a:lvl4pPr marL="1600200" indent="-228600">
              <a:defRPr>
                <a:solidFill>
                  <a:schemeClr val="tx1"/>
                </a:solidFill>
                <a:latin typeface="Verdana" pitchFamily="34" charset="0"/>
              </a:defRPr>
            </a:lvl4pPr>
            <a:lvl5pPr marL="2057400" indent="-228600">
              <a:defRPr>
                <a:solidFill>
                  <a:schemeClr val="tx1"/>
                </a:solidFill>
                <a:latin typeface="Verdana" pitchFamily="34" charset="0"/>
              </a:defRPr>
            </a:lvl5pPr>
            <a:lvl6pPr marL="2514600" indent="-228600" fontAlgn="base">
              <a:spcBef>
                <a:spcPct val="0"/>
              </a:spcBef>
              <a:spcAft>
                <a:spcPct val="0"/>
              </a:spcAft>
              <a:defRPr>
                <a:solidFill>
                  <a:schemeClr val="tx1"/>
                </a:solidFill>
                <a:latin typeface="Verdana" pitchFamily="34" charset="0"/>
              </a:defRPr>
            </a:lvl6pPr>
            <a:lvl7pPr marL="2971800" indent="-228600" fontAlgn="base">
              <a:spcBef>
                <a:spcPct val="0"/>
              </a:spcBef>
              <a:spcAft>
                <a:spcPct val="0"/>
              </a:spcAft>
              <a:defRPr>
                <a:solidFill>
                  <a:schemeClr val="tx1"/>
                </a:solidFill>
                <a:latin typeface="Verdana" pitchFamily="34" charset="0"/>
              </a:defRPr>
            </a:lvl7pPr>
            <a:lvl8pPr marL="3429000" indent="-228600" fontAlgn="base">
              <a:spcBef>
                <a:spcPct val="0"/>
              </a:spcBef>
              <a:spcAft>
                <a:spcPct val="0"/>
              </a:spcAft>
              <a:defRPr>
                <a:solidFill>
                  <a:schemeClr val="tx1"/>
                </a:solidFill>
                <a:latin typeface="Verdana" pitchFamily="34" charset="0"/>
              </a:defRPr>
            </a:lvl8pPr>
            <a:lvl9pPr marL="3886200" indent="-228600" fontAlgn="base">
              <a:spcBef>
                <a:spcPct val="0"/>
              </a:spcBef>
              <a:spcAft>
                <a:spcPct val="0"/>
              </a:spcAft>
              <a:defRPr>
                <a:solidFill>
                  <a:schemeClr val="tx1"/>
                </a:solidFill>
                <a:latin typeface="Verdana" pitchFamily="34" charset="0"/>
              </a:defRPr>
            </a:lvl9pPr>
          </a:lstStyle>
          <a:p>
            <a:pPr algn="r"/>
            <a:fld id="{8ED6E725-8366-4D30-B1A3-650C23626C84}" type="slidenum">
              <a:rPr lang="en-US" altLang="en-US" sz="800">
                <a:solidFill>
                  <a:srgbClr val="A6A6A6"/>
                </a:solidFill>
              </a:rPr>
              <a:pPr algn="r"/>
              <a:t>‹#›</a:t>
            </a:fld>
            <a:endParaRPr lang="en-US" altLang="en-US" sz="800">
              <a:solidFill>
                <a:srgbClr val="A6A6A6"/>
              </a:solidFill>
            </a:endParaRPr>
          </a:p>
        </p:txBody>
      </p:sp>
      <p:sp>
        <p:nvSpPr>
          <p:cNvPr id="8" name="Text Placeholder 7">
            <a:extLst/>
          </p:cNvPr>
          <p:cNvSpPr txBox="1">
            <a:spLocks/>
          </p:cNvSpPr>
          <p:nvPr/>
        </p:nvSpPr>
        <p:spPr>
          <a:xfrm>
            <a:off x="9017000" y="6650038"/>
            <a:ext cx="2663825" cy="123825"/>
          </a:xfrm>
          <a:prstGeom prst="rect">
            <a:avLst/>
          </a:prstGeom>
        </p:spPr>
        <p:txBody>
          <a:bodyPr lIns="0" tIns="0" rIns="0" bIns="0" anchor="ct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fontAlgn="auto">
              <a:spcAft>
                <a:spcPts val="0"/>
              </a:spcAft>
              <a:defRPr/>
            </a:pPr>
            <a:r>
              <a:rPr lang="en-US" dirty="0">
                <a:solidFill>
                  <a:schemeClr val="bg1">
                    <a:lumMod val="65000"/>
                  </a:schemeClr>
                </a:solidFill>
              </a:rPr>
              <a:t>© Capgemini 2018. All rights reserved  </a:t>
            </a:r>
            <a:r>
              <a:rPr lang="en-US" dirty="0">
                <a:solidFill>
                  <a:schemeClr val="accent2"/>
                </a:solidFill>
              </a:rPr>
              <a:t>|</a:t>
            </a:r>
          </a:p>
        </p:txBody>
      </p:sp>
      <p:sp>
        <p:nvSpPr>
          <p:cNvPr id="9" name="Text Placeholder 7">
            <a:extLst/>
          </p:cNvPr>
          <p:cNvSpPr txBox="1">
            <a:spLocks/>
          </p:cNvSpPr>
          <p:nvPr/>
        </p:nvSpPr>
        <p:spPr>
          <a:xfrm>
            <a:off x="227013" y="6650038"/>
            <a:ext cx="4716462" cy="123825"/>
          </a:xfrm>
          <a:prstGeom prst="rect">
            <a:avLst/>
          </a:prstGeom>
        </p:spPr>
        <p:txBody>
          <a:bodyPr wrap="none" lIns="0" tIns="0" rIns="0" bIns="0" anchor="ct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defRPr/>
            </a:pPr>
            <a:r>
              <a:rPr lang="en-US" dirty="0">
                <a:solidFill>
                  <a:schemeClr val="bg1">
                    <a:lumMod val="65000"/>
                  </a:schemeClr>
                </a:solidFill>
              </a:rPr>
              <a:t>Presentation Title | Author | Date</a:t>
            </a:r>
          </a:p>
        </p:txBody>
      </p:sp>
      <p:graphicFrame>
        <p:nvGraphicFramePr>
          <p:cNvPr id="10" name="Object 10" hidden="1"/>
          <p:cNvGraphicFramePr>
            <a:graphicFrameLocks noChangeAspect="1"/>
          </p:cNvGraphicFramePr>
          <p:nvPr>
            <p:custDataLst>
              <p:tags r:id="rId3"/>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81265" name="think-cell Slide" r:id="rId7" imgW="360" imgH="360" progId="TCLayout.ActiveDocument.1">
                  <p:embed/>
                </p:oleObj>
              </mc:Choice>
              <mc:Fallback>
                <p:oleObj name="think-cell Slide" r:id="rId7" imgW="360" imgH="360" progId="TCLayout.ActiveDocument.1">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endParaRPr lang="en-GB" dirty="0"/>
          </a:p>
        </p:txBody>
      </p:sp>
    </p:spTree>
    <p:extLst>
      <p:ext uri="{BB962C8B-B14F-4D97-AF65-F5344CB8AC3E}">
        <p14:creationId xmlns:p14="http://schemas.microsoft.com/office/powerpoint/2010/main" val="2859084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graphicFrame>
        <p:nvGraphicFramePr>
          <p:cNvPr id="2" name="Object 20" hidden="1"/>
          <p:cNvGraphicFramePr>
            <a:graphicFrameLocks noChangeAspect="1"/>
          </p:cNvGraphicFramePr>
          <p:nvPr>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82288" name="think-cell Slide" r:id="rId5" imgW="360" imgH="360" progId="TCLayout.ActiveDocument.1">
                  <p:embed/>
                </p:oleObj>
              </mc:Choice>
              <mc:Fallback>
                <p:oleObj name="think-cell Slide" r:id="rId5" imgW="360" imgH="360" progId="TCLayout.ActiveDocument.1">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3" name="Groupe 1"/>
          <p:cNvGrpSpPr>
            <a:grpSpLocks/>
          </p:cNvGrpSpPr>
          <p:nvPr/>
        </p:nvGrpSpPr>
        <p:grpSpPr bwMode="auto">
          <a:xfrm>
            <a:off x="11501438" y="171450"/>
            <a:ext cx="419100" cy="388938"/>
            <a:chOff x="11501102" y="171573"/>
            <a:chExt cx="419436" cy="388988"/>
          </a:xfrm>
        </p:grpSpPr>
        <p:sp>
          <p:nvSpPr>
            <p:cNvPr id="4" name="Freeform 13"/>
            <p:cNvSpPr>
              <a:spLocks/>
            </p:cNvSpPr>
            <p:nvPr userDrawn="1"/>
          </p:nvSpPr>
          <p:spPr bwMode="auto">
            <a:xfrm>
              <a:off x="11644642" y="334376"/>
              <a:ext cx="275896" cy="226185"/>
            </a:xfrm>
            <a:custGeom>
              <a:avLst/>
              <a:gdLst>
                <a:gd name="T0" fmla="*/ 125 w 188"/>
                <a:gd name="T1" fmla="*/ 107 h 154"/>
                <a:gd name="T2" fmla="*/ 188 w 188"/>
                <a:gd name="T3" fmla="*/ 43 h 154"/>
                <a:gd name="T4" fmla="*/ 141 w 188"/>
                <a:gd name="T5" fmla="*/ 0 h 154"/>
                <a:gd name="T6" fmla="*/ 49 w 188"/>
                <a:gd name="T7" fmla="*/ 99 h 154"/>
                <a:gd name="T8" fmla="*/ 0 w 188"/>
                <a:gd name="T9" fmla="*/ 144 h 154"/>
                <a:gd name="T10" fmla="*/ 37 w 188"/>
                <a:gd name="T11" fmla="*/ 154 h 154"/>
                <a:gd name="T12" fmla="*/ 125 w 188"/>
                <a:gd name="T13" fmla="*/ 125 h 154"/>
                <a:gd name="T14" fmla="*/ 81 w 188"/>
                <a:gd name="T15" fmla="*/ 86 h 154"/>
                <a:gd name="T16" fmla="*/ 125 w 188"/>
                <a:gd name="T17" fmla="*/ 107 h 15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 name="Freeform 14"/>
            <p:cNvSpPr>
              <a:spLocks/>
            </p:cNvSpPr>
            <p:nvPr userDrawn="1"/>
          </p:nvSpPr>
          <p:spPr bwMode="auto">
            <a:xfrm>
              <a:off x="11501102" y="171573"/>
              <a:ext cx="419436" cy="356676"/>
            </a:xfrm>
            <a:custGeom>
              <a:avLst/>
              <a:gdLst>
                <a:gd name="T0" fmla="*/ 286 w 286"/>
                <a:gd name="T1" fmla="*/ 152 h 243"/>
                <a:gd name="T2" fmla="*/ 237 w 286"/>
                <a:gd name="T3" fmla="*/ 51 h 243"/>
                <a:gd name="T4" fmla="*/ 160 w 286"/>
                <a:gd name="T5" fmla="*/ 3 h 243"/>
                <a:gd name="T6" fmla="*/ 153 w 286"/>
                <a:gd name="T7" fmla="*/ 0 h 243"/>
                <a:gd name="T8" fmla="*/ 153 w 286"/>
                <a:gd name="T9" fmla="*/ 0 h 243"/>
                <a:gd name="T10" fmla="*/ 0 w 286"/>
                <a:gd name="T11" fmla="*/ 158 h 243"/>
                <a:gd name="T12" fmla="*/ 53 w 286"/>
                <a:gd name="T13" fmla="*/ 236 h 243"/>
                <a:gd name="T14" fmla="*/ 107 w 286"/>
                <a:gd name="T15" fmla="*/ 237 h 243"/>
                <a:gd name="T16" fmla="*/ 147 w 286"/>
                <a:gd name="T17" fmla="*/ 210 h 243"/>
                <a:gd name="T18" fmla="*/ 239 w 286"/>
                <a:gd name="T19" fmla="*/ 111 h 243"/>
                <a:gd name="T20" fmla="*/ 286 w 286"/>
                <a:gd name="T21" fmla="*/ 154 h 243"/>
                <a:gd name="T22" fmla="*/ 286 w 286"/>
                <a:gd name="T23" fmla="*/ 152 h 24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6" name="Retângulo 43"/>
          <p:cNvSpPr>
            <a:spLocks noChangeArrowheads="1"/>
          </p:cNvSpPr>
          <p:nvPr/>
        </p:nvSpPr>
        <p:spPr bwMode="auto">
          <a:xfrm>
            <a:off x="11752263" y="6650038"/>
            <a:ext cx="176212" cy="12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defRPr>
                <a:solidFill>
                  <a:schemeClr val="tx1"/>
                </a:solidFill>
                <a:latin typeface="Verdana" pitchFamily="34" charset="0"/>
              </a:defRPr>
            </a:lvl1pPr>
            <a:lvl2pPr marL="742950" indent="-285750">
              <a:defRPr>
                <a:solidFill>
                  <a:schemeClr val="tx1"/>
                </a:solidFill>
                <a:latin typeface="Verdana" pitchFamily="34" charset="0"/>
              </a:defRPr>
            </a:lvl2pPr>
            <a:lvl3pPr marL="1143000" indent="-228600">
              <a:defRPr>
                <a:solidFill>
                  <a:schemeClr val="tx1"/>
                </a:solidFill>
                <a:latin typeface="Verdana" pitchFamily="34" charset="0"/>
              </a:defRPr>
            </a:lvl3pPr>
            <a:lvl4pPr marL="1600200" indent="-228600">
              <a:defRPr>
                <a:solidFill>
                  <a:schemeClr val="tx1"/>
                </a:solidFill>
                <a:latin typeface="Verdana" pitchFamily="34" charset="0"/>
              </a:defRPr>
            </a:lvl4pPr>
            <a:lvl5pPr marL="2057400" indent="-228600">
              <a:defRPr>
                <a:solidFill>
                  <a:schemeClr val="tx1"/>
                </a:solidFill>
                <a:latin typeface="Verdana" pitchFamily="34" charset="0"/>
              </a:defRPr>
            </a:lvl5pPr>
            <a:lvl6pPr marL="2514600" indent="-228600" fontAlgn="base">
              <a:spcBef>
                <a:spcPct val="0"/>
              </a:spcBef>
              <a:spcAft>
                <a:spcPct val="0"/>
              </a:spcAft>
              <a:defRPr>
                <a:solidFill>
                  <a:schemeClr val="tx1"/>
                </a:solidFill>
                <a:latin typeface="Verdana" pitchFamily="34" charset="0"/>
              </a:defRPr>
            </a:lvl6pPr>
            <a:lvl7pPr marL="2971800" indent="-228600" fontAlgn="base">
              <a:spcBef>
                <a:spcPct val="0"/>
              </a:spcBef>
              <a:spcAft>
                <a:spcPct val="0"/>
              </a:spcAft>
              <a:defRPr>
                <a:solidFill>
                  <a:schemeClr val="tx1"/>
                </a:solidFill>
                <a:latin typeface="Verdana" pitchFamily="34" charset="0"/>
              </a:defRPr>
            </a:lvl7pPr>
            <a:lvl8pPr marL="3429000" indent="-228600" fontAlgn="base">
              <a:spcBef>
                <a:spcPct val="0"/>
              </a:spcBef>
              <a:spcAft>
                <a:spcPct val="0"/>
              </a:spcAft>
              <a:defRPr>
                <a:solidFill>
                  <a:schemeClr val="tx1"/>
                </a:solidFill>
                <a:latin typeface="Verdana" pitchFamily="34" charset="0"/>
              </a:defRPr>
            </a:lvl8pPr>
            <a:lvl9pPr marL="3886200" indent="-228600" fontAlgn="base">
              <a:spcBef>
                <a:spcPct val="0"/>
              </a:spcBef>
              <a:spcAft>
                <a:spcPct val="0"/>
              </a:spcAft>
              <a:defRPr>
                <a:solidFill>
                  <a:schemeClr val="tx1"/>
                </a:solidFill>
                <a:latin typeface="Verdana" pitchFamily="34" charset="0"/>
              </a:defRPr>
            </a:lvl9pPr>
          </a:lstStyle>
          <a:p>
            <a:pPr algn="r"/>
            <a:fld id="{319F61E1-9CA6-4889-9ECB-1A9D9682A25E}" type="slidenum">
              <a:rPr lang="en-US" altLang="en-US" sz="800">
                <a:solidFill>
                  <a:srgbClr val="A6A6A6"/>
                </a:solidFill>
              </a:rPr>
              <a:pPr algn="r"/>
              <a:t>‹#›</a:t>
            </a:fld>
            <a:endParaRPr lang="en-US" altLang="en-US" sz="800">
              <a:solidFill>
                <a:srgbClr val="A6A6A6"/>
              </a:solidFill>
            </a:endParaRPr>
          </a:p>
        </p:txBody>
      </p:sp>
      <p:sp>
        <p:nvSpPr>
          <p:cNvPr id="7" name="Text Placeholder 7">
            <a:extLst/>
          </p:cNvPr>
          <p:cNvSpPr txBox="1">
            <a:spLocks/>
          </p:cNvSpPr>
          <p:nvPr/>
        </p:nvSpPr>
        <p:spPr>
          <a:xfrm>
            <a:off x="9017000" y="6650038"/>
            <a:ext cx="2663825" cy="123825"/>
          </a:xfrm>
          <a:prstGeom prst="rect">
            <a:avLst/>
          </a:prstGeom>
        </p:spPr>
        <p:txBody>
          <a:bodyPr lIns="0" tIns="0" rIns="0" bIns="0" anchor="ct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fontAlgn="auto">
              <a:spcAft>
                <a:spcPts val="0"/>
              </a:spcAft>
              <a:defRPr/>
            </a:pPr>
            <a:r>
              <a:rPr lang="en-US" dirty="0">
                <a:solidFill>
                  <a:schemeClr val="bg1">
                    <a:lumMod val="65000"/>
                  </a:schemeClr>
                </a:solidFill>
              </a:rPr>
              <a:t>© Capgemini 2018. All rights reserved  </a:t>
            </a:r>
            <a:r>
              <a:rPr lang="en-US" dirty="0">
                <a:solidFill>
                  <a:schemeClr val="accent2"/>
                </a:solidFill>
              </a:rPr>
              <a:t>|</a:t>
            </a:r>
          </a:p>
        </p:txBody>
      </p:sp>
      <p:sp>
        <p:nvSpPr>
          <p:cNvPr id="8" name="Text Placeholder 7">
            <a:extLst/>
          </p:cNvPr>
          <p:cNvSpPr txBox="1">
            <a:spLocks/>
          </p:cNvSpPr>
          <p:nvPr/>
        </p:nvSpPr>
        <p:spPr>
          <a:xfrm>
            <a:off x="227013" y="6650038"/>
            <a:ext cx="4716462" cy="123825"/>
          </a:xfrm>
          <a:prstGeom prst="rect">
            <a:avLst/>
          </a:prstGeom>
        </p:spPr>
        <p:txBody>
          <a:bodyPr wrap="none" lIns="0" tIns="0" rIns="0" bIns="0" anchor="ct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defRPr/>
            </a:pPr>
            <a:r>
              <a:rPr lang="en-US" dirty="0">
                <a:solidFill>
                  <a:schemeClr val="bg1">
                    <a:lumMod val="65000"/>
                  </a:schemeClr>
                </a:solidFill>
              </a:rPr>
              <a:t>Presentation Title | Author | Date</a:t>
            </a:r>
          </a:p>
        </p:txBody>
      </p:sp>
      <p:graphicFrame>
        <p:nvGraphicFramePr>
          <p:cNvPr id="9" name="Object 10" hidden="1"/>
          <p:cNvGraphicFramePr>
            <a:graphicFrameLocks noChangeAspect="1"/>
          </p:cNvGraphicFramePr>
          <p:nvPr>
            <p:custDataLst>
              <p:tags r:id="rId3"/>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82289" name="think-cell Slide" r:id="rId7" imgW="360" imgH="360" progId="TCLayout.ActiveDocument.1">
                  <p:embed/>
                </p:oleObj>
              </mc:Choice>
              <mc:Fallback>
                <p:oleObj name="think-cell Slide" r:id="rId7" imgW="360" imgH="360" progId="TCLayout.ActiveDocument.1">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9367744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ontent-Single Profile">
    <p:spTree>
      <p:nvGrpSpPr>
        <p:cNvPr id="1" name=""/>
        <p:cNvGrpSpPr/>
        <p:nvPr/>
      </p:nvGrpSpPr>
      <p:grpSpPr>
        <a:xfrm>
          <a:off x="0" y="0"/>
          <a:ext cx="0" cy="0"/>
          <a:chOff x="0" y="0"/>
          <a:chExt cx="0" cy="0"/>
        </a:xfrm>
      </p:grpSpPr>
      <p:graphicFrame>
        <p:nvGraphicFramePr>
          <p:cNvPr id="6" name="Object 20" hidden="1"/>
          <p:cNvGraphicFramePr>
            <a:graphicFrameLocks noChangeAspect="1"/>
          </p:cNvGraphicFramePr>
          <p:nvPr>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69305" name="think-cell Slide" r:id="rId4" imgW="360" imgH="360" progId="TCLayout.ActiveDocument.1">
                  <p:embed/>
                </p:oleObj>
              </mc:Choice>
              <mc:Fallback>
                <p:oleObj name="think-cell Slide" r:id="rId4" imgW="360" imgH="360" progId="TCLayout.ActiveDocument.1">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7" name="Groupe 1"/>
          <p:cNvGrpSpPr>
            <a:grpSpLocks/>
          </p:cNvGrpSpPr>
          <p:nvPr/>
        </p:nvGrpSpPr>
        <p:grpSpPr bwMode="auto">
          <a:xfrm>
            <a:off x="11501438" y="171450"/>
            <a:ext cx="419100" cy="388938"/>
            <a:chOff x="11501102" y="171573"/>
            <a:chExt cx="419436" cy="388988"/>
          </a:xfrm>
        </p:grpSpPr>
        <p:sp>
          <p:nvSpPr>
            <p:cNvPr id="8" name="Freeform 13"/>
            <p:cNvSpPr>
              <a:spLocks/>
            </p:cNvSpPr>
            <p:nvPr userDrawn="1"/>
          </p:nvSpPr>
          <p:spPr bwMode="auto">
            <a:xfrm>
              <a:off x="11644642" y="334376"/>
              <a:ext cx="275896" cy="226185"/>
            </a:xfrm>
            <a:custGeom>
              <a:avLst/>
              <a:gdLst>
                <a:gd name="T0" fmla="*/ 125 w 188"/>
                <a:gd name="T1" fmla="*/ 107 h 154"/>
                <a:gd name="T2" fmla="*/ 188 w 188"/>
                <a:gd name="T3" fmla="*/ 43 h 154"/>
                <a:gd name="T4" fmla="*/ 141 w 188"/>
                <a:gd name="T5" fmla="*/ 0 h 154"/>
                <a:gd name="T6" fmla="*/ 49 w 188"/>
                <a:gd name="T7" fmla="*/ 99 h 154"/>
                <a:gd name="T8" fmla="*/ 0 w 188"/>
                <a:gd name="T9" fmla="*/ 144 h 154"/>
                <a:gd name="T10" fmla="*/ 37 w 188"/>
                <a:gd name="T11" fmla="*/ 154 h 154"/>
                <a:gd name="T12" fmla="*/ 125 w 188"/>
                <a:gd name="T13" fmla="*/ 125 h 154"/>
                <a:gd name="T14" fmla="*/ 81 w 188"/>
                <a:gd name="T15" fmla="*/ 86 h 154"/>
                <a:gd name="T16" fmla="*/ 125 w 188"/>
                <a:gd name="T17" fmla="*/ 107 h 15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 name="Freeform 14"/>
            <p:cNvSpPr>
              <a:spLocks/>
            </p:cNvSpPr>
            <p:nvPr userDrawn="1"/>
          </p:nvSpPr>
          <p:spPr bwMode="auto">
            <a:xfrm>
              <a:off x="11501102" y="171573"/>
              <a:ext cx="419436" cy="356676"/>
            </a:xfrm>
            <a:custGeom>
              <a:avLst/>
              <a:gdLst>
                <a:gd name="T0" fmla="*/ 286 w 286"/>
                <a:gd name="T1" fmla="*/ 152 h 243"/>
                <a:gd name="T2" fmla="*/ 237 w 286"/>
                <a:gd name="T3" fmla="*/ 51 h 243"/>
                <a:gd name="T4" fmla="*/ 160 w 286"/>
                <a:gd name="T5" fmla="*/ 3 h 243"/>
                <a:gd name="T6" fmla="*/ 153 w 286"/>
                <a:gd name="T7" fmla="*/ 0 h 243"/>
                <a:gd name="T8" fmla="*/ 153 w 286"/>
                <a:gd name="T9" fmla="*/ 0 h 243"/>
                <a:gd name="T10" fmla="*/ 0 w 286"/>
                <a:gd name="T11" fmla="*/ 158 h 243"/>
                <a:gd name="T12" fmla="*/ 53 w 286"/>
                <a:gd name="T13" fmla="*/ 236 h 243"/>
                <a:gd name="T14" fmla="*/ 107 w 286"/>
                <a:gd name="T15" fmla="*/ 237 h 243"/>
                <a:gd name="T16" fmla="*/ 147 w 286"/>
                <a:gd name="T17" fmla="*/ 210 h 243"/>
                <a:gd name="T18" fmla="*/ 239 w 286"/>
                <a:gd name="T19" fmla="*/ 111 h 243"/>
                <a:gd name="T20" fmla="*/ 286 w 286"/>
                <a:gd name="T21" fmla="*/ 154 h 243"/>
                <a:gd name="T22" fmla="*/ 286 w 286"/>
                <a:gd name="T23" fmla="*/ 152 h 24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10" name="Retângulo 43"/>
          <p:cNvSpPr>
            <a:spLocks noChangeArrowheads="1"/>
          </p:cNvSpPr>
          <p:nvPr/>
        </p:nvSpPr>
        <p:spPr bwMode="auto">
          <a:xfrm>
            <a:off x="11752263" y="6650038"/>
            <a:ext cx="176212" cy="12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defRPr>
                <a:solidFill>
                  <a:schemeClr val="tx1"/>
                </a:solidFill>
                <a:latin typeface="Verdana" pitchFamily="34" charset="0"/>
              </a:defRPr>
            </a:lvl1pPr>
            <a:lvl2pPr marL="742950" indent="-285750">
              <a:defRPr>
                <a:solidFill>
                  <a:schemeClr val="tx1"/>
                </a:solidFill>
                <a:latin typeface="Verdana" pitchFamily="34" charset="0"/>
              </a:defRPr>
            </a:lvl2pPr>
            <a:lvl3pPr marL="1143000" indent="-228600">
              <a:defRPr>
                <a:solidFill>
                  <a:schemeClr val="tx1"/>
                </a:solidFill>
                <a:latin typeface="Verdana" pitchFamily="34" charset="0"/>
              </a:defRPr>
            </a:lvl3pPr>
            <a:lvl4pPr marL="1600200" indent="-228600">
              <a:defRPr>
                <a:solidFill>
                  <a:schemeClr val="tx1"/>
                </a:solidFill>
                <a:latin typeface="Verdana" pitchFamily="34" charset="0"/>
              </a:defRPr>
            </a:lvl4pPr>
            <a:lvl5pPr marL="2057400" indent="-228600">
              <a:defRPr>
                <a:solidFill>
                  <a:schemeClr val="tx1"/>
                </a:solidFill>
                <a:latin typeface="Verdana" pitchFamily="34" charset="0"/>
              </a:defRPr>
            </a:lvl5pPr>
            <a:lvl6pPr marL="2514600" indent="-228600" fontAlgn="base">
              <a:spcBef>
                <a:spcPct val="0"/>
              </a:spcBef>
              <a:spcAft>
                <a:spcPct val="0"/>
              </a:spcAft>
              <a:defRPr>
                <a:solidFill>
                  <a:schemeClr val="tx1"/>
                </a:solidFill>
                <a:latin typeface="Verdana" pitchFamily="34" charset="0"/>
              </a:defRPr>
            </a:lvl6pPr>
            <a:lvl7pPr marL="2971800" indent="-228600" fontAlgn="base">
              <a:spcBef>
                <a:spcPct val="0"/>
              </a:spcBef>
              <a:spcAft>
                <a:spcPct val="0"/>
              </a:spcAft>
              <a:defRPr>
                <a:solidFill>
                  <a:schemeClr val="tx1"/>
                </a:solidFill>
                <a:latin typeface="Verdana" pitchFamily="34" charset="0"/>
              </a:defRPr>
            </a:lvl7pPr>
            <a:lvl8pPr marL="3429000" indent="-228600" fontAlgn="base">
              <a:spcBef>
                <a:spcPct val="0"/>
              </a:spcBef>
              <a:spcAft>
                <a:spcPct val="0"/>
              </a:spcAft>
              <a:defRPr>
                <a:solidFill>
                  <a:schemeClr val="tx1"/>
                </a:solidFill>
                <a:latin typeface="Verdana" pitchFamily="34" charset="0"/>
              </a:defRPr>
            </a:lvl8pPr>
            <a:lvl9pPr marL="3886200" indent="-228600" fontAlgn="base">
              <a:spcBef>
                <a:spcPct val="0"/>
              </a:spcBef>
              <a:spcAft>
                <a:spcPct val="0"/>
              </a:spcAft>
              <a:defRPr>
                <a:solidFill>
                  <a:schemeClr val="tx1"/>
                </a:solidFill>
                <a:latin typeface="Verdana" pitchFamily="34" charset="0"/>
              </a:defRPr>
            </a:lvl9pPr>
          </a:lstStyle>
          <a:p>
            <a:pPr algn="r"/>
            <a:fld id="{BD92BACE-2C39-4B68-B44A-201AE3E88871}" type="slidenum">
              <a:rPr lang="en-US" altLang="en-US" sz="800">
                <a:solidFill>
                  <a:srgbClr val="A6A6A6"/>
                </a:solidFill>
              </a:rPr>
              <a:pPr algn="r"/>
              <a:t>‹#›</a:t>
            </a:fld>
            <a:endParaRPr lang="en-US" altLang="en-US" sz="800">
              <a:solidFill>
                <a:srgbClr val="A6A6A6"/>
              </a:solidFill>
            </a:endParaRPr>
          </a:p>
        </p:txBody>
      </p:sp>
      <p:sp>
        <p:nvSpPr>
          <p:cNvPr id="11" name="Text Placeholder 7">
            <a:extLst/>
          </p:cNvPr>
          <p:cNvSpPr txBox="1">
            <a:spLocks/>
          </p:cNvSpPr>
          <p:nvPr/>
        </p:nvSpPr>
        <p:spPr>
          <a:xfrm>
            <a:off x="9017000" y="6650038"/>
            <a:ext cx="2663825" cy="123825"/>
          </a:xfrm>
          <a:prstGeom prst="rect">
            <a:avLst/>
          </a:prstGeom>
        </p:spPr>
        <p:txBody>
          <a:bodyPr lIns="0" tIns="0" rIns="0" bIns="0" anchor="ct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fontAlgn="auto">
              <a:spcAft>
                <a:spcPts val="0"/>
              </a:spcAft>
              <a:defRPr/>
            </a:pPr>
            <a:r>
              <a:rPr lang="en-US" dirty="0">
                <a:solidFill>
                  <a:schemeClr val="bg1">
                    <a:lumMod val="65000"/>
                  </a:schemeClr>
                </a:solidFill>
              </a:rPr>
              <a:t>© Capgemini 2018. All rights reserved  </a:t>
            </a:r>
            <a:r>
              <a:rPr lang="en-US" dirty="0">
                <a:solidFill>
                  <a:schemeClr val="accent2"/>
                </a:solidFill>
              </a:rPr>
              <a:t>|</a:t>
            </a:r>
          </a:p>
        </p:txBody>
      </p:sp>
      <p:sp>
        <p:nvSpPr>
          <p:cNvPr id="12" name="Text Placeholder 7">
            <a:extLst/>
          </p:cNvPr>
          <p:cNvSpPr txBox="1">
            <a:spLocks/>
          </p:cNvSpPr>
          <p:nvPr/>
        </p:nvSpPr>
        <p:spPr>
          <a:xfrm>
            <a:off x="227013" y="6650038"/>
            <a:ext cx="4716462" cy="123825"/>
          </a:xfrm>
          <a:prstGeom prst="rect">
            <a:avLst/>
          </a:prstGeom>
        </p:spPr>
        <p:txBody>
          <a:bodyPr wrap="none" lIns="0" tIns="0" rIns="0" bIns="0" anchor="ct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defRPr/>
            </a:pPr>
            <a:r>
              <a:rPr lang="en-US" dirty="0">
                <a:solidFill>
                  <a:schemeClr val="bg1">
                    <a:lumMod val="65000"/>
                  </a:schemeClr>
                </a:solidFill>
              </a:rPr>
              <a:t>Presentation Title | Author | Date</a:t>
            </a:r>
          </a:p>
        </p:txBody>
      </p:sp>
      <p:sp>
        <p:nvSpPr>
          <p:cNvPr id="13" name="Freeform: Shape 11">
            <a:extLst/>
          </p:cNvPr>
          <p:cNvSpPr/>
          <p:nvPr userDrawn="1"/>
        </p:nvSpPr>
        <p:spPr>
          <a:xfrm flipV="1">
            <a:off x="0" y="0"/>
            <a:ext cx="5203825" cy="3119438"/>
          </a:xfrm>
          <a:custGeom>
            <a:avLst/>
            <a:gdLst>
              <a:gd name="connsiteX0" fmla="*/ 2836724 w 6262141"/>
              <a:gd name="connsiteY0" fmla="*/ 775 h 4159686"/>
              <a:gd name="connsiteX1" fmla="*/ 3822188 w 6262141"/>
              <a:gd name="connsiteY1" fmla="*/ 22965 h 4159686"/>
              <a:gd name="connsiteX2" fmla="*/ 5982756 w 6262141"/>
              <a:gd name="connsiteY2" fmla="*/ 3706589 h 4159686"/>
              <a:gd name="connsiteX3" fmla="*/ 6262141 w 6262141"/>
              <a:gd name="connsiteY3" fmla="*/ 4159686 h 4159686"/>
              <a:gd name="connsiteX4" fmla="*/ 0 w 6262141"/>
              <a:gd name="connsiteY4" fmla="*/ 4159686 h 4159686"/>
              <a:gd name="connsiteX5" fmla="*/ 0 w 6262141"/>
              <a:gd name="connsiteY5" fmla="*/ 3700458 h 4159686"/>
              <a:gd name="connsiteX6" fmla="*/ 0 w 6262141"/>
              <a:gd name="connsiteY6" fmla="*/ 3329154 h 4159686"/>
              <a:gd name="connsiteX7" fmla="*/ 0 w 6262141"/>
              <a:gd name="connsiteY7" fmla="*/ 2944589 h 4159686"/>
              <a:gd name="connsiteX8" fmla="*/ 0 w 6262141"/>
              <a:gd name="connsiteY8" fmla="*/ 2546533 h 4159686"/>
              <a:gd name="connsiteX9" fmla="*/ 0 w 6262141"/>
              <a:gd name="connsiteY9" fmla="*/ 2134752 h 4159686"/>
              <a:gd name="connsiteX10" fmla="*/ 0 w 6262141"/>
              <a:gd name="connsiteY10" fmla="*/ 1709014 h 4159686"/>
              <a:gd name="connsiteX11" fmla="*/ 0 w 6262141"/>
              <a:gd name="connsiteY11" fmla="*/ 1269085 h 4159686"/>
              <a:gd name="connsiteX12" fmla="*/ 0 w 6262141"/>
              <a:gd name="connsiteY12" fmla="*/ 814735 h 4159686"/>
              <a:gd name="connsiteX13" fmla="*/ 0 w 6262141"/>
              <a:gd name="connsiteY13" fmla="*/ 345728 h 4159686"/>
              <a:gd name="connsiteX14" fmla="*/ 2836724 w 6262141"/>
              <a:gd name="connsiteY14" fmla="*/ 775 h 4159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62141" h="4159686">
                <a:moveTo>
                  <a:pt x="2836724" y="775"/>
                </a:moveTo>
                <a:cubicBezTo>
                  <a:pt x="3163345" y="-2587"/>
                  <a:pt x="3492318" y="5034"/>
                  <a:pt x="3822188" y="22965"/>
                </a:cubicBezTo>
                <a:cubicBezTo>
                  <a:pt x="4104550" y="1058496"/>
                  <a:pt x="5095168" y="2317803"/>
                  <a:pt x="5982756" y="3706589"/>
                </a:cubicBezTo>
                <a:lnTo>
                  <a:pt x="6262141" y="4159686"/>
                </a:lnTo>
                <a:lnTo>
                  <a:pt x="0" y="4159686"/>
                </a:lnTo>
                <a:lnTo>
                  <a:pt x="0" y="3700458"/>
                </a:lnTo>
                <a:lnTo>
                  <a:pt x="0" y="3329154"/>
                </a:lnTo>
                <a:lnTo>
                  <a:pt x="0" y="2944589"/>
                </a:lnTo>
                <a:lnTo>
                  <a:pt x="0" y="2546533"/>
                </a:lnTo>
                <a:lnTo>
                  <a:pt x="0" y="2134752"/>
                </a:lnTo>
                <a:lnTo>
                  <a:pt x="0" y="1709014"/>
                </a:lnTo>
                <a:lnTo>
                  <a:pt x="0" y="1269085"/>
                </a:lnTo>
                <a:lnTo>
                  <a:pt x="0" y="814735"/>
                </a:lnTo>
                <a:lnTo>
                  <a:pt x="0" y="345728"/>
                </a:lnTo>
                <a:cubicBezTo>
                  <a:pt x="898178" y="119794"/>
                  <a:pt x="1856863" y="10862"/>
                  <a:pt x="2836724" y="775"/>
                </a:cubicBezTo>
                <a:close/>
              </a:path>
            </a:pathLst>
          </a:cu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pt-PT" dirty="0"/>
          </a:p>
        </p:txBody>
      </p:sp>
      <p:sp>
        <p:nvSpPr>
          <p:cNvPr id="14" name="Oval 20">
            <a:extLst/>
          </p:cNvPr>
          <p:cNvSpPr/>
          <p:nvPr userDrawn="1"/>
        </p:nvSpPr>
        <p:spPr>
          <a:xfrm>
            <a:off x="1381125" y="1147763"/>
            <a:ext cx="2609850" cy="2465387"/>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95E61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pt-PT"/>
          </a:p>
        </p:txBody>
      </p:sp>
      <p:sp>
        <p:nvSpPr>
          <p:cNvPr id="26" name="Text Placeholder 4">
            <a:extLst/>
          </p:cNvPr>
          <p:cNvSpPr>
            <a:spLocks noGrp="1"/>
          </p:cNvSpPr>
          <p:nvPr>
            <p:ph type="body" sz="quarter" idx="14"/>
          </p:nvPr>
        </p:nvSpPr>
        <p:spPr>
          <a:xfrm>
            <a:off x="783129" y="5278426"/>
            <a:ext cx="3296647" cy="331986"/>
          </a:xfrm>
          <a:prstGeom prst="rect">
            <a:avLst/>
          </a:prstGeom>
          <a:noFill/>
        </p:spPr>
        <p:txBody>
          <a:bodyPr anchor="ctr">
            <a:noAutofit/>
          </a:bodyPr>
          <a:lstStyle>
            <a:lvl1pPr algn="l">
              <a:defRPr sz="1600" b="1">
                <a:solidFill>
                  <a:schemeClr val="accent2"/>
                </a:solidFill>
              </a:defRPr>
            </a:lvl1pPr>
            <a:lvl2pPr>
              <a:defRPr sz="1400"/>
            </a:lvl2pPr>
            <a:lvl3pPr>
              <a:defRPr sz="1200"/>
            </a:lvl3pPr>
            <a:lvl4pPr>
              <a:defRPr sz="1100"/>
            </a:lvl4pPr>
            <a:lvl5pPr>
              <a:defRPr sz="1100"/>
            </a:lvl5pPr>
          </a:lstStyle>
          <a:p>
            <a:pPr lvl="0"/>
            <a:r>
              <a:rPr lang="en-US"/>
              <a:t>Click to edit Master text styles</a:t>
            </a:r>
          </a:p>
        </p:txBody>
      </p:sp>
      <p:sp>
        <p:nvSpPr>
          <p:cNvPr id="23" name="Text Placeholder 4">
            <a:extLst/>
          </p:cNvPr>
          <p:cNvSpPr>
            <a:spLocks noGrp="1"/>
          </p:cNvSpPr>
          <p:nvPr>
            <p:ph type="body" sz="quarter" idx="13"/>
          </p:nvPr>
        </p:nvSpPr>
        <p:spPr>
          <a:xfrm>
            <a:off x="783129" y="3916350"/>
            <a:ext cx="3296647" cy="412363"/>
          </a:xfrm>
          <a:prstGeom prst="rect">
            <a:avLst/>
          </a:prstGeom>
          <a:noFill/>
        </p:spPr>
        <p:txBody>
          <a:bodyPr anchor="ctr">
            <a:noAutofit/>
          </a:bodyPr>
          <a:lstStyle>
            <a:lvl1pPr algn="l">
              <a:defRPr sz="2000" b="1">
                <a:solidFill>
                  <a:schemeClr val="accent2"/>
                </a:solidFill>
              </a:defRPr>
            </a:lvl1pPr>
            <a:lvl2pPr>
              <a:defRPr sz="1400"/>
            </a:lvl2pPr>
            <a:lvl3pPr>
              <a:defRPr sz="1200"/>
            </a:lvl3pPr>
            <a:lvl4pPr>
              <a:defRPr sz="1100"/>
            </a:lvl4pPr>
            <a:lvl5pPr>
              <a:defRPr sz="1100"/>
            </a:lvl5pPr>
          </a:lstStyle>
          <a:p>
            <a:pPr lvl="0"/>
            <a:r>
              <a:rPr lang="en-US"/>
              <a:t>Click to edit Master text styles</a:t>
            </a:r>
          </a:p>
        </p:txBody>
      </p:sp>
      <p:sp>
        <p:nvSpPr>
          <p:cNvPr id="24" name="Text Placeholder 7">
            <a:extLst/>
          </p:cNvPr>
          <p:cNvSpPr>
            <a:spLocks noGrp="1"/>
          </p:cNvSpPr>
          <p:nvPr>
            <p:ph type="body" sz="quarter" idx="10"/>
          </p:nvPr>
        </p:nvSpPr>
        <p:spPr>
          <a:xfrm>
            <a:off x="782081" y="4344097"/>
            <a:ext cx="3304144" cy="894840"/>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edit Master text styles</a:t>
            </a:r>
          </a:p>
        </p:txBody>
      </p:sp>
      <p:sp>
        <p:nvSpPr>
          <p:cNvPr id="27" name="Text Placeholder 7">
            <a:extLst/>
          </p:cNvPr>
          <p:cNvSpPr>
            <a:spLocks noGrp="1"/>
          </p:cNvSpPr>
          <p:nvPr>
            <p:ph type="body" sz="quarter" idx="15"/>
          </p:nvPr>
        </p:nvSpPr>
        <p:spPr>
          <a:xfrm>
            <a:off x="782081" y="5601397"/>
            <a:ext cx="3297695" cy="713864"/>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edit Master text styles</a:t>
            </a:r>
          </a:p>
        </p:txBody>
      </p:sp>
    </p:spTree>
    <p:extLst>
      <p:ext uri="{BB962C8B-B14F-4D97-AF65-F5344CB8AC3E}">
        <p14:creationId xmlns:p14="http://schemas.microsoft.com/office/powerpoint/2010/main" val="22212935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itre seul">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nvPr>
        </p:nvGraphicFramePr>
        <p:xfrm>
          <a:off x="0" y="0"/>
          <a:ext cx="195384" cy="158750"/>
        </p:xfrm>
        <a:graphic>
          <a:graphicData uri="http://schemas.openxmlformats.org/presentationml/2006/ole">
            <mc:AlternateContent xmlns:mc="http://schemas.openxmlformats.org/markup-compatibility/2006">
              <mc:Choice xmlns:v="urn:schemas-microsoft-com:vml" Requires="v">
                <p:oleObj spid="_x0000_s93251" name="think-cell Slide" r:id="rId5" imgW="360" imgH="360" progId="">
                  <p:embed/>
                </p:oleObj>
              </mc:Choice>
              <mc:Fallback>
                <p:oleObj name="think-cell Slide" r:id="rId5" imgW="360" imgH="360" progId="">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95384"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a:t>Click to edit Master title style</a:t>
            </a:r>
          </a:p>
        </p:txBody>
      </p:sp>
    </p:spTree>
    <p:extLst>
      <p:ext uri="{BB962C8B-B14F-4D97-AF65-F5344CB8AC3E}">
        <p14:creationId xmlns:p14="http://schemas.microsoft.com/office/powerpoint/2010/main" val="15622079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solidFill>
          <a:srgbClr val="E6E7E7"/>
        </a:solidFill>
        <a:effectLst/>
      </p:bgPr>
    </p:bg>
    <p:spTree>
      <p:nvGrpSpPr>
        <p:cNvPr id="1" name=""/>
        <p:cNvGrpSpPr/>
        <p:nvPr/>
      </p:nvGrpSpPr>
      <p:grpSpPr>
        <a:xfrm>
          <a:off x="0" y="0"/>
          <a:ext cx="0" cy="0"/>
          <a:chOff x="0" y="0"/>
          <a:chExt cx="0" cy="0"/>
        </a:xfrm>
      </p:grpSpPr>
      <p:graphicFrame>
        <p:nvGraphicFramePr>
          <p:cNvPr id="4" name="Object 20" hidden="1"/>
          <p:cNvGraphicFramePr>
            <a:graphicFrameLocks noChangeAspect="1"/>
          </p:cNvGraphicFramePr>
          <p:nvPr>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87408" name="think-cell Slide" r:id="rId5" imgW="360" imgH="360" progId="TCLayout.ActiveDocument.1">
                  <p:embed/>
                </p:oleObj>
              </mc:Choice>
              <mc:Fallback>
                <p:oleObj name="think-cell Slide" r:id="rId5" imgW="360" imgH="360" progId="TCLayout.ActiveDocument.1">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2" hidden="1"/>
          <p:cNvGraphicFramePr>
            <a:graphicFrameLocks noChangeAspect="1"/>
          </p:cNvGraphicFramePr>
          <p:nvPr>
            <p:custDataLst>
              <p:tags r:id="rId3"/>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87409" name="think-cell Slide" r:id="rId7" imgW="360" imgH="360" progId="TCLayout.ActiveDocument.1">
                  <p:embed/>
                </p:oleObj>
              </mc:Choice>
              <mc:Fallback>
                <p:oleObj name="think-cell Slide" r:id="rId7" imgW="360" imgH="360" progId="TCLayout.ActiveDocument.1">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Freeform 7"/>
          <p:cNvSpPr>
            <a:spLocks/>
          </p:cNvSpPr>
          <p:nvPr userDrawn="1"/>
        </p:nvSpPr>
        <p:spPr bwMode="auto">
          <a:xfrm>
            <a:off x="5137150" y="0"/>
            <a:ext cx="7054850" cy="6854825"/>
          </a:xfrm>
          <a:custGeom>
            <a:avLst/>
            <a:gdLst>
              <a:gd name="T0" fmla="*/ 4444 w 4444"/>
              <a:gd name="T1" fmla="*/ 0 h 4318"/>
              <a:gd name="T2" fmla="*/ 4444 w 4444"/>
              <a:gd name="T3" fmla="*/ 32 h 4318"/>
              <a:gd name="T4" fmla="*/ 4444 w 4444"/>
              <a:gd name="T5" fmla="*/ 4292 h 4318"/>
              <a:gd name="T6" fmla="*/ 4440 w 4444"/>
              <a:gd name="T7" fmla="*/ 4306 h 4318"/>
              <a:gd name="T8" fmla="*/ 4426 w 4444"/>
              <a:gd name="T9" fmla="*/ 4314 h 4318"/>
              <a:gd name="T10" fmla="*/ 4326 w 4444"/>
              <a:gd name="T11" fmla="*/ 4318 h 4318"/>
              <a:gd name="T12" fmla="*/ 4228 w 4444"/>
              <a:gd name="T13" fmla="*/ 4310 h 4318"/>
              <a:gd name="T14" fmla="*/ 4076 w 4444"/>
              <a:gd name="T15" fmla="*/ 4282 h 4318"/>
              <a:gd name="T16" fmla="*/ 3928 w 4444"/>
              <a:gd name="T17" fmla="*/ 4240 h 4318"/>
              <a:gd name="T18" fmla="*/ 3740 w 4444"/>
              <a:gd name="T19" fmla="*/ 4170 h 4318"/>
              <a:gd name="T20" fmla="*/ 3474 w 4444"/>
              <a:gd name="T21" fmla="*/ 4042 h 4318"/>
              <a:gd name="T22" fmla="*/ 3216 w 4444"/>
              <a:gd name="T23" fmla="*/ 3896 h 4318"/>
              <a:gd name="T24" fmla="*/ 3024 w 4444"/>
              <a:gd name="T25" fmla="*/ 3772 h 4318"/>
              <a:gd name="T26" fmla="*/ 2704 w 4444"/>
              <a:gd name="T27" fmla="*/ 3544 h 4318"/>
              <a:gd name="T28" fmla="*/ 2396 w 4444"/>
              <a:gd name="T29" fmla="*/ 3300 h 4318"/>
              <a:gd name="T30" fmla="*/ 2180 w 4444"/>
              <a:gd name="T31" fmla="*/ 3116 h 4318"/>
              <a:gd name="T32" fmla="*/ 2256 w 4444"/>
              <a:gd name="T33" fmla="*/ 2964 h 4318"/>
              <a:gd name="T34" fmla="*/ 2286 w 4444"/>
              <a:gd name="T35" fmla="*/ 2890 h 4318"/>
              <a:gd name="T36" fmla="*/ 2322 w 4444"/>
              <a:gd name="T37" fmla="*/ 2774 h 4318"/>
              <a:gd name="T38" fmla="*/ 2338 w 4444"/>
              <a:gd name="T39" fmla="*/ 2654 h 4318"/>
              <a:gd name="T40" fmla="*/ 2336 w 4444"/>
              <a:gd name="T41" fmla="*/ 2562 h 4318"/>
              <a:gd name="T42" fmla="*/ 2306 w 4444"/>
              <a:gd name="T43" fmla="*/ 2432 h 4318"/>
              <a:gd name="T44" fmla="*/ 2242 w 4444"/>
              <a:gd name="T45" fmla="*/ 2310 h 4318"/>
              <a:gd name="T46" fmla="*/ 2188 w 4444"/>
              <a:gd name="T47" fmla="*/ 2238 h 4318"/>
              <a:gd name="T48" fmla="*/ 2092 w 4444"/>
              <a:gd name="T49" fmla="*/ 2144 h 4318"/>
              <a:gd name="T50" fmla="*/ 1986 w 4444"/>
              <a:gd name="T51" fmla="*/ 2062 h 4318"/>
              <a:gd name="T52" fmla="*/ 1878 w 4444"/>
              <a:gd name="T53" fmla="*/ 1990 h 4318"/>
              <a:gd name="T54" fmla="*/ 1712 w 4444"/>
              <a:gd name="T55" fmla="*/ 1894 h 4318"/>
              <a:gd name="T56" fmla="*/ 1538 w 4444"/>
              <a:gd name="T57" fmla="*/ 1808 h 4318"/>
              <a:gd name="T58" fmla="*/ 1156 w 4444"/>
              <a:gd name="T59" fmla="*/ 1640 h 4318"/>
              <a:gd name="T60" fmla="*/ 710 w 4444"/>
              <a:gd name="T61" fmla="*/ 1446 h 4318"/>
              <a:gd name="T62" fmla="*/ 524 w 4444"/>
              <a:gd name="T63" fmla="*/ 1350 h 4318"/>
              <a:gd name="T64" fmla="*/ 354 w 4444"/>
              <a:gd name="T65" fmla="*/ 1230 h 4318"/>
              <a:gd name="T66" fmla="*/ 262 w 4444"/>
              <a:gd name="T67" fmla="*/ 1144 h 4318"/>
              <a:gd name="T68" fmla="*/ 158 w 4444"/>
              <a:gd name="T69" fmla="*/ 1020 h 4318"/>
              <a:gd name="T70" fmla="*/ 80 w 4444"/>
              <a:gd name="T71" fmla="*/ 884 h 4318"/>
              <a:gd name="T72" fmla="*/ 28 w 4444"/>
              <a:gd name="T73" fmla="*/ 740 h 4318"/>
              <a:gd name="T74" fmla="*/ 2 w 4444"/>
              <a:gd name="T75" fmla="*/ 584 h 4318"/>
              <a:gd name="T76" fmla="*/ 4 w 4444"/>
              <a:gd name="T77" fmla="*/ 418 h 4318"/>
              <a:gd name="T78" fmla="*/ 18 w 4444"/>
              <a:gd name="T79" fmla="*/ 314 h 4318"/>
              <a:gd name="T80" fmla="*/ 58 w 4444"/>
              <a:gd name="T81" fmla="*/ 162 h 4318"/>
              <a:gd name="T82" fmla="*/ 118 w 4444"/>
              <a:gd name="T83" fmla="*/ 16 h 4318"/>
              <a:gd name="T84" fmla="*/ 122 w 4444"/>
              <a:gd name="T85" fmla="*/ 0 h 4318"/>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4444" h="4318">
                <a:moveTo>
                  <a:pt x="122" y="0"/>
                </a:moveTo>
                <a:lnTo>
                  <a:pt x="122" y="0"/>
                </a:lnTo>
                <a:lnTo>
                  <a:pt x="4444" y="0"/>
                </a:lnTo>
                <a:lnTo>
                  <a:pt x="4444" y="32"/>
                </a:lnTo>
                <a:lnTo>
                  <a:pt x="4444" y="4272"/>
                </a:lnTo>
                <a:lnTo>
                  <a:pt x="4444" y="4292"/>
                </a:lnTo>
                <a:lnTo>
                  <a:pt x="4444" y="4300"/>
                </a:lnTo>
                <a:lnTo>
                  <a:pt x="4440" y="4306"/>
                </a:lnTo>
                <a:lnTo>
                  <a:pt x="4436" y="4310"/>
                </a:lnTo>
                <a:lnTo>
                  <a:pt x="4426" y="4314"/>
                </a:lnTo>
                <a:lnTo>
                  <a:pt x="4402" y="4316"/>
                </a:lnTo>
                <a:lnTo>
                  <a:pt x="4376" y="4318"/>
                </a:lnTo>
                <a:lnTo>
                  <a:pt x="4326" y="4318"/>
                </a:lnTo>
                <a:lnTo>
                  <a:pt x="4278" y="4316"/>
                </a:lnTo>
                <a:lnTo>
                  <a:pt x="4228" y="4310"/>
                </a:lnTo>
                <a:lnTo>
                  <a:pt x="4176" y="4302"/>
                </a:lnTo>
                <a:lnTo>
                  <a:pt x="4126" y="4294"/>
                </a:lnTo>
                <a:lnTo>
                  <a:pt x="4076" y="4282"/>
                </a:lnTo>
                <a:lnTo>
                  <a:pt x="4026" y="4270"/>
                </a:lnTo>
                <a:lnTo>
                  <a:pt x="3978" y="4256"/>
                </a:lnTo>
                <a:lnTo>
                  <a:pt x="3928" y="4240"/>
                </a:lnTo>
                <a:lnTo>
                  <a:pt x="3832" y="4206"/>
                </a:lnTo>
                <a:lnTo>
                  <a:pt x="3740" y="4170"/>
                </a:lnTo>
                <a:lnTo>
                  <a:pt x="3650" y="4130"/>
                </a:lnTo>
                <a:lnTo>
                  <a:pt x="3562" y="4088"/>
                </a:lnTo>
                <a:lnTo>
                  <a:pt x="3474" y="4042"/>
                </a:lnTo>
                <a:lnTo>
                  <a:pt x="3386" y="3996"/>
                </a:lnTo>
                <a:lnTo>
                  <a:pt x="3302" y="3946"/>
                </a:lnTo>
                <a:lnTo>
                  <a:pt x="3216" y="3896"/>
                </a:lnTo>
                <a:lnTo>
                  <a:pt x="3134" y="3844"/>
                </a:lnTo>
                <a:lnTo>
                  <a:pt x="3024" y="3772"/>
                </a:lnTo>
                <a:lnTo>
                  <a:pt x="2916" y="3698"/>
                </a:lnTo>
                <a:lnTo>
                  <a:pt x="2808" y="3622"/>
                </a:lnTo>
                <a:lnTo>
                  <a:pt x="2704" y="3544"/>
                </a:lnTo>
                <a:lnTo>
                  <a:pt x="2600" y="3464"/>
                </a:lnTo>
                <a:lnTo>
                  <a:pt x="2498" y="3382"/>
                </a:lnTo>
                <a:lnTo>
                  <a:pt x="2396" y="3300"/>
                </a:lnTo>
                <a:lnTo>
                  <a:pt x="2296" y="3214"/>
                </a:lnTo>
                <a:lnTo>
                  <a:pt x="2180" y="3116"/>
                </a:lnTo>
                <a:lnTo>
                  <a:pt x="2220" y="3040"/>
                </a:lnTo>
                <a:lnTo>
                  <a:pt x="2256" y="2964"/>
                </a:lnTo>
                <a:lnTo>
                  <a:pt x="2272" y="2928"/>
                </a:lnTo>
                <a:lnTo>
                  <a:pt x="2286" y="2890"/>
                </a:lnTo>
                <a:lnTo>
                  <a:pt x="2300" y="2852"/>
                </a:lnTo>
                <a:lnTo>
                  <a:pt x="2312" y="2814"/>
                </a:lnTo>
                <a:lnTo>
                  <a:pt x="2322" y="2774"/>
                </a:lnTo>
                <a:lnTo>
                  <a:pt x="2330" y="2736"/>
                </a:lnTo>
                <a:lnTo>
                  <a:pt x="2334" y="2696"/>
                </a:lnTo>
                <a:lnTo>
                  <a:pt x="2338" y="2654"/>
                </a:lnTo>
                <a:lnTo>
                  <a:pt x="2340" y="2608"/>
                </a:lnTo>
                <a:lnTo>
                  <a:pt x="2336" y="2562"/>
                </a:lnTo>
                <a:lnTo>
                  <a:pt x="2330" y="2518"/>
                </a:lnTo>
                <a:lnTo>
                  <a:pt x="2320" y="2474"/>
                </a:lnTo>
                <a:lnTo>
                  <a:pt x="2306" y="2432"/>
                </a:lnTo>
                <a:lnTo>
                  <a:pt x="2288" y="2390"/>
                </a:lnTo>
                <a:lnTo>
                  <a:pt x="2266" y="2350"/>
                </a:lnTo>
                <a:lnTo>
                  <a:pt x="2242" y="2310"/>
                </a:lnTo>
                <a:lnTo>
                  <a:pt x="2216" y="2274"/>
                </a:lnTo>
                <a:lnTo>
                  <a:pt x="2188" y="2238"/>
                </a:lnTo>
                <a:lnTo>
                  <a:pt x="2158" y="2206"/>
                </a:lnTo>
                <a:lnTo>
                  <a:pt x="2126" y="2174"/>
                </a:lnTo>
                <a:lnTo>
                  <a:pt x="2092" y="2144"/>
                </a:lnTo>
                <a:lnTo>
                  <a:pt x="2058" y="2116"/>
                </a:lnTo>
                <a:lnTo>
                  <a:pt x="2022" y="2088"/>
                </a:lnTo>
                <a:lnTo>
                  <a:pt x="1986" y="2062"/>
                </a:lnTo>
                <a:lnTo>
                  <a:pt x="1932" y="2024"/>
                </a:lnTo>
                <a:lnTo>
                  <a:pt x="1878" y="1990"/>
                </a:lnTo>
                <a:lnTo>
                  <a:pt x="1824" y="1956"/>
                </a:lnTo>
                <a:lnTo>
                  <a:pt x="1768" y="1924"/>
                </a:lnTo>
                <a:lnTo>
                  <a:pt x="1712" y="1894"/>
                </a:lnTo>
                <a:lnTo>
                  <a:pt x="1654" y="1864"/>
                </a:lnTo>
                <a:lnTo>
                  <a:pt x="1596" y="1836"/>
                </a:lnTo>
                <a:lnTo>
                  <a:pt x="1538" y="1808"/>
                </a:lnTo>
                <a:lnTo>
                  <a:pt x="1346" y="1724"/>
                </a:lnTo>
                <a:lnTo>
                  <a:pt x="1156" y="1640"/>
                </a:lnTo>
                <a:lnTo>
                  <a:pt x="774" y="1474"/>
                </a:lnTo>
                <a:lnTo>
                  <a:pt x="710" y="1446"/>
                </a:lnTo>
                <a:lnTo>
                  <a:pt x="646" y="1416"/>
                </a:lnTo>
                <a:lnTo>
                  <a:pt x="584" y="1384"/>
                </a:lnTo>
                <a:lnTo>
                  <a:pt x="524" y="1350"/>
                </a:lnTo>
                <a:lnTo>
                  <a:pt x="466" y="1312"/>
                </a:lnTo>
                <a:lnTo>
                  <a:pt x="410" y="1272"/>
                </a:lnTo>
                <a:lnTo>
                  <a:pt x="354" y="1230"/>
                </a:lnTo>
                <a:lnTo>
                  <a:pt x="302" y="1184"/>
                </a:lnTo>
                <a:lnTo>
                  <a:pt x="262" y="1144"/>
                </a:lnTo>
                <a:lnTo>
                  <a:pt x="224" y="1104"/>
                </a:lnTo>
                <a:lnTo>
                  <a:pt x="188" y="1062"/>
                </a:lnTo>
                <a:lnTo>
                  <a:pt x="158" y="1020"/>
                </a:lnTo>
                <a:lnTo>
                  <a:pt x="128" y="976"/>
                </a:lnTo>
                <a:lnTo>
                  <a:pt x="102" y="930"/>
                </a:lnTo>
                <a:lnTo>
                  <a:pt x="80" y="884"/>
                </a:lnTo>
                <a:lnTo>
                  <a:pt x="58" y="838"/>
                </a:lnTo>
                <a:lnTo>
                  <a:pt x="42" y="790"/>
                </a:lnTo>
                <a:lnTo>
                  <a:pt x="28" y="740"/>
                </a:lnTo>
                <a:lnTo>
                  <a:pt x="16" y="688"/>
                </a:lnTo>
                <a:lnTo>
                  <a:pt x="8" y="636"/>
                </a:lnTo>
                <a:lnTo>
                  <a:pt x="2" y="584"/>
                </a:lnTo>
                <a:lnTo>
                  <a:pt x="0" y="530"/>
                </a:lnTo>
                <a:lnTo>
                  <a:pt x="0" y="474"/>
                </a:lnTo>
                <a:lnTo>
                  <a:pt x="4" y="418"/>
                </a:lnTo>
                <a:lnTo>
                  <a:pt x="10" y="366"/>
                </a:lnTo>
                <a:lnTo>
                  <a:pt x="18" y="314"/>
                </a:lnTo>
                <a:lnTo>
                  <a:pt x="30" y="262"/>
                </a:lnTo>
                <a:lnTo>
                  <a:pt x="42" y="212"/>
                </a:lnTo>
                <a:lnTo>
                  <a:pt x="58" y="162"/>
                </a:lnTo>
                <a:lnTo>
                  <a:pt x="76" y="112"/>
                </a:lnTo>
                <a:lnTo>
                  <a:pt x="94" y="64"/>
                </a:lnTo>
                <a:lnTo>
                  <a:pt x="118" y="16"/>
                </a:lnTo>
                <a:lnTo>
                  <a:pt x="122"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7" name="Group 14"/>
          <p:cNvGrpSpPr>
            <a:grpSpLocks noChangeAspect="1"/>
          </p:cNvGrpSpPr>
          <p:nvPr userDrawn="1"/>
        </p:nvGrpSpPr>
        <p:grpSpPr bwMode="auto">
          <a:xfrm>
            <a:off x="417513" y="4537075"/>
            <a:ext cx="5038725" cy="1123950"/>
            <a:chOff x="728663" y="4465638"/>
            <a:chExt cx="5354637" cy="1193801"/>
          </a:xfrm>
        </p:grpSpPr>
        <p:sp>
          <p:nvSpPr>
            <p:cNvPr id="8" name="Freeform 11"/>
            <p:cNvSpPr>
              <a:spLocks/>
            </p:cNvSpPr>
            <p:nvPr userDrawn="1"/>
          </p:nvSpPr>
          <p:spPr bwMode="auto">
            <a:xfrm>
              <a:off x="5464175" y="4830763"/>
              <a:ext cx="619125" cy="503238"/>
            </a:xfrm>
            <a:custGeom>
              <a:avLst/>
              <a:gdLst>
                <a:gd name="T0" fmla="*/ 125 w 189"/>
                <a:gd name="T1" fmla="*/ 107 h 154"/>
                <a:gd name="T2" fmla="*/ 189 w 189"/>
                <a:gd name="T3" fmla="*/ 43 h 154"/>
                <a:gd name="T4" fmla="*/ 142 w 189"/>
                <a:gd name="T5" fmla="*/ 0 h 154"/>
                <a:gd name="T6" fmla="*/ 50 w 189"/>
                <a:gd name="T7" fmla="*/ 99 h 154"/>
                <a:gd name="T8" fmla="*/ 0 w 189"/>
                <a:gd name="T9" fmla="*/ 144 h 154"/>
                <a:gd name="T10" fmla="*/ 37 w 189"/>
                <a:gd name="T11" fmla="*/ 154 h 154"/>
                <a:gd name="T12" fmla="*/ 125 w 189"/>
                <a:gd name="T13" fmla="*/ 125 h 154"/>
                <a:gd name="T14" fmla="*/ 81 w 189"/>
                <a:gd name="T15" fmla="*/ 85 h 154"/>
                <a:gd name="T16" fmla="*/ 125 w 189"/>
                <a:gd name="T17" fmla="*/ 107 h 15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 name="Freeform 12"/>
            <p:cNvSpPr>
              <a:spLocks noEditPoints="1"/>
            </p:cNvSpPr>
            <p:nvPr userDrawn="1"/>
          </p:nvSpPr>
          <p:spPr bwMode="auto">
            <a:xfrm>
              <a:off x="728663" y="4483101"/>
              <a:ext cx="4352925" cy="1176338"/>
            </a:xfrm>
            <a:custGeom>
              <a:avLst/>
              <a:gdLst>
                <a:gd name="T0" fmla="*/ 1281 w 1328"/>
                <a:gd name="T1" fmla="*/ 86 h 359"/>
                <a:gd name="T2" fmla="*/ 1240 w 1328"/>
                <a:gd name="T3" fmla="*/ 210 h 359"/>
                <a:gd name="T4" fmla="*/ 1122 w 1328"/>
                <a:gd name="T5" fmla="*/ 182 h 359"/>
                <a:gd name="T6" fmla="*/ 1121 w 1328"/>
                <a:gd name="T7" fmla="*/ 104 h 359"/>
                <a:gd name="T8" fmla="*/ 1061 w 1328"/>
                <a:gd name="T9" fmla="*/ 211 h 359"/>
                <a:gd name="T10" fmla="*/ 1007 w 1328"/>
                <a:gd name="T11" fmla="*/ 84 h 359"/>
                <a:gd name="T12" fmla="*/ 924 w 1328"/>
                <a:gd name="T13" fmla="*/ 86 h 359"/>
                <a:gd name="T14" fmla="*/ 830 w 1328"/>
                <a:gd name="T15" fmla="*/ 72 h 359"/>
                <a:gd name="T16" fmla="*/ 781 w 1328"/>
                <a:gd name="T17" fmla="*/ 160 h 359"/>
                <a:gd name="T18" fmla="*/ 756 w 1328"/>
                <a:gd name="T19" fmla="*/ 81 h 359"/>
                <a:gd name="T20" fmla="*/ 666 w 1328"/>
                <a:gd name="T21" fmla="*/ 200 h 359"/>
                <a:gd name="T22" fmla="*/ 677 w 1328"/>
                <a:gd name="T23" fmla="*/ 82 h 359"/>
                <a:gd name="T24" fmla="*/ 628 w 1328"/>
                <a:gd name="T25" fmla="*/ 196 h 359"/>
                <a:gd name="T26" fmla="*/ 585 w 1328"/>
                <a:gd name="T27" fmla="*/ 113 h 359"/>
                <a:gd name="T28" fmla="*/ 527 w 1328"/>
                <a:gd name="T29" fmla="*/ 198 h 359"/>
                <a:gd name="T30" fmla="*/ 586 w 1328"/>
                <a:gd name="T31" fmla="*/ 102 h 359"/>
                <a:gd name="T32" fmla="*/ 493 w 1328"/>
                <a:gd name="T33" fmla="*/ 118 h 359"/>
                <a:gd name="T34" fmla="*/ 454 w 1328"/>
                <a:gd name="T35" fmla="*/ 147 h 359"/>
                <a:gd name="T36" fmla="*/ 368 w 1328"/>
                <a:gd name="T37" fmla="*/ 111 h 359"/>
                <a:gd name="T38" fmla="*/ 335 w 1328"/>
                <a:gd name="T39" fmla="*/ 90 h 359"/>
                <a:gd name="T40" fmla="*/ 309 w 1328"/>
                <a:gd name="T41" fmla="*/ 215 h 359"/>
                <a:gd name="T42" fmla="*/ 280 w 1328"/>
                <a:gd name="T43" fmla="*/ 124 h 359"/>
                <a:gd name="T44" fmla="*/ 224 w 1328"/>
                <a:gd name="T45" fmla="*/ 211 h 359"/>
                <a:gd name="T46" fmla="*/ 286 w 1328"/>
                <a:gd name="T47" fmla="*/ 113 h 359"/>
                <a:gd name="T48" fmla="*/ 182 w 1328"/>
                <a:gd name="T49" fmla="*/ 145 h 359"/>
                <a:gd name="T50" fmla="*/ 39 w 1328"/>
                <a:gd name="T51" fmla="*/ 128 h 359"/>
                <a:gd name="T52" fmla="*/ 136 w 1328"/>
                <a:gd name="T53" fmla="*/ 72 h 359"/>
                <a:gd name="T54" fmla="*/ 109 w 1328"/>
                <a:gd name="T55" fmla="*/ 0 h 359"/>
                <a:gd name="T56" fmla="*/ 90 w 1328"/>
                <a:gd name="T57" fmla="*/ 249 h 359"/>
                <a:gd name="T58" fmla="*/ 218 w 1328"/>
                <a:gd name="T59" fmla="*/ 238 h 359"/>
                <a:gd name="T60" fmla="*/ 306 w 1328"/>
                <a:gd name="T61" fmla="*/ 238 h 359"/>
                <a:gd name="T62" fmla="*/ 377 w 1328"/>
                <a:gd name="T63" fmla="*/ 337 h 359"/>
                <a:gd name="T64" fmla="*/ 404 w 1328"/>
                <a:gd name="T65" fmla="*/ 109 h 359"/>
                <a:gd name="T66" fmla="*/ 420 w 1328"/>
                <a:gd name="T67" fmla="*/ 182 h 359"/>
                <a:gd name="T68" fmla="*/ 392 w 1328"/>
                <a:gd name="T69" fmla="*/ 239 h 359"/>
                <a:gd name="T70" fmla="*/ 480 w 1328"/>
                <a:gd name="T71" fmla="*/ 160 h 359"/>
                <a:gd name="T72" fmla="*/ 519 w 1328"/>
                <a:gd name="T73" fmla="*/ 227 h 359"/>
                <a:gd name="T74" fmla="*/ 564 w 1328"/>
                <a:gd name="T75" fmla="*/ 226 h 359"/>
                <a:gd name="T76" fmla="*/ 526 w 1328"/>
                <a:gd name="T77" fmla="*/ 359 h 359"/>
                <a:gd name="T78" fmla="*/ 639 w 1328"/>
                <a:gd name="T79" fmla="*/ 214 h 359"/>
                <a:gd name="T80" fmla="*/ 758 w 1328"/>
                <a:gd name="T81" fmla="*/ 189 h 359"/>
                <a:gd name="T82" fmla="*/ 829 w 1328"/>
                <a:gd name="T83" fmla="*/ 111 h 359"/>
                <a:gd name="T84" fmla="*/ 920 w 1328"/>
                <a:gd name="T85" fmla="*/ 128 h 359"/>
                <a:gd name="T86" fmla="*/ 1010 w 1328"/>
                <a:gd name="T87" fmla="*/ 176 h 359"/>
                <a:gd name="T88" fmla="*/ 1097 w 1328"/>
                <a:gd name="T89" fmla="*/ 200 h 359"/>
                <a:gd name="T90" fmla="*/ 1174 w 1328"/>
                <a:gd name="T91" fmla="*/ 112 h 359"/>
                <a:gd name="T92" fmla="*/ 1274 w 1328"/>
                <a:gd name="T93" fmla="*/ 196 h 359"/>
                <a:gd name="T94" fmla="*/ 1328 w 1328"/>
                <a:gd name="T95" fmla="*/ 227 h 359"/>
                <a:gd name="T96" fmla="*/ 528 w 1328"/>
                <a:gd name="T97" fmla="*/ 335 h 359"/>
                <a:gd name="T98" fmla="*/ 564 w 1328"/>
                <a:gd name="T99" fmla="*/ 248 h 359"/>
                <a:gd name="T100" fmla="*/ 674 w 1328"/>
                <a:gd name="T101" fmla="*/ 105 h 359"/>
                <a:gd name="T102" fmla="*/ 655 w 1328"/>
                <a:gd name="T103" fmla="*/ 181 h 359"/>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 name="Freeform 13"/>
            <p:cNvSpPr>
              <a:spLocks/>
            </p:cNvSpPr>
            <p:nvPr userDrawn="1"/>
          </p:nvSpPr>
          <p:spPr bwMode="auto">
            <a:xfrm>
              <a:off x="4013200" y="4541838"/>
              <a:ext cx="120650" cy="127000"/>
            </a:xfrm>
            <a:custGeom>
              <a:avLst/>
              <a:gdLst>
                <a:gd name="T0" fmla="*/ 19 w 37"/>
                <a:gd name="T1" fmla="*/ 39 h 39"/>
                <a:gd name="T2" fmla="*/ 37 w 37"/>
                <a:gd name="T3" fmla="*/ 19 h 39"/>
                <a:gd name="T4" fmla="*/ 19 w 37"/>
                <a:gd name="T5" fmla="*/ 0 h 39"/>
                <a:gd name="T6" fmla="*/ 0 w 37"/>
                <a:gd name="T7" fmla="*/ 20 h 39"/>
                <a:gd name="T8" fmla="*/ 19 w 37"/>
                <a:gd name="T9" fmla="*/ 39 h 3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 name="Freeform 14"/>
            <p:cNvSpPr>
              <a:spLocks/>
            </p:cNvSpPr>
            <p:nvPr userDrawn="1"/>
          </p:nvSpPr>
          <p:spPr bwMode="auto">
            <a:xfrm>
              <a:off x="4870450" y="4564063"/>
              <a:ext cx="112713" cy="125413"/>
            </a:xfrm>
            <a:custGeom>
              <a:avLst/>
              <a:gdLst>
                <a:gd name="T0" fmla="*/ 17 w 34"/>
                <a:gd name="T1" fmla="*/ 37 h 38"/>
                <a:gd name="T2" fmla="*/ 34 w 34"/>
                <a:gd name="T3" fmla="*/ 18 h 38"/>
                <a:gd name="T4" fmla="*/ 17 w 34"/>
                <a:gd name="T5" fmla="*/ 0 h 38"/>
                <a:gd name="T6" fmla="*/ 0 w 34"/>
                <a:gd name="T7" fmla="*/ 19 h 38"/>
                <a:gd name="T8" fmla="*/ 17 w 34"/>
                <a:gd name="T9" fmla="*/ 37 h 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 name="Freeform 15"/>
            <p:cNvSpPr>
              <a:spLocks/>
            </p:cNvSpPr>
            <p:nvPr userDrawn="1"/>
          </p:nvSpPr>
          <p:spPr bwMode="auto">
            <a:xfrm>
              <a:off x="5143500" y="4465638"/>
              <a:ext cx="939800" cy="796925"/>
            </a:xfrm>
            <a:custGeom>
              <a:avLst/>
              <a:gdLst>
                <a:gd name="T0" fmla="*/ 286 w 287"/>
                <a:gd name="T1" fmla="*/ 152 h 243"/>
                <a:gd name="T2" fmla="*/ 237 w 287"/>
                <a:gd name="T3" fmla="*/ 50 h 243"/>
                <a:gd name="T4" fmla="*/ 160 w 287"/>
                <a:gd name="T5" fmla="*/ 3 h 243"/>
                <a:gd name="T6" fmla="*/ 153 w 287"/>
                <a:gd name="T7" fmla="*/ 0 h 243"/>
                <a:gd name="T8" fmla="*/ 153 w 287"/>
                <a:gd name="T9" fmla="*/ 0 h 243"/>
                <a:gd name="T10" fmla="*/ 0 w 287"/>
                <a:gd name="T11" fmla="*/ 158 h 243"/>
                <a:gd name="T12" fmla="*/ 53 w 287"/>
                <a:gd name="T13" fmla="*/ 236 h 243"/>
                <a:gd name="T14" fmla="*/ 107 w 287"/>
                <a:gd name="T15" fmla="*/ 237 h 243"/>
                <a:gd name="T16" fmla="*/ 148 w 287"/>
                <a:gd name="T17" fmla="*/ 210 h 243"/>
                <a:gd name="T18" fmla="*/ 240 w 287"/>
                <a:gd name="T19" fmla="*/ 111 h 243"/>
                <a:gd name="T20" fmla="*/ 287 w 287"/>
                <a:gd name="T21" fmla="*/ 154 h 243"/>
                <a:gd name="T22" fmla="*/ 286 w 287"/>
                <a:gd name="T23" fmla="*/ 152 h 24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11" name="Title 1"/>
          <p:cNvSpPr>
            <a:spLocks noGrp="1"/>
          </p:cNvSpPr>
          <p:nvPr>
            <p:ph type="ctrTitle"/>
          </p:nvPr>
        </p:nvSpPr>
        <p:spPr>
          <a:xfrm>
            <a:off x="407988" y="1358153"/>
            <a:ext cx="4774258" cy="14751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oAutofit/>
          </a:bodyPr>
          <a:lstStyle>
            <a:lvl1pPr>
              <a:defRPr lang="en-US" sz="2600" b="0" dirty="0">
                <a:solidFill>
                  <a:schemeClr val="accent1"/>
                </a:solidFill>
              </a:defRPr>
            </a:lvl1pPr>
          </a:lstStyle>
          <a:p>
            <a:pPr lvl="0"/>
            <a:r>
              <a:rPr lang="en-US"/>
              <a:t>Click to edit Master title style</a:t>
            </a:r>
            <a:endParaRPr lang="en-US" dirty="0"/>
          </a:p>
        </p:txBody>
      </p:sp>
      <p:sp>
        <p:nvSpPr>
          <p:cNvPr id="12" name="Subtitle 2"/>
          <p:cNvSpPr>
            <a:spLocks noGrp="1"/>
          </p:cNvSpPr>
          <p:nvPr>
            <p:ph type="subTitle" idx="1"/>
          </p:nvPr>
        </p:nvSpPr>
        <p:spPr>
          <a:xfrm>
            <a:off x="407988" y="2976180"/>
            <a:ext cx="4774257" cy="1223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600" dirty="0">
                <a:solidFill>
                  <a:schemeClr val="accent1"/>
                </a:solidFill>
              </a:defRPr>
            </a:lvl1pPr>
          </a:lstStyle>
          <a:p>
            <a:pPr lvl="0"/>
            <a:r>
              <a:rPr lang="en-US"/>
              <a:t>Click to edit Master subtitle style</a:t>
            </a:r>
            <a:endParaRPr lang="en-US" dirty="0"/>
          </a:p>
        </p:txBody>
      </p:sp>
    </p:spTree>
    <p:extLst>
      <p:ext uri="{BB962C8B-B14F-4D97-AF65-F5344CB8AC3E}">
        <p14:creationId xmlns:p14="http://schemas.microsoft.com/office/powerpoint/2010/main" val="33223289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Slide 2">
    <p:spTree>
      <p:nvGrpSpPr>
        <p:cNvPr id="1" name=""/>
        <p:cNvGrpSpPr/>
        <p:nvPr/>
      </p:nvGrpSpPr>
      <p:grpSpPr>
        <a:xfrm>
          <a:off x="0" y="0"/>
          <a:ext cx="0" cy="0"/>
          <a:chOff x="0" y="0"/>
          <a:chExt cx="0" cy="0"/>
        </a:xfrm>
      </p:grpSpPr>
      <p:graphicFrame>
        <p:nvGraphicFramePr>
          <p:cNvPr id="4" name="Object 20" hidden="1"/>
          <p:cNvGraphicFramePr>
            <a:graphicFrameLocks noChangeAspect="1"/>
          </p:cNvGraphicFramePr>
          <p:nvPr>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88432" name="think-cell Slide" r:id="rId5" imgW="360" imgH="360" progId="TCLayout.ActiveDocument.1">
                  <p:embed/>
                </p:oleObj>
              </mc:Choice>
              <mc:Fallback>
                <p:oleObj name="think-cell Slide" r:id="rId5" imgW="360" imgH="360" progId="TCLayout.ActiveDocument.1">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2" hidden="1"/>
          <p:cNvGraphicFramePr>
            <a:graphicFrameLocks noChangeAspect="1"/>
          </p:cNvGraphicFramePr>
          <p:nvPr>
            <p:custDataLst>
              <p:tags r:id="rId3"/>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88433" name="think-cell Slide" r:id="rId7" imgW="360" imgH="360" progId="TCLayout.ActiveDocument.1">
                  <p:embed/>
                </p:oleObj>
              </mc:Choice>
              <mc:Fallback>
                <p:oleObj name="think-cell Slide" r:id="rId7" imgW="360" imgH="360" progId="TCLayout.ActiveDocument.1">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Freeform 5"/>
          <p:cNvSpPr>
            <a:spLocks/>
          </p:cNvSpPr>
          <p:nvPr userDrawn="1"/>
        </p:nvSpPr>
        <p:spPr bwMode="auto">
          <a:xfrm>
            <a:off x="1009650" y="0"/>
            <a:ext cx="11182350" cy="6858000"/>
          </a:xfrm>
          <a:custGeom>
            <a:avLst/>
            <a:gdLst>
              <a:gd name="T0" fmla="*/ 0 w 7044"/>
              <a:gd name="T1" fmla="*/ 0 h 4320"/>
              <a:gd name="T2" fmla="*/ 7044 w 7044"/>
              <a:gd name="T3" fmla="*/ 0 h 4320"/>
              <a:gd name="T4" fmla="*/ 7044 w 7044"/>
              <a:gd name="T5" fmla="*/ 4320 h 4320"/>
              <a:gd name="T6" fmla="*/ 7040 w 7044"/>
              <a:gd name="T7" fmla="*/ 4320 h 4320"/>
              <a:gd name="T8" fmla="*/ 4170 w 7044"/>
              <a:gd name="T9" fmla="*/ 4320 h 4320"/>
              <a:gd name="T10" fmla="*/ 4150 w 7044"/>
              <a:gd name="T11" fmla="*/ 4318 h 4320"/>
              <a:gd name="T12" fmla="*/ 4132 w 7044"/>
              <a:gd name="T13" fmla="*/ 4308 h 4320"/>
              <a:gd name="T14" fmla="*/ 3522 w 7044"/>
              <a:gd name="T15" fmla="*/ 3806 h 4320"/>
              <a:gd name="T16" fmla="*/ 3468 w 7044"/>
              <a:gd name="T17" fmla="*/ 3760 h 4320"/>
              <a:gd name="T18" fmla="*/ 3416 w 7044"/>
              <a:gd name="T19" fmla="*/ 3714 h 4320"/>
              <a:gd name="T20" fmla="*/ 3492 w 7044"/>
              <a:gd name="T21" fmla="*/ 3568 h 4320"/>
              <a:gd name="T22" fmla="*/ 3522 w 7044"/>
              <a:gd name="T23" fmla="*/ 3504 h 4320"/>
              <a:gd name="T24" fmla="*/ 3578 w 7044"/>
              <a:gd name="T25" fmla="*/ 3378 h 4320"/>
              <a:gd name="T26" fmla="*/ 3622 w 7044"/>
              <a:gd name="T27" fmla="*/ 3248 h 4320"/>
              <a:gd name="T28" fmla="*/ 3652 w 7044"/>
              <a:gd name="T29" fmla="*/ 3116 h 4320"/>
              <a:gd name="T30" fmla="*/ 3664 w 7044"/>
              <a:gd name="T31" fmla="*/ 3046 h 4320"/>
              <a:gd name="T32" fmla="*/ 3670 w 7044"/>
              <a:gd name="T33" fmla="*/ 2964 h 4320"/>
              <a:gd name="T34" fmla="*/ 3670 w 7044"/>
              <a:gd name="T35" fmla="*/ 2884 h 4320"/>
              <a:gd name="T36" fmla="*/ 3662 w 7044"/>
              <a:gd name="T37" fmla="*/ 2802 h 4320"/>
              <a:gd name="T38" fmla="*/ 3648 w 7044"/>
              <a:gd name="T39" fmla="*/ 2722 h 4320"/>
              <a:gd name="T40" fmla="*/ 3632 w 7044"/>
              <a:gd name="T41" fmla="*/ 2666 h 4320"/>
              <a:gd name="T42" fmla="*/ 3590 w 7044"/>
              <a:gd name="T43" fmla="*/ 2560 h 4320"/>
              <a:gd name="T44" fmla="*/ 3536 w 7044"/>
              <a:gd name="T45" fmla="*/ 2460 h 4320"/>
              <a:gd name="T46" fmla="*/ 3470 w 7044"/>
              <a:gd name="T47" fmla="*/ 2366 h 4320"/>
              <a:gd name="T48" fmla="*/ 3434 w 7044"/>
              <a:gd name="T49" fmla="*/ 2322 h 4320"/>
              <a:gd name="T50" fmla="*/ 3338 w 7044"/>
              <a:gd name="T51" fmla="*/ 2220 h 4320"/>
              <a:gd name="T52" fmla="*/ 3236 w 7044"/>
              <a:gd name="T53" fmla="*/ 2130 h 4320"/>
              <a:gd name="T54" fmla="*/ 3126 w 7044"/>
              <a:gd name="T55" fmla="*/ 2046 h 4320"/>
              <a:gd name="T56" fmla="*/ 3012 w 7044"/>
              <a:gd name="T57" fmla="*/ 1966 h 4320"/>
              <a:gd name="T58" fmla="*/ 2932 w 7044"/>
              <a:gd name="T59" fmla="*/ 1916 h 4320"/>
              <a:gd name="T60" fmla="*/ 2766 w 7044"/>
              <a:gd name="T61" fmla="*/ 1818 h 4320"/>
              <a:gd name="T62" fmla="*/ 2598 w 7044"/>
              <a:gd name="T63" fmla="*/ 1728 h 4320"/>
              <a:gd name="T64" fmla="*/ 2340 w 7044"/>
              <a:gd name="T65" fmla="*/ 1602 h 4320"/>
              <a:gd name="T66" fmla="*/ 2198 w 7044"/>
              <a:gd name="T67" fmla="*/ 1536 h 4320"/>
              <a:gd name="T68" fmla="*/ 1772 w 7044"/>
              <a:gd name="T69" fmla="*/ 1348 h 4320"/>
              <a:gd name="T70" fmla="*/ 1200 w 7044"/>
              <a:gd name="T71" fmla="*/ 1106 h 4320"/>
              <a:gd name="T72" fmla="*/ 1118 w 7044"/>
              <a:gd name="T73" fmla="*/ 1070 h 4320"/>
              <a:gd name="T74" fmla="*/ 954 w 7044"/>
              <a:gd name="T75" fmla="*/ 994 h 4320"/>
              <a:gd name="T76" fmla="*/ 798 w 7044"/>
              <a:gd name="T77" fmla="*/ 908 h 4320"/>
              <a:gd name="T78" fmla="*/ 646 w 7044"/>
              <a:gd name="T79" fmla="*/ 814 h 4320"/>
              <a:gd name="T80" fmla="*/ 572 w 7044"/>
              <a:gd name="T81" fmla="*/ 760 h 4320"/>
              <a:gd name="T82" fmla="*/ 448 w 7044"/>
              <a:gd name="T83" fmla="*/ 658 h 4320"/>
              <a:gd name="T84" fmla="*/ 332 w 7044"/>
              <a:gd name="T85" fmla="*/ 548 h 4320"/>
              <a:gd name="T86" fmla="*/ 228 w 7044"/>
              <a:gd name="T87" fmla="*/ 426 h 4320"/>
              <a:gd name="T88" fmla="*/ 136 w 7044"/>
              <a:gd name="T89" fmla="*/ 292 h 4320"/>
              <a:gd name="T90" fmla="*/ 94 w 7044"/>
              <a:gd name="T91" fmla="*/ 222 h 4320"/>
              <a:gd name="T92" fmla="*/ 58 w 7044"/>
              <a:gd name="T93" fmla="*/ 150 h 4320"/>
              <a:gd name="T94" fmla="*/ 28 w 7044"/>
              <a:gd name="T95" fmla="*/ 76 h 4320"/>
              <a:gd name="T96" fmla="*/ 0 w 7044"/>
              <a:gd name="T97" fmla="*/ 0 h 4320"/>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7044" h="4320">
                <a:moveTo>
                  <a:pt x="0" y="0"/>
                </a:moveTo>
                <a:lnTo>
                  <a:pt x="0" y="0"/>
                </a:lnTo>
                <a:lnTo>
                  <a:pt x="7044" y="0"/>
                </a:lnTo>
                <a:lnTo>
                  <a:pt x="7044" y="4320"/>
                </a:lnTo>
                <a:lnTo>
                  <a:pt x="7040" y="4320"/>
                </a:lnTo>
                <a:lnTo>
                  <a:pt x="4170" y="4320"/>
                </a:lnTo>
                <a:lnTo>
                  <a:pt x="4160" y="4320"/>
                </a:lnTo>
                <a:lnTo>
                  <a:pt x="4150" y="4318"/>
                </a:lnTo>
                <a:lnTo>
                  <a:pt x="4140" y="4314"/>
                </a:lnTo>
                <a:lnTo>
                  <a:pt x="4132" y="4308"/>
                </a:lnTo>
                <a:lnTo>
                  <a:pt x="3522" y="3806"/>
                </a:lnTo>
                <a:lnTo>
                  <a:pt x="3468" y="3760"/>
                </a:lnTo>
                <a:lnTo>
                  <a:pt x="3416" y="3714"/>
                </a:lnTo>
                <a:lnTo>
                  <a:pt x="3454" y="3640"/>
                </a:lnTo>
                <a:lnTo>
                  <a:pt x="3492" y="3568"/>
                </a:lnTo>
                <a:lnTo>
                  <a:pt x="3522" y="3504"/>
                </a:lnTo>
                <a:lnTo>
                  <a:pt x="3552" y="3442"/>
                </a:lnTo>
                <a:lnTo>
                  <a:pt x="3578" y="3378"/>
                </a:lnTo>
                <a:lnTo>
                  <a:pt x="3600" y="3314"/>
                </a:lnTo>
                <a:lnTo>
                  <a:pt x="3622" y="3248"/>
                </a:lnTo>
                <a:lnTo>
                  <a:pt x="3638" y="3182"/>
                </a:lnTo>
                <a:lnTo>
                  <a:pt x="3652" y="3116"/>
                </a:lnTo>
                <a:lnTo>
                  <a:pt x="3664" y="3046"/>
                </a:lnTo>
                <a:lnTo>
                  <a:pt x="3668" y="3006"/>
                </a:lnTo>
                <a:lnTo>
                  <a:pt x="3670" y="2964"/>
                </a:lnTo>
                <a:lnTo>
                  <a:pt x="3670" y="2924"/>
                </a:lnTo>
                <a:lnTo>
                  <a:pt x="3670" y="2884"/>
                </a:lnTo>
                <a:lnTo>
                  <a:pt x="3666" y="2844"/>
                </a:lnTo>
                <a:lnTo>
                  <a:pt x="3662" y="2802"/>
                </a:lnTo>
                <a:lnTo>
                  <a:pt x="3656" y="2762"/>
                </a:lnTo>
                <a:lnTo>
                  <a:pt x="3648" y="2722"/>
                </a:lnTo>
                <a:lnTo>
                  <a:pt x="3632" y="2666"/>
                </a:lnTo>
                <a:lnTo>
                  <a:pt x="3612" y="2612"/>
                </a:lnTo>
                <a:lnTo>
                  <a:pt x="3590" y="2560"/>
                </a:lnTo>
                <a:lnTo>
                  <a:pt x="3564" y="2508"/>
                </a:lnTo>
                <a:lnTo>
                  <a:pt x="3536" y="2460"/>
                </a:lnTo>
                <a:lnTo>
                  <a:pt x="3504" y="2412"/>
                </a:lnTo>
                <a:lnTo>
                  <a:pt x="3470" y="2366"/>
                </a:lnTo>
                <a:lnTo>
                  <a:pt x="3434" y="2322"/>
                </a:lnTo>
                <a:lnTo>
                  <a:pt x="3388" y="2270"/>
                </a:lnTo>
                <a:lnTo>
                  <a:pt x="3338" y="2220"/>
                </a:lnTo>
                <a:lnTo>
                  <a:pt x="3288" y="2174"/>
                </a:lnTo>
                <a:lnTo>
                  <a:pt x="3236" y="2130"/>
                </a:lnTo>
                <a:lnTo>
                  <a:pt x="3182" y="2086"/>
                </a:lnTo>
                <a:lnTo>
                  <a:pt x="3126" y="2046"/>
                </a:lnTo>
                <a:lnTo>
                  <a:pt x="3070" y="2006"/>
                </a:lnTo>
                <a:lnTo>
                  <a:pt x="3012" y="1966"/>
                </a:lnTo>
                <a:lnTo>
                  <a:pt x="2932" y="1916"/>
                </a:lnTo>
                <a:lnTo>
                  <a:pt x="2850" y="1866"/>
                </a:lnTo>
                <a:lnTo>
                  <a:pt x="2766" y="1818"/>
                </a:lnTo>
                <a:lnTo>
                  <a:pt x="2682" y="1772"/>
                </a:lnTo>
                <a:lnTo>
                  <a:pt x="2598" y="1728"/>
                </a:lnTo>
                <a:lnTo>
                  <a:pt x="2512" y="1686"/>
                </a:lnTo>
                <a:lnTo>
                  <a:pt x="2340" y="1602"/>
                </a:lnTo>
                <a:lnTo>
                  <a:pt x="2198" y="1536"/>
                </a:lnTo>
                <a:lnTo>
                  <a:pt x="2056" y="1472"/>
                </a:lnTo>
                <a:lnTo>
                  <a:pt x="1772" y="1348"/>
                </a:lnTo>
                <a:lnTo>
                  <a:pt x="1486" y="1226"/>
                </a:lnTo>
                <a:lnTo>
                  <a:pt x="1200" y="1106"/>
                </a:lnTo>
                <a:lnTo>
                  <a:pt x="1118" y="1070"/>
                </a:lnTo>
                <a:lnTo>
                  <a:pt x="1036" y="1034"/>
                </a:lnTo>
                <a:lnTo>
                  <a:pt x="954" y="994"/>
                </a:lnTo>
                <a:lnTo>
                  <a:pt x="876" y="952"/>
                </a:lnTo>
                <a:lnTo>
                  <a:pt x="798" y="908"/>
                </a:lnTo>
                <a:lnTo>
                  <a:pt x="720" y="862"/>
                </a:lnTo>
                <a:lnTo>
                  <a:pt x="646" y="814"/>
                </a:lnTo>
                <a:lnTo>
                  <a:pt x="572" y="760"/>
                </a:lnTo>
                <a:lnTo>
                  <a:pt x="508" y="710"/>
                </a:lnTo>
                <a:lnTo>
                  <a:pt x="448" y="658"/>
                </a:lnTo>
                <a:lnTo>
                  <a:pt x="388" y="604"/>
                </a:lnTo>
                <a:lnTo>
                  <a:pt x="332" y="548"/>
                </a:lnTo>
                <a:lnTo>
                  <a:pt x="278" y="488"/>
                </a:lnTo>
                <a:lnTo>
                  <a:pt x="228" y="426"/>
                </a:lnTo>
                <a:lnTo>
                  <a:pt x="180" y="360"/>
                </a:lnTo>
                <a:lnTo>
                  <a:pt x="136" y="292"/>
                </a:lnTo>
                <a:lnTo>
                  <a:pt x="94" y="222"/>
                </a:lnTo>
                <a:lnTo>
                  <a:pt x="76" y="186"/>
                </a:lnTo>
                <a:lnTo>
                  <a:pt x="58" y="150"/>
                </a:lnTo>
                <a:lnTo>
                  <a:pt x="42" y="114"/>
                </a:lnTo>
                <a:lnTo>
                  <a:pt x="28" y="76"/>
                </a:lnTo>
                <a:lnTo>
                  <a:pt x="14" y="38"/>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7" name="Group 4"/>
          <p:cNvGrpSpPr>
            <a:grpSpLocks noChangeAspect="1"/>
          </p:cNvGrpSpPr>
          <p:nvPr userDrawn="1"/>
        </p:nvGrpSpPr>
        <p:grpSpPr bwMode="auto">
          <a:xfrm>
            <a:off x="417513" y="4537075"/>
            <a:ext cx="5038725" cy="1123950"/>
            <a:chOff x="728663" y="4465638"/>
            <a:chExt cx="5354637" cy="1193801"/>
          </a:xfrm>
        </p:grpSpPr>
        <p:sp>
          <p:nvSpPr>
            <p:cNvPr id="8" name="Freeform 11"/>
            <p:cNvSpPr>
              <a:spLocks/>
            </p:cNvSpPr>
            <p:nvPr userDrawn="1"/>
          </p:nvSpPr>
          <p:spPr bwMode="auto">
            <a:xfrm>
              <a:off x="5464175" y="4830763"/>
              <a:ext cx="619125" cy="503238"/>
            </a:xfrm>
            <a:custGeom>
              <a:avLst/>
              <a:gdLst>
                <a:gd name="T0" fmla="*/ 125 w 189"/>
                <a:gd name="T1" fmla="*/ 107 h 154"/>
                <a:gd name="T2" fmla="*/ 189 w 189"/>
                <a:gd name="T3" fmla="*/ 43 h 154"/>
                <a:gd name="T4" fmla="*/ 142 w 189"/>
                <a:gd name="T5" fmla="*/ 0 h 154"/>
                <a:gd name="T6" fmla="*/ 50 w 189"/>
                <a:gd name="T7" fmla="*/ 99 h 154"/>
                <a:gd name="T8" fmla="*/ 0 w 189"/>
                <a:gd name="T9" fmla="*/ 144 h 154"/>
                <a:gd name="T10" fmla="*/ 37 w 189"/>
                <a:gd name="T11" fmla="*/ 154 h 154"/>
                <a:gd name="T12" fmla="*/ 125 w 189"/>
                <a:gd name="T13" fmla="*/ 125 h 154"/>
                <a:gd name="T14" fmla="*/ 81 w 189"/>
                <a:gd name="T15" fmla="*/ 85 h 154"/>
                <a:gd name="T16" fmla="*/ 125 w 189"/>
                <a:gd name="T17" fmla="*/ 107 h 15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 name="Freeform 12"/>
            <p:cNvSpPr>
              <a:spLocks noEditPoints="1"/>
            </p:cNvSpPr>
            <p:nvPr userDrawn="1"/>
          </p:nvSpPr>
          <p:spPr bwMode="auto">
            <a:xfrm>
              <a:off x="728663" y="4483101"/>
              <a:ext cx="4352925" cy="1176338"/>
            </a:xfrm>
            <a:custGeom>
              <a:avLst/>
              <a:gdLst>
                <a:gd name="T0" fmla="*/ 1281 w 1328"/>
                <a:gd name="T1" fmla="*/ 86 h 359"/>
                <a:gd name="T2" fmla="*/ 1240 w 1328"/>
                <a:gd name="T3" fmla="*/ 210 h 359"/>
                <a:gd name="T4" fmla="*/ 1122 w 1328"/>
                <a:gd name="T5" fmla="*/ 182 h 359"/>
                <a:gd name="T6" fmla="*/ 1121 w 1328"/>
                <a:gd name="T7" fmla="*/ 104 h 359"/>
                <a:gd name="T8" fmla="*/ 1061 w 1328"/>
                <a:gd name="T9" fmla="*/ 211 h 359"/>
                <a:gd name="T10" fmla="*/ 1007 w 1328"/>
                <a:gd name="T11" fmla="*/ 84 h 359"/>
                <a:gd name="T12" fmla="*/ 924 w 1328"/>
                <a:gd name="T13" fmla="*/ 86 h 359"/>
                <a:gd name="T14" fmla="*/ 830 w 1328"/>
                <a:gd name="T15" fmla="*/ 72 h 359"/>
                <a:gd name="T16" fmla="*/ 781 w 1328"/>
                <a:gd name="T17" fmla="*/ 160 h 359"/>
                <a:gd name="T18" fmla="*/ 756 w 1328"/>
                <a:gd name="T19" fmla="*/ 81 h 359"/>
                <a:gd name="T20" fmla="*/ 666 w 1328"/>
                <a:gd name="T21" fmla="*/ 200 h 359"/>
                <a:gd name="T22" fmla="*/ 677 w 1328"/>
                <a:gd name="T23" fmla="*/ 82 h 359"/>
                <a:gd name="T24" fmla="*/ 628 w 1328"/>
                <a:gd name="T25" fmla="*/ 196 h 359"/>
                <a:gd name="T26" fmla="*/ 585 w 1328"/>
                <a:gd name="T27" fmla="*/ 113 h 359"/>
                <a:gd name="T28" fmla="*/ 527 w 1328"/>
                <a:gd name="T29" fmla="*/ 198 h 359"/>
                <a:gd name="T30" fmla="*/ 586 w 1328"/>
                <a:gd name="T31" fmla="*/ 102 h 359"/>
                <a:gd name="T32" fmla="*/ 493 w 1328"/>
                <a:gd name="T33" fmla="*/ 118 h 359"/>
                <a:gd name="T34" fmla="*/ 454 w 1328"/>
                <a:gd name="T35" fmla="*/ 147 h 359"/>
                <a:gd name="T36" fmla="*/ 368 w 1328"/>
                <a:gd name="T37" fmla="*/ 111 h 359"/>
                <a:gd name="T38" fmla="*/ 335 w 1328"/>
                <a:gd name="T39" fmla="*/ 90 h 359"/>
                <a:gd name="T40" fmla="*/ 309 w 1328"/>
                <a:gd name="T41" fmla="*/ 215 h 359"/>
                <a:gd name="T42" fmla="*/ 280 w 1328"/>
                <a:gd name="T43" fmla="*/ 124 h 359"/>
                <a:gd name="T44" fmla="*/ 224 w 1328"/>
                <a:gd name="T45" fmla="*/ 211 h 359"/>
                <a:gd name="T46" fmla="*/ 286 w 1328"/>
                <a:gd name="T47" fmla="*/ 113 h 359"/>
                <a:gd name="T48" fmla="*/ 182 w 1328"/>
                <a:gd name="T49" fmla="*/ 145 h 359"/>
                <a:gd name="T50" fmla="*/ 39 w 1328"/>
                <a:gd name="T51" fmla="*/ 128 h 359"/>
                <a:gd name="T52" fmla="*/ 136 w 1328"/>
                <a:gd name="T53" fmla="*/ 72 h 359"/>
                <a:gd name="T54" fmla="*/ 109 w 1328"/>
                <a:gd name="T55" fmla="*/ 0 h 359"/>
                <a:gd name="T56" fmla="*/ 90 w 1328"/>
                <a:gd name="T57" fmla="*/ 249 h 359"/>
                <a:gd name="T58" fmla="*/ 218 w 1328"/>
                <a:gd name="T59" fmla="*/ 238 h 359"/>
                <a:gd name="T60" fmla="*/ 306 w 1328"/>
                <a:gd name="T61" fmla="*/ 238 h 359"/>
                <a:gd name="T62" fmla="*/ 377 w 1328"/>
                <a:gd name="T63" fmla="*/ 337 h 359"/>
                <a:gd name="T64" fmla="*/ 404 w 1328"/>
                <a:gd name="T65" fmla="*/ 109 h 359"/>
                <a:gd name="T66" fmla="*/ 420 w 1328"/>
                <a:gd name="T67" fmla="*/ 182 h 359"/>
                <a:gd name="T68" fmla="*/ 392 w 1328"/>
                <a:gd name="T69" fmla="*/ 239 h 359"/>
                <a:gd name="T70" fmla="*/ 480 w 1328"/>
                <a:gd name="T71" fmla="*/ 160 h 359"/>
                <a:gd name="T72" fmla="*/ 519 w 1328"/>
                <a:gd name="T73" fmla="*/ 227 h 359"/>
                <a:gd name="T74" fmla="*/ 564 w 1328"/>
                <a:gd name="T75" fmla="*/ 226 h 359"/>
                <a:gd name="T76" fmla="*/ 526 w 1328"/>
                <a:gd name="T77" fmla="*/ 359 h 359"/>
                <a:gd name="T78" fmla="*/ 639 w 1328"/>
                <a:gd name="T79" fmla="*/ 214 h 359"/>
                <a:gd name="T80" fmla="*/ 758 w 1328"/>
                <a:gd name="T81" fmla="*/ 189 h 359"/>
                <a:gd name="T82" fmla="*/ 829 w 1328"/>
                <a:gd name="T83" fmla="*/ 111 h 359"/>
                <a:gd name="T84" fmla="*/ 920 w 1328"/>
                <a:gd name="T85" fmla="*/ 128 h 359"/>
                <a:gd name="T86" fmla="*/ 1010 w 1328"/>
                <a:gd name="T87" fmla="*/ 176 h 359"/>
                <a:gd name="T88" fmla="*/ 1097 w 1328"/>
                <a:gd name="T89" fmla="*/ 200 h 359"/>
                <a:gd name="T90" fmla="*/ 1174 w 1328"/>
                <a:gd name="T91" fmla="*/ 112 h 359"/>
                <a:gd name="T92" fmla="*/ 1274 w 1328"/>
                <a:gd name="T93" fmla="*/ 196 h 359"/>
                <a:gd name="T94" fmla="*/ 1328 w 1328"/>
                <a:gd name="T95" fmla="*/ 227 h 359"/>
                <a:gd name="T96" fmla="*/ 528 w 1328"/>
                <a:gd name="T97" fmla="*/ 335 h 359"/>
                <a:gd name="T98" fmla="*/ 564 w 1328"/>
                <a:gd name="T99" fmla="*/ 248 h 359"/>
                <a:gd name="T100" fmla="*/ 674 w 1328"/>
                <a:gd name="T101" fmla="*/ 105 h 359"/>
                <a:gd name="T102" fmla="*/ 655 w 1328"/>
                <a:gd name="T103" fmla="*/ 181 h 359"/>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 name="Freeform 13"/>
            <p:cNvSpPr>
              <a:spLocks/>
            </p:cNvSpPr>
            <p:nvPr userDrawn="1"/>
          </p:nvSpPr>
          <p:spPr bwMode="auto">
            <a:xfrm>
              <a:off x="4013200" y="4541838"/>
              <a:ext cx="120650" cy="127000"/>
            </a:xfrm>
            <a:custGeom>
              <a:avLst/>
              <a:gdLst>
                <a:gd name="T0" fmla="*/ 19 w 37"/>
                <a:gd name="T1" fmla="*/ 39 h 39"/>
                <a:gd name="T2" fmla="*/ 37 w 37"/>
                <a:gd name="T3" fmla="*/ 19 h 39"/>
                <a:gd name="T4" fmla="*/ 19 w 37"/>
                <a:gd name="T5" fmla="*/ 0 h 39"/>
                <a:gd name="T6" fmla="*/ 0 w 37"/>
                <a:gd name="T7" fmla="*/ 20 h 39"/>
                <a:gd name="T8" fmla="*/ 19 w 37"/>
                <a:gd name="T9" fmla="*/ 39 h 3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 name="Freeform 14"/>
            <p:cNvSpPr>
              <a:spLocks/>
            </p:cNvSpPr>
            <p:nvPr userDrawn="1"/>
          </p:nvSpPr>
          <p:spPr bwMode="auto">
            <a:xfrm>
              <a:off x="4870450" y="4564063"/>
              <a:ext cx="112713" cy="125413"/>
            </a:xfrm>
            <a:custGeom>
              <a:avLst/>
              <a:gdLst>
                <a:gd name="T0" fmla="*/ 17 w 34"/>
                <a:gd name="T1" fmla="*/ 37 h 38"/>
                <a:gd name="T2" fmla="*/ 34 w 34"/>
                <a:gd name="T3" fmla="*/ 18 h 38"/>
                <a:gd name="T4" fmla="*/ 17 w 34"/>
                <a:gd name="T5" fmla="*/ 0 h 38"/>
                <a:gd name="T6" fmla="*/ 0 w 34"/>
                <a:gd name="T7" fmla="*/ 19 h 38"/>
                <a:gd name="T8" fmla="*/ 17 w 34"/>
                <a:gd name="T9" fmla="*/ 37 h 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 name="Freeform 15"/>
            <p:cNvSpPr>
              <a:spLocks/>
            </p:cNvSpPr>
            <p:nvPr userDrawn="1"/>
          </p:nvSpPr>
          <p:spPr bwMode="auto">
            <a:xfrm>
              <a:off x="5143500" y="4465638"/>
              <a:ext cx="939800" cy="796925"/>
            </a:xfrm>
            <a:custGeom>
              <a:avLst/>
              <a:gdLst>
                <a:gd name="T0" fmla="*/ 286 w 287"/>
                <a:gd name="T1" fmla="*/ 152 h 243"/>
                <a:gd name="T2" fmla="*/ 237 w 287"/>
                <a:gd name="T3" fmla="*/ 50 h 243"/>
                <a:gd name="T4" fmla="*/ 160 w 287"/>
                <a:gd name="T5" fmla="*/ 3 h 243"/>
                <a:gd name="T6" fmla="*/ 153 w 287"/>
                <a:gd name="T7" fmla="*/ 0 h 243"/>
                <a:gd name="T8" fmla="*/ 153 w 287"/>
                <a:gd name="T9" fmla="*/ 0 h 243"/>
                <a:gd name="T10" fmla="*/ 0 w 287"/>
                <a:gd name="T11" fmla="*/ 158 h 243"/>
                <a:gd name="T12" fmla="*/ 53 w 287"/>
                <a:gd name="T13" fmla="*/ 236 h 243"/>
                <a:gd name="T14" fmla="*/ 107 w 287"/>
                <a:gd name="T15" fmla="*/ 237 h 243"/>
                <a:gd name="T16" fmla="*/ 148 w 287"/>
                <a:gd name="T17" fmla="*/ 210 h 243"/>
                <a:gd name="T18" fmla="*/ 240 w 287"/>
                <a:gd name="T19" fmla="*/ 111 h 243"/>
                <a:gd name="T20" fmla="*/ 287 w 287"/>
                <a:gd name="T21" fmla="*/ 154 h 243"/>
                <a:gd name="T22" fmla="*/ 286 w 287"/>
                <a:gd name="T23" fmla="*/ 152 h 24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22" name="Subtitle 2"/>
          <p:cNvSpPr>
            <a:spLocks noGrp="1"/>
          </p:cNvSpPr>
          <p:nvPr>
            <p:ph type="subTitle" idx="1"/>
          </p:nvPr>
        </p:nvSpPr>
        <p:spPr>
          <a:xfrm>
            <a:off x="5665976" y="1690688"/>
            <a:ext cx="6234859" cy="11260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600" dirty="0">
                <a:solidFill>
                  <a:schemeClr val="bg1"/>
                </a:solidFill>
              </a:defRPr>
            </a:lvl1pPr>
          </a:lstStyle>
          <a:p>
            <a:pPr lvl="0"/>
            <a:r>
              <a:rPr lang="en-US"/>
              <a:t>Click to edit Master subtitle style</a:t>
            </a:r>
            <a:endParaRPr lang="en-US" dirty="0"/>
          </a:p>
        </p:txBody>
      </p:sp>
      <p:sp>
        <p:nvSpPr>
          <p:cNvPr id="2" name="Titre 1"/>
          <p:cNvSpPr>
            <a:spLocks noGrp="1"/>
          </p:cNvSpPr>
          <p:nvPr>
            <p:ph type="title"/>
          </p:nvPr>
        </p:nvSpPr>
        <p:spPr>
          <a:xfrm>
            <a:off x="5655320" y="622300"/>
            <a:ext cx="6260455" cy="1068388"/>
          </a:xfrm>
          <a:prstGeom prst="rect">
            <a:avLst/>
          </a:prstGeom>
        </p:spPr>
        <p:txBody>
          <a:bodyPr lIns="0" anchor="b"/>
          <a:lstStyle>
            <a:lvl1pPr>
              <a:defRPr sz="2600">
                <a:solidFill>
                  <a:schemeClr val="accent2"/>
                </a:solidFill>
              </a:defRPr>
            </a:lvl1pPr>
          </a:lstStyle>
          <a:p>
            <a:r>
              <a:rPr lang="en-US"/>
              <a:t>Click to edit Master title style</a:t>
            </a:r>
            <a:endParaRPr lang="en-US" dirty="0"/>
          </a:p>
        </p:txBody>
      </p:sp>
    </p:spTree>
    <p:extLst>
      <p:ext uri="{BB962C8B-B14F-4D97-AF65-F5344CB8AC3E}">
        <p14:creationId xmlns:p14="http://schemas.microsoft.com/office/powerpoint/2010/main" val="38415528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Slide 3">
    <p:bg>
      <p:bgPr>
        <a:solidFill>
          <a:srgbClr val="E6E7E7"/>
        </a:solidFill>
        <a:effectLst/>
      </p:bgPr>
    </p:bg>
    <p:spTree>
      <p:nvGrpSpPr>
        <p:cNvPr id="1" name=""/>
        <p:cNvGrpSpPr/>
        <p:nvPr/>
      </p:nvGrpSpPr>
      <p:grpSpPr>
        <a:xfrm>
          <a:off x="0" y="0"/>
          <a:ext cx="0" cy="0"/>
          <a:chOff x="0" y="0"/>
          <a:chExt cx="0" cy="0"/>
        </a:xfrm>
      </p:grpSpPr>
      <p:graphicFrame>
        <p:nvGraphicFramePr>
          <p:cNvPr id="4" name="Object 20" hidden="1"/>
          <p:cNvGraphicFramePr>
            <a:graphicFrameLocks noChangeAspect="1"/>
          </p:cNvGraphicFramePr>
          <p:nvPr>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89456" name="think-cell Slide" r:id="rId5" imgW="360" imgH="360" progId="TCLayout.ActiveDocument.1">
                  <p:embed/>
                </p:oleObj>
              </mc:Choice>
              <mc:Fallback>
                <p:oleObj name="think-cell Slide" r:id="rId5" imgW="360" imgH="360" progId="TCLayout.ActiveDocument.1">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2" hidden="1"/>
          <p:cNvGraphicFramePr>
            <a:graphicFrameLocks noChangeAspect="1"/>
          </p:cNvGraphicFramePr>
          <p:nvPr>
            <p:custDataLst>
              <p:tags r:id="rId3"/>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89457" name="think-cell Slide" r:id="rId7" imgW="360" imgH="360" progId="TCLayout.ActiveDocument.1">
                  <p:embed/>
                </p:oleObj>
              </mc:Choice>
              <mc:Fallback>
                <p:oleObj name="think-cell Slide" r:id="rId7" imgW="360" imgH="360" progId="TCLayout.ActiveDocument.1">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Freeform 6"/>
          <p:cNvSpPr>
            <a:spLocks/>
          </p:cNvSpPr>
          <p:nvPr userDrawn="1"/>
        </p:nvSpPr>
        <p:spPr bwMode="auto">
          <a:xfrm>
            <a:off x="3771900" y="1847850"/>
            <a:ext cx="8420100" cy="5010150"/>
          </a:xfrm>
          <a:custGeom>
            <a:avLst/>
            <a:gdLst>
              <a:gd name="T0" fmla="*/ 5302 w 5304"/>
              <a:gd name="T1" fmla="*/ 3130 h 3156"/>
              <a:gd name="T2" fmla="*/ 5302 w 5304"/>
              <a:gd name="T3" fmla="*/ 994 h 3156"/>
              <a:gd name="T4" fmla="*/ 5302 w 5304"/>
              <a:gd name="T5" fmla="*/ 982 h 3156"/>
              <a:gd name="T6" fmla="*/ 5302 w 5304"/>
              <a:gd name="T7" fmla="*/ 966 h 3156"/>
              <a:gd name="T8" fmla="*/ 5298 w 5304"/>
              <a:gd name="T9" fmla="*/ 962 h 3156"/>
              <a:gd name="T10" fmla="*/ 5284 w 5304"/>
              <a:gd name="T11" fmla="*/ 968 h 3156"/>
              <a:gd name="T12" fmla="*/ 5234 w 5304"/>
              <a:gd name="T13" fmla="*/ 992 h 3156"/>
              <a:gd name="T14" fmla="*/ 5132 w 5304"/>
              <a:gd name="T15" fmla="*/ 1030 h 3156"/>
              <a:gd name="T16" fmla="*/ 5080 w 5304"/>
              <a:gd name="T17" fmla="*/ 1044 h 3156"/>
              <a:gd name="T18" fmla="*/ 4944 w 5304"/>
              <a:gd name="T19" fmla="*/ 1076 h 3156"/>
              <a:gd name="T20" fmla="*/ 4806 w 5304"/>
              <a:gd name="T21" fmla="*/ 1094 h 3156"/>
              <a:gd name="T22" fmla="*/ 4668 w 5304"/>
              <a:gd name="T23" fmla="*/ 1104 h 3156"/>
              <a:gd name="T24" fmla="*/ 4528 w 5304"/>
              <a:gd name="T25" fmla="*/ 1102 h 3156"/>
              <a:gd name="T26" fmla="*/ 4436 w 5304"/>
              <a:gd name="T27" fmla="*/ 1098 h 3156"/>
              <a:gd name="T28" fmla="*/ 4254 w 5304"/>
              <a:gd name="T29" fmla="*/ 1080 h 3156"/>
              <a:gd name="T30" fmla="*/ 4074 w 5304"/>
              <a:gd name="T31" fmla="*/ 1054 h 3156"/>
              <a:gd name="T32" fmla="*/ 3894 w 5304"/>
              <a:gd name="T33" fmla="*/ 1018 h 3156"/>
              <a:gd name="T34" fmla="*/ 3806 w 5304"/>
              <a:gd name="T35" fmla="*/ 996 h 3156"/>
              <a:gd name="T36" fmla="*/ 3518 w 5304"/>
              <a:gd name="T37" fmla="*/ 918 h 3156"/>
              <a:gd name="T38" fmla="*/ 3236 w 5304"/>
              <a:gd name="T39" fmla="*/ 828 h 3156"/>
              <a:gd name="T40" fmla="*/ 2956 w 5304"/>
              <a:gd name="T41" fmla="*/ 724 h 3156"/>
              <a:gd name="T42" fmla="*/ 2680 w 5304"/>
              <a:gd name="T43" fmla="*/ 612 h 3156"/>
              <a:gd name="T44" fmla="*/ 2522 w 5304"/>
              <a:gd name="T45" fmla="*/ 544 h 3156"/>
              <a:gd name="T46" fmla="*/ 2210 w 5304"/>
              <a:gd name="T47" fmla="*/ 402 h 3156"/>
              <a:gd name="T48" fmla="*/ 1902 w 5304"/>
              <a:gd name="T49" fmla="*/ 250 h 3156"/>
              <a:gd name="T50" fmla="*/ 1596 w 5304"/>
              <a:gd name="T51" fmla="*/ 92 h 3156"/>
              <a:gd name="T52" fmla="*/ 1446 w 5304"/>
              <a:gd name="T53" fmla="*/ 10 h 3156"/>
              <a:gd name="T54" fmla="*/ 1434 w 5304"/>
              <a:gd name="T55" fmla="*/ 4 h 3156"/>
              <a:gd name="T56" fmla="*/ 1432 w 5304"/>
              <a:gd name="T57" fmla="*/ 0 h 3156"/>
              <a:gd name="T58" fmla="*/ 1424 w 5304"/>
              <a:gd name="T59" fmla="*/ 0 h 3156"/>
              <a:gd name="T60" fmla="*/ 1286 w 5304"/>
              <a:gd name="T61" fmla="*/ 88 h 3156"/>
              <a:gd name="T62" fmla="*/ 1132 w 5304"/>
              <a:gd name="T63" fmla="*/ 194 h 3156"/>
              <a:gd name="T64" fmla="*/ 982 w 5304"/>
              <a:gd name="T65" fmla="*/ 304 h 3156"/>
              <a:gd name="T66" fmla="*/ 838 w 5304"/>
              <a:gd name="T67" fmla="*/ 422 h 3156"/>
              <a:gd name="T68" fmla="*/ 702 w 5304"/>
              <a:gd name="T69" fmla="*/ 548 h 3156"/>
              <a:gd name="T70" fmla="*/ 660 w 5304"/>
              <a:gd name="T71" fmla="*/ 592 h 3156"/>
              <a:gd name="T72" fmla="*/ 578 w 5304"/>
              <a:gd name="T73" fmla="*/ 678 h 3156"/>
              <a:gd name="T74" fmla="*/ 500 w 5304"/>
              <a:gd name="T75" fmla="*/ 768 h 3156"/>
              <a:gd name="T76" fmla="*/ 428 w 5304"/>
              <a:gd name="T77" fmla="*/ 862 h 3156"/>
              <a:gd name="T78" fmla="*/ 360 w 5304"/>
              <a:gd name="T79" fmla="*/ 958 h 3156"/>
              <a:gd name="T80" fmla="*/ 296 w 5304"/>
              <a:gd name="T81" fmla="*/ 1058 h 3156"/>
              <a:gd name="T82" fmla="*/ 240 w 5304"/>
              <a:gd name="T83" fmla="*/ 1162 h 3156"/>
              <a:gd name="T84" fmla="*/ 188 w 5304"/>
              <a:gd name="T85" fmla="*/ 1270 h 3156"/>
              <a:gd name="T86" fmla="*/ 164 w 5304"/>
              <a:gd name="T87" fmla="*/ 1326 h 3156"/>
              <a:gd name="T88" fmla="*/ 114 w 5304"/>
              <a:gd name="T89" fmla="*/ 1460 h 3156"/>
              <a:gd name="T90" fmla="*/ 72 w 5304"/>
              <a:gd name="T91" fmla="*/ 1596 h 3156"/>
              <a:gd name="T92" fmla="*/ 42 w 5304"/>
              <a:gd name="T93" fmla="*/ 1736 h 3156"/>
              <a:gd name="T94" fmla="*/ 18 w 5304"/>
              <a:gd name="T95" fmla="*/ 1876 h 3156"/>
              <a:gd name="T96" fmla="*/ 10 w 5304"/>
              <a:gd name="T97" fmla="*/ 1958 h 3156"/>
              <a:gd name="T98" fmla="*/ 4 w 5304"/>
              <a:gd name="T99" fmla="*/ 2038 h 3156"/>
              <a:gd name="T100" fmla="*/ 2 w 5304"/>
              <a:gd name="T101" fmla="*/ 2052 h 3156"/>
              <a:gd name="T102" fmla="*/ 0 w 5304"/>
              <a:gd name="T103" fmla="*/ 2054 h 3156"/>
              <a:gd name="T104" fmla="*/ 0 w 5304"/>
              <a:gd name="T105" fmla="*/ 2312 h 3156"/>
              <a:gd name="T106" fmla="*/ 6 w 5304"/>
              <a:gd name="T107" fmla="*/ 2330 h 3156"/>
              <a:gd name="T108" fmla="*/ 6 w 5304"/>
              <a:gd name="T109" fmla="*/ 2350 h 3156"/>
              <a:gd name="T110" fmla="*/ 26 w 5304"/>
              <a:gd name="T111" fmla="*/ 2552 h 3156"/>
              <a:gd name="T112" fmla="*/ 56 w 5304"/>
              <a:gd name="T113" fmla="*/ 2752 h 3156"/>
              <a:gd name="T114" fmla="*/ 100 w 5304"/>
              <a:gd name="T115" fmla="*/ 2950 h 3156"/>
              <a:gd name="T116" fmla="*/ 150 w 5304"/>
              <a:gd name="T117" fmla="*/ 3148 h 3156"/>
              <a:gd name="T118" fmla="*/ 154 w 5304"/>
              <a:gd name="T119" fmla="*/ 3156 h 3156"/>
              <a:gd name="T120" fmla="*/ 5304 w 5304"/>
              <a:gd name="T121" fmla="*/ 3156 h 3156"/>
              <a:gd name="T122" fmla="*/ 5302 w 5304"/>
              <a:gd name="T123" fmla="*/ 3130 h 315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5304" h="3156">
                <a:moveTo>
                  <a:pt x="5302" y="3130"/>
                </a:moveTo>
                <a:lnTo>
                  <a:pt x="5302" y="3130"/>
                </a:lnTo>
                <a:lnTo>
                  <a:pt x="5302" y="994"/>
                </a:lnTo>
                <a:lnTo>
                  <a:pt x="5302" y="982"/>
                </a:lnTo>
                <a:lnTo>
                  <a:pt x="5302" y="968"/>
                </a:lnTo>
                <a:lnTo>
                  <a:pt x="5302" y="966"/>
                </a:lnTo>
                <a:lnTo>
                  <a:pt x="5300" y="964"/>
                </a:lnTo>
                <a:lnTo>
                  <a:pt x="5298" y="962"/>
                </a:lnTo>
                <a:lnTo>
                  <a:pt x="5294" y="964"/>
                </a:lnTo>
                <a:lnTo>
                  <a:pt x="5284" y="968"/>
                </a:lnTo>
                <a:lnTo>
                  <a:pt x="5234" y="992"/>
                </a:lnTo>
                <a:lnTo>
                  <a:pt x="5184" y="1012"/>
                </a:lnTo>
                <a:lnTo>
                  <a:pt x="5132" y="1030"/>
                </a:lnTo>
                <a:lnTo>
                  <a:pt x="5080" y="1044"/>
                </a:lnTo>
                <a:lnTo>
                  <a:pt x="5012" y="1062"/>
                </a:lnTo>
                <a:lnTo>
                  <a:pt x="4944" y="1076"/>
                </a:lnTo>
                <a:lnTo>
                  <a:pt x="4876" y="1086"/>
                </a:lnTo>
                <a:lnTo>
                  <a:pt x="4806" y="1094"/>
                </a:lnTo>
                <a:lnTo>
                  <a:pt x="4736" y="1100"/>
                </a:lnTo>
                <a:lnTo>
                  <a:pt x="4668" y="1104"/>
                </a:lnTo>
                <a:lnTo>
                  <a:pt x="4598" y="1104"/>
                </a:lnTo>
                <a:lnTo>
                  <a:pt x="4528" y="1102"/>
                </a:lnTo>
                <a:lnTo>
                  <a:pt x="4436" y="1098"/>
                </a:lnTo>
                <a:lnTo>
                  <a:pt x="4344" y="1090"/>
                </a:lnTo>
                <a:lnTo>
                  <a:pt x="4254" y="1080"/>
                </a:lnTo>
                <a:lnTo>
                  <a:pt x="4164" y="1068"/>
                </a:lnTo>
                <a:lnTo>
                  <a:pt x="4074" y="1054"/>
                </a:lnTo>
                <a:lnTo>
                  <a:pt x="3984" y="1036"/>
                </a:lnTo>
                <a:lnTo>
                  <a:pt x="3894" y="1018"/>
                </a:lnTo>
                <a:lnTo>
                  <a:pt x="3806" y="996"/>
                </a:lnTo>
                <a:lnTo>
                  <a:pt x="3660" y="960"/>
                </a:lnTo>
                <a:lnTo>
                  <a:pt x="3518" y="918"/>
                </a:lnTo>
                <a:lnTo>
                  <a:pt x="3376" y="874"/>
                </a:lnTo>
                <a:lnTo>
                  <a:pt x="3236" y="828"/>
                </a:lnTo>
                <a:lnTo>
                  <a:pt x="3096" y="778"/>
                </a:lnTo>
                <a:lnTo>
                  <a:pt x="2956" y="724"/>
                </a:lnTo>
                <a:lnTo>
                  <a:pt x="2818" y="670"/>
                </a:lnTo>
                <a:lnTo>
                  <a:pt x="2680" y="612"/>
                </a:lnTo>
                <a:lnTo>
                  <a:pt x="2522" y="544"/>
                </a:lnTo>
                <a:lnTo>
                  <a:pt x="2366" y="474"/>
                </a:lnTo>
                <a:lnTo>
                  <a:pt x="2210" y="402"/>
                </a:lnTo>
                <a:lnTo>
                  <a:pt x="2056" y="326"/>
                </a:lnTo>
                <a:lnTo>
                  <a:pt x="1902" y="250"/>
                </a:lnTo>
                <a:lnTo>
                  <a:pt x="1748" y="172"/>
                </a:lnTo>
                <a:lnTo>
                  <a:pt x="1596" y="92"/>
                </a:lnTo>
                <a:lnTo>
                  <a:pt x="1446" y="10"/>
                </a:lnTo>
                <a:lnTo>
                  <a:pt x="1438" y="6"/>
                </a:lnTo>
                <a:lnTo>
                  <a:pt x="1434" y="4"/>
                </a:lnTo>
                <a:lnTo>
                  <a:pt x="1432" y="0"/>
                </a:lnTo>
                <a:lnTo>
                  <a:pt x="1424" y="0"/>
                </a:lnTo>
                <a:lnTo>
                  <a:pt x="1286" y="88"/>
                </a:lnTo>
                <a:lnTo>
                  <a:pt x="1208" y="140"/>
                </a:lnTo>
                <a:lnTo>
                  <a:pt x="1132" y="194"/>
                </a:lnTo>
                <a:lnTo>
                  <a:pt x="1056" y="248"/>
                </a:lnTo>
                <a:lnTo>
                  <a:pt x="982" y="304"/>
                </a:lnTo>
                <a:lnTo>
                  <a:pt x="910" y="362"/>
                </a:lnTo>
                <a:lnTo>
                  <a:pt x="838" y="422"/>
                </a:lnTo>
                <a:lnTo>
                  <a:pt x="770" y="484"/>
                </a:lnTo>
                <a:lnTo>
                  <a:pt x="702" y="548"/>
                </a:lnTo>
                <a:lnTo>
                  <a:pt x="660" y="592"/>
                </a:lnTo>
                <a:lnTo>
                  <a:pt x="618" y="634"/>
                </a:lnTo>
                <a:lnTo>
                  <a:pt x="578" y="678"/>
                </a:lnTo>
                <a:lnTo>
                  <a:pt x="538" y="724"/>
                </a:lnTo>
                <a:lnTo>
                  <a:pt x="500" y="768"/>
                </a:lnTo>
                <a:lnTo>
                  <a:pt x="464" y="814"/>
                </a:lnTo>
                <a:lnTo>
                  <a:pt x="428" y="862"/>
                </a:lnTo>
                <a:lnTo>
                  <a:pt x="392" y="910"/>
                </a:lnTo>
                <a:lnTo>
                  <a:pt x="360" y="958"/>
                </a:lnTo>
                <a:lnTo>
                  <a:pt x="328" y="1008"/>
                </a:lnTo>
                <a:lnTo>
                  <a:pt x="296" y="1058"/>
                </a:lnTo>
                <a:lnTo>
                  <a:pt x="268" y="1110"/>
                </a:lnTo>
                <a:lnTo>
                  <a:pt x="240" y="1162"/>
                </a:lnTo>
                <a:lnTo>
                  <a:pt x="212" y="1216"/>
                </a:lnTo>
                <a:lnTo>
                  <a:pt x="188" y="1270"/>
                </a:lnTo>
                <a:lnTo>
                  <a:pt x="164" y="1326"/>
                </a:lnTo>
                <a:lnTo>
                  <a:pt x="136" y="1392"/>
                </a:lnTo>
                <a:lnTo>
                  <a:pt x="114" y="1460"/>
                </a:lnTo>
                <a:lnTo>
                  <a:pt x="92" y="1528"/>
                </a:lnTo>
                <a:lnTo>
                  <a:pt x="72" y="1596"/>
                </a:lnTo>
                <a:lnTo>
                  <a:pt x="56" y="1666"/>
                </a:lnTo>
                <a:lnTo>
                  <a:pt x="42" y="1736"/>
                </a:lnTo>
                <a:lnTo>
                  <a:pt x="28" y="1806"/>
                </a:lnTo>
                <a:lnTo>
                  <a:pt x="18" y="1876"/>
                </a:lnTo>
                <a:lnTo>
                  <a:pt x="10" y="1958"/>
                </a:lnTo>
                <a:lnTo>
                  <a:pt x="4" y="2038"/>
                </a:lnTo>
                <a:lnTo>
                  <a:pt x="4" y="2048"/>
                </a:lnTo>
                <a:lnTo>
                  <a:pt x="2" y="2052"/>
                </a:lnTo>
                <a:lnTo>
                  <a:pt x="0" y="2054"/>
                </a:lnTo>
                <a:lnTo>
                  <a:pt x="0" y="2312"/>
                </a:lnTo>
                <a:lnTo>
                  <a:pt x="4" y="2320"/>
                </a:lnTo>
                <a:lnTo>
                  <a:pt x="6" y="2330"/>
                </a:lnTo>
                <a:lnTo>
                  <a:pt x="6" y="2350"/>
                </a:lnTo>
                <a:lnTo>
                  <a:pt x="14" y="2452"/>
                </a:lnTo>
                <a:lnTo>
                  <a:pt x="26" y="2552"/>
                </a:lnTo>
                <a:lnTo>
                  <a:pt x="40" y="2652"/>
                </a:lnTo>
                <a:lnTo>
                  <a:pt x="56" y="2752"/>
                </a:lnTo>
                <a:lnTo>
                  <a:pt x="76" y="2852"/>
                </a:lnTo>
                <a:lnTo>
                  <a:pt x="100" y="2950"/>
                </a:lnTo>
                <a:lnTo>
                  <a:pt x="124" y="3050"/>
                </a:lnTo>
                <a:lnTo>
                  <a:pt x="150" y="3148"/>
                </a:lnTo>
                <a:lnTo>
                  <a:pt x="154" y="3156"/>
                </a:lnTo>
                <a:lnTo>
                  <a:pt x="5304" y="3156"/>
                </a:lnTo>
                <a:lnTo>
                  <a:pt x="5302" y="313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9" name="Group 14"/>
          <p:cNvGrpSpPr>
            <a:grpSpLocks noChangeAspect="1"/>
          </p:cNvGrpSpPr>
          <p:nvPr userDrawn="1"/>
        </p:nvGrpSpPr>
        <p:grpSpPr bwMode="auto">
          <a:xfrm>
            <a:off x="407988" y="695325"/>
            <a:ext cx="5040312" cy="1123950"/>
            <a:chOff x="728663" y="4465638"/>
            <a:chExt cx="5354637" cy="1193800"/>
          </a:xfrm>
        </p:grpSpPr>
        <p:sp>
          <p:nvSpPr>
            <p:cNvPr id="10" name="Freeform 11"/>
            <p:cNvSpPr>
              <a:spLocks/>
            </p:cNvSpPr>
            <p:nvPr userDrawn="1"/>
          </p:nvSpPr>
          <p:spPr bwMode="auto">
            <a:xfrm>
              <a:off x="5464175" y="4830763"/>
              <a:ext cx="619125" cy="503238"/>
            </a:xfrm>
            <a:custGeom>
              <a:avLst/>
              <a:gdLst>
                <a:gd name="T0" fmla="*/ 125 w 189"/>
                <a:gd name="T1" fmla="*/ 107 h 154"/>
                <a:gd name="T2" fmla="*/ 189 w 189"/>
                <a:gd name="T3" fmla="*/ 43 h 154"/>
                <a:gd name="T4" fmla="*/ 142 w 189"/>
                <a:gd name="T5" fmla="*/ 0 h 154"/>
                <a:gd name="T6" fmla="*/ 50 w 189"/>
                <a:gd name="T7" fmla="*/ 99 h 154"/>
                <a:gd name="T8" fmla="*/ 0 w 189"/>
                <a:gd name="T9" fmla="*/ 144 h 154"/>
                <a:gd name="T10" fmla="*/ 37 w 189"/>
                <a:gd name="T11" fmla="*/ 154 h 154"/>
                <a:gd name="T12" fmla="*/ 125 w 189"/>
                <a:gd name="T13" fmla="*/ 125 h 154"/>
                <a:gd name="T14" fmla="*/ 81 w 189"/>
                <a:gd name="T15" fmla="*/ 85 h 154"/>
                <a:gd name="T16" fmla="*/ 125 w 189"/>
                <a:gd name="T17" fmla="*/ 107 h 15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 name="Freeform 12"/>
            <p:cNvSpPr>
              <a:spLocks noEditPoints="1"/>
            </p:cNvSpPr>
            <p:nvPr userDrawn="1"/>
          </p:nvSpPr>
          <p:spPr bwMode="auto">
            <a:xfrm>
              <a:off x="728663" y="4483100"/>
              <a:ext cx="4352925" cy="1176338"/>
            </a:xfrm>
            <a:custGeom>
              <a:avLst/>
              <a:gdLst>
                <a:gd name="T0" fmla="*/ 1281 w 1328"/>
                <a:gd name="T1" fmla="*/ 86 h 359"/>
                <a:gd name="T2" fmla="*/ 1240 w 1328"/>
                <a:gd name="T3" fmla="*/ 210 h 359"/>
                <a:gd name="T4" fmla="*/ 1122 w 1328"/>
                <a:gd name="T5" fmla="*/ 182 h 359"/>
                <a:gd name="T6" fmla="*/ 1121 w 1328"/>
                <a:gd name="T7" fmla="*/ 104 h 359"/>
                <a:gd name="T8" fmla="*/ 1061 w 1328"/>
                <a:gd name="T9" fmla="*/ 211 h 359"/>
                <a:gd name="T10" fmla="*/ 1007 w 1328"/>
                <a:gd name="T11" fmla="*/ 84 h 359"/>
                <a:gd name="T12" fmla="*/ 924 w 1328"/>
                <a:gd name="T13" fmla="*/ 86 h 359"/>
                <a:gd name="T14" fmla="*/ 830 w 1328"/>
                <a:gd name="T15" fmla="*/ 72 h 359"/>
                <a:gd name="T16" fmla="*/ 781 w 1328"/>
                <a:gd name="T17" fmla="*/ 160 h 359"/>
                <a:gd name="T18" fmla="*/ 756 w 1328"/>
                <a:gd name="T19" fmla="*/ 81 h 359"/>
                <a:gd name="T20" fmla="*/ 666 w 1328"/>
                <a:gd name="T21" fmla="*/ 200 h 359"/>
                <a:gd name="T22" fmla="*/ 677 w 1328"/>
                <a:gd name="T23" fmla="*/ 82 h 359"/>
                <a:gd name="T24" fmla="*/ 628 w 1328"/>
                <a:gd name="T25" fmla="*/ 196 h 359"/>
                <a:gd name="T26" fmla="*/ 585 w 1328"/>
                <a:gd name="T27" fmla="*/ 113 h 359"/>
                <a:gd name="T28" fmla="*/ 527 w 1328"/>
                <a:gd name="T29" fmla="*/ 198 h 359"/>
                <a:gd name="T30" fmla="*/ 586 w 1328"/>
                <a:gd name="T31" fmla="*/ 102 h 359"/>
                <a:gd name="T32" fmla="*/ 493 w 1328"/>
                <a:gd name="T33" fmla="*/ 118 h 359"/>
                <a:gd name="T34" fmla="*/ 454 w 1328"/>
                <a:gd name="T35" fmla="*/ 147 h 359"/>
                <a:gd name="T36" fmla="*/ 368 w 1328"/>
                <a:gd name="T37" fmla="*/ 111 h 359"/>
                <a:gd name="T38" fmla="*/ 335 w 1328"/>
                <a:gd name="T39" fmla="*/ 90 h 359"/>
                <a:gd name="T40" fmla="*/ 309 w 1328"/>
                <a:gd name="T41" fmla="*/ 215 h 359"/>
                <a:gd name="T42" fmla="*/ 280 w 1328"/>
                <a:gd name="T43" fmla="*/ 124 h 359"/>
                <a:gd name="T44" fmla="*/ 224 w 1328"/>
                <a:gd name="T45" fmla="*/ 211 h 359"/>
                <a:gd name="T46" fmla="*/ 286 w 1328"/>
                <a:gd name="T47" fmla="*/ 113 h 359"/>
                <a:gd name="T48" fmla="*/ 182 w 1328"/>
                <a:gd name="T49" fmla="*/ 145 h 359"/>
                <a:gd name="T50" fmla="*/ 39 w 1328"/>
                <a:gd name="T51" fmla="*/ 128 h 359"/>
                <a:gd name="T52" fmla="*/ 136 w 1328"/>
                <a:gd name="T53" fmla="*/ 72 h 359"/>
                <a:gd name="T54" fmla="*/ 109 w 1328"/>
                <a:gd name="T55" fmla="*/ 0 h 359"/>
                <a:gd name="T56" fmla="*/ 90 w 1328"/>
                <a:gd name="T57" fmla="*/ 249 h 359"/>
                <a:gd name="T58" fmla="*/ 218 w 1328"/>
                <a:gd name="T59" fmla="*/ 238 h 359"/>
                <a:gd name="T60" fmla="*/ 306 w 1328"/>
                <a:gd name="T61" fmla="*/ 238 h 359"/>
                <a:gd name="T62" fmla="*/ 377 w 1328"/>
                <a:gd name="T63" fmla="*/ 337 h 359"/>
                <a:gd name="T64" fmla="*/ 404 w 1328"/>
                <a:gd name="T65" fmla="*/ 109 h 359"/>
                <a:gd name="T66" fmla="*/ 420 w 1328"/>
                <a:gd name="T67" fmla="*/ 182 h 359"/>
                <a:gd name="T68" fmla="*/ 392 w 1328"/>
                <a:gd name="T69" fmla="*/ 239 h 359"/>
                <a:gd name="T70" fmla="*/ 480 w 1328"/>
                <a:gd name="T71" fmla="*/ 160 h 359"/>
                <a:gd name="T72" fmla="*/ 519 w 1328"/>
                <a:gd name="T73" fmla="*/ 227 h 359"/>
                <a:gd name="T74" fmla="*/ 564 w 1328"/>
                <a:gd name="T75" fmla="*/ 226 h 359"/>
                <a:gd name="T76" fmla="*/ 526 w 1328"/>
                <a:gd name="T77" fmla="*/ 359 h 359"/>
                <a:gd name="T78" fmla="*/ 639 w 1328"/>
                <a:gd name="T79" fmla="*/ 214 h 359"/>
                <a:gd name="T80" fmla="*/ 758 w 1328"/>
                <a:gd name="T81" fmla="*/ 189 h 359"/>
                <a:gd name="T82" fmla="*/ 829 w 1328"/>
                <a:gd name="T83" fmla="*/ 111 h 359"/>
                <a:gd name="T84" fmla="*/ 920 w 1328"/>
                <a:gd name="T85" fmla="*/ 128 h 359"/>
                <a:gd name="T86" fmla="*/ 1010 w 1328"/>
                <a:gd name="T87" fmla="*/ 176 h 359"/>
                <a:gd name="T88" fmla="*/ 1097 w 1328"/>
                <a:gd name="T89" fmla="*/ 200 h 359"/>
                <a:gd name="T90" fmla="*/ 1174 w 1328"/>
                <a:gd name="T91" fmla="*/ 112 h 359"/>
                <a:gd name="T92" fmla="*/ 1274 w 1328"/>
                <a:gd name="T93" fmla="*/ 196 h 359"/>
                <a:gd name="T94" fmla="*/ 1328 w 1328"/>
                <a:gd name="T95" fmla="*/ 227 h 359"/>
                <a:gd name="T96" fmla="*/ 528 w 1328"/>
                <a:gd name="T97" fmla="*/ 335 h 359"/>
                <a:gd name="T98" fmla="*/ 564 w 1328"/>
                <a:gd name="T99" fmla="*/ 248 h 359"/>
                <a:gd name="T100" fmla="*/ 674 w 1328"/>
                <a:gd name="T101" fmla="*/ 105 h 359"/>
                <a:gd name="T102" fmla="*/ 655 w 1328"/>
                <a:gd name="T103" fmla="*/ 181 h 359"/>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 name="Freeform 13"/>
            <p:cNvSpPr>
              <a:spLocks/>
            </p:cNvSpPr>
            <p:nvPr userDrawn="1"/>
          </p:nvSpPr>
          <p:spPr bwMode="auto">
            <a:xfrm>
              <a:off x="4013200" y="4541838"/>
              <a:ext cx="120650" cy="127000"/>
            </a:xfrm>
            <a:custGeom>
              <a:avLst/>
              <a:gdLst>
                <a:gd name="T0" fmla="*/ 19 w 37"/>
                <a:gd name="T1" fmla="*/ 39 h 39"/>
                <a:gd name="T2" fmla="*/ 37 w 37"/>
                <a:gd name="T3" fmla="*/ 19 h 39"/>
                <a:gd name="T4" fmla="*/ 19 w 37"/>
                <a:gd name="T5" fmla="*/ 0 h 39"/>
                <a:gd name="T6" fmla="*/ 0 w 37"/>
                <a:gd name="T7" fmla="*/ 20 h 39"/>
                <a:gd name="T8" fmla="*/ 19 w 37"/>
                <a:gd name="T9" fmla="*/ 39 h 3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 name="Freeform 14"/>
            <p:cNvSpPr>
              <a:spLocks/>
            </p:cNvSpPr>
            <p:nvPr userDrawn="1"/>
          </p:nvSpPr>
          <p:spPr bwMode="auto">
            <a:xfrm>
              <a:off x="4870450" y="4564063"/>
              <a:ext cx="112713" cy="125413"/>
            </a:xfrm>
            <a:custGeom>
              <a:avLst/>
              <a:gdLst>
                <a:gd name="T0" fmla="*/ 17 w 34"/>
                <a:gd name="T1" fmla="*/ 37 h 38"/>
                <a:gd name="T2" fmla="*/ 34 w 34"/>
                <a:gd name="T3" fmla="*/ 18 h 38"/>
                <a:gd name="T4" fmla="*/ 17 w 34"/>
                <a:gd name="T5" fmla="*/ 0 h 38"/>
                <a:gd name="T6" fmla="*/ 0 w 34"/>
                <a:gd name="T7" fmla="*/ 19 h 38"/>
                <a:gd name="T8" fmla="*/ 17 w 34"/>
                <a:gd name="T9" fmla="*/ 37 h 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 name="Freeform 15"/>
            <p:cNvSpPr>
              <a:spLocks/>
            </p:cNvSpPr>
            <p:nvPr userDrawn="1"/>
          </p:nvSpPr>
          <p:spPr bwMode="auto">
            <a:xfrm>
              <a:off x="5143500" y="4465638"/>
              <a:ext cx="939800" cy="796925"/>
            </a:xfrm>
            <a:custGeom>
              <a:avLst/>
              <a:gdLst>
                <a:gd name="T0" fmla="*/ 286 w 287"/>
                <a:gd name="T1" fmla="*/ 152 h 243"/>
                <a:gd name="T2" fmla="*/ 237 w 287"/>
                <a:gd name="T3" fmla="*/ 50 h 243"/>
                <a:gd name="T4" fmla="*/ 160 w 287"/>
                <a:gd name="T5" fmla="*/ 3 h 243"/>
                <a:gd name="T6" fmla="*/ 153 w 287"/>
                <a:gd name="T7" fmla="*/ 0 h 243"/>
                <a:gd name="T8" fmla="*/ 153 w 287"/>
                <a:gd name="T9" fmla="*/ 0 h 243"/>
                <a:gd name="T10" fmla="*/ 0 w 287"/>
                <a:gd name="T11" fmla="*/ 158 h 243"/>
                <a:gd name="T12" fmla="*/ 53 w 287"/>
                <a:gd name="T13" fmla="*/ 236 h 243"/>
                <a:gd name="T14" fmla="*/ 107 w 287"/>
                <a:gd name="T15" fmla="*/ 237 h 243"/>
                <a:gd name="T16" fmla="*/ 148 w 287"/>
                <a:gd name="T17" fmla="*/ 210 h 243"/>
                <a:gd name="T18" fmla="*/ 240 w 287"/>
                <a:gd name="T19" fmla="*/ 111 h 243"/>
                <a:gd name="T20" fmla="*/ 287 w 287"/>
                <a:gd name="T21" fmla="*/ 154 h 243"/>
                <a:gd name="T22" fmla="*/ 286 w 287"/>
                <a:gd name="T23" fmla="*/ 152 h 24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7" name="Title 1"/>
          <p:cNvSpPr>
            <a:spLocks noGrp="1"/>
          </p:cNvSpPr>
          <p:nvPr>
            <p:ph type="ctrTitle"/>
          </p:nvPr>
        </p:nvSpPr>
        <p:spPr>
          <a:xfrm>
            <a:off x="5016499" y="3644152"/>
            <a:ext cx="6899275" cy="14498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oAutofit/>
          </a:bodyPr>
          <a:lstStyle>
            <a:lvl1pPr algn="l">
              <a:lnSpc>
                <a:spcPts val="3000"/>
              </a:lnSpc>
              <a:defRPr lang="en-US" sz="2600" b="0" dirty="0">
                <a:solidFill>
                  <a:schemeClr val="bg1"/>
                </a:solidFill>
              </a:defRPr>
            </a:lvl1pPr>
          </a:lstStyle>
          <a:p>
            <a:pPr lvl="0"/>
            <a:r>
              <a:rPr lang="en-US"/>
              <a:t>Click to edit Master title style</a:t>
            </a:r>
            <a:endParaRPr lang="en-US" dirty="0"/>
          </a:p>
        </p:txBody>
      </p:sp>
      <p:sp>
        <p:nvSpPr>
          <p:cNvPr id="8" name="Subtitle 2"/>
          <p:cNvSpPr>
            <a:spLocks noGrp="1"/>
          </p:cNvSpPr>
          <p:nvPr>
            <p:ph type="subTitle" idx="1"/>
          </p:nvPr>
        </p:nvSpPr>
        <p:spPr>
          <a:xfrm>
            <a:off x="5016499" y="5236923"/>
            <a:ext cx="6899275" cy="1223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600" dirty="0">
                <a:solidFill>
                  <a:schemeClr val="bg1"/>
                </a:solidFill>
              </a:defRPr>
            </a:lvl1pPr>
          </a:lstStyle>
          <a:p>
            <a:pPr lvl="0"/>
            <a:r>
              <a:rPr lang="en-US"/>
              <a:t>Click to edit Master subtitle style</a:t>
            </a:r>
            <a:endParaRPr lang="en-US" dirty="0"/>
          </a:p>
        </p:txBody>
      </p:sp>
    </p:spTree>
    <p:extLst>
      <p:ext uri="{BB962C8B-B14F-4D97-AF65-F5344CB8AC3E}">
        <p14:creationId xmlns:p14="http://schemas.microsoft.com/office/powerpoint/2010/main" val="9929010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le Slide 4">
    <p:bg>
      <p:bgPr>
        <a:solidFill>
          <a:srgbClr val="E6E7E7"/>
        </a:solidFill>
        <a:effectLst/>
      </p:bgPr>
    </p:bg>
    <p:spTree>
      <p:nvGrpSpPr>
        <p:cNvPr id="1" name=""/>
        <p:cNvGrpSpPr/>
        <p:nvPr/>
      </p:nvGrpSpPr>
      <p:grpSpPr>
        <a:xfrm>
          <a:off x="0" y="0"/>
          <a:ext cx="0" cy="0"/>
          <a:chOff x="0" y="0"/>
          <a:chExt cx="0" cy="0"/>
        </a:xfrm>
      </p:grpSpPr>
      <p:graphicFrame>
        <p:nvGraphicFramePr>
          <p:cNvPr id="5" name="Object 20" hidden="1"/>
          <p:cNvGraphicFramePr>
            <a:graphicFrameLocks noChangeAspect="1"/>
          </p:cNvGraphicFramePr>
          <p:nvPr>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90480" name="think-cell Slide" r:id="rId5" imgW="360" imgH="360" progId="TCLayout.ActiveDocument.1">
                  <p:embed/>
                </p:oleObj>
              </mc:Choice>
              <mc:Fallback>
                <p:oleObj name="think-cell Slide" r:id="rId5" imgW="360" imgH="360" progId="TCLayout.ActiveDocument.1">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Object 2" hidden="1"/>
          <p:cNvGraphicFramePr>
            <a:graphicFrameLocks noChangeAspect="1"/>
          </p:cNvGraphicFramePr>
          <p:nvPr>
            <p:custDataLst>
              <p:tags r:id="rId3"/>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90481" name="think-cell Slide" r:id="rId7" imgW="360" imgH="360" progId="TCLayout.ActiveDocument.1">
                  <p:embed/>
                </p:oleObj>
              </mc:Choice>
              <mc:Fallback>
                <p:oleObj name="think-cell Slide" r:id="rId7" imgW="360" imgH="360" progId="TCLayout.ActiveDocument.1">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Freeform 7"/>
          <p:cNvSpPr>
            <a:spLocks/>
          </p:cNvSpPr>
          <p:nvPr userDrawn="1"/>
        </p:nvSpPr>
        <p:spPr bwMode="auto">
          <a:xfrm>
            <a:off x="5892800" y="0"/>
            <a:ext cx="6327775" cy="5670550"/>
          </a:xfrm>
          <a:custGeom>
            <a:avLst/>
            <a:gdLst/>
            <a:ahLst/>
            <a:cxnLst>
              <a:cxn ang="0">
                <a:pos x="3986" y="2526"/>
              </a:cxn>
              <a:cxn ang="0">
                <a:pos x="3986" y="2512"/>
              </a:cxn>
              <a:cxn ang="0">
                <a:pos x="3986" y="0"/>
              </a:cxn>
              <a:cxn ang="0">
                <a:pos x="648" y="0"/>
              </a:cxn>
              <a:cxn ang="0">
                <a:pos x="682" y="84"/>
              </a:cxn>
              <a:cxn ang="0">
                <a:pos x="698" y="132"/>
              </a:cxn>
              <a:cxn ang="0">
                <a:pos x="724" y="230"/>
              </a:cxn>
              <a:cxn ang="0">
                <a:pos x="738" y="328"/>
              </a:cxn>
              <a:cxn ang="0">
                <a:pos x="744" y="428"/>
              </a:cxn>
              <a:cxn ang="0">
                <a:pos x="744" y="478"/>
              </a:cxn>
              <a:cxn ang="0">
                <a:pos x="734" y="656"/>
              </a:cxn>
              <a:cxn ang="0">
                <a:pos x="710" y="830"/>
              </a:cxn>
              <a:cxn ang="0">
                <a:pos x="674" y="1002"/>
              </a:cxn>
              <a:cxn ang="0">
                <a:pos x="628" y="1172"/>
              </a:cxn>
              <a:cxn ang="0">
                <a:pos x="590" y="1296"/>
              </a:cxn>
              <a:cxn ang="0">
                <a:pos x="504" y="1542"/>
              </a:cxn>
              <a:cxn ang="0">
                <a:pos x="406" y="1782"/>
              </a:cxn>
              <a:cxn ang="0">
                <a:pos x="300" y="2020"/>
              </a:cxn>
              <a:cxn ang="0">
                <a:pos x="244" y="2136"/>
              </a:cxn>
              <a:cxn ang="0">
                <a:pos x="128" y="2366"/>
              </a:cxn>
              <a:cxn ang="0">
                <a:pos x="8" y="2594"/>
              </a:cxn>
              <a:cxn ang="0">
                <a:pos x="0" y="2608"/>
              </a:cxn>
              <a:cxn ang="0">
                <a:pos x="0" y="2612"/>
              </a:cxn>
              <a:cxn ang="0">
                <a:pos x="50" y="2690"/>
              </a:cxn>
              <a:cxn ang="0">
                <a:pos x="100" y="2766"/>
              </a:cxn>
              <a:cxn ang="0">
                <a:pos x="190" y="2890"/>
              </a:cxn>
              <a:cxn ang="0">
                <a:pos x="286" y="3006"/>
              </a:cxn>
              <a:cxn ang="0">
                <a:pos x="390" y="3116"/>
              </a:cxn>
              <a:cxn ang="0">
                <a:pos x="502" y="3220"/>
              </a:cxn>
              <a:cxn ang="0">
                <a:pos x="540" y="3252"/>
              </a:cxn>
              <a:cxn ang="0">
                <a:pos x="622" y="3312"/>
              </a:cxn>
              <a:cxn ang="0">
                <a:pos x="706" y="3366"/>
              </a:cxn>
              <a:cxn ang="0">
                <a:pos x="792" y="3414"/>
              </a:cxn>
              <a:cxn ang="0">
                <a:pos x="882" y="3456"/>
              </a:cxn>
              <a:cxn ang="0">
                <a:pos x="976" y="3492"/>
              </a:cxn>
              <a:cxn ang="0">
                <a:pos x="1070" y="3520"/>
              </a:cxn>
              <a:cxn ang="0">
                <a:pos x="1170" y="3542"/>
              </a:cxn>
              <a:cxn ang="0">
                <a:pos x="1220" y="3552"/>
              </a:cxn>
              <a:cxn ang="0">
                <a:pos x="1374" y="3568"/>
              </a:cxn>
              <a:cxn ang="0">
                <a:pos x="1382" y="3568"/>
              </a:cxn>
              <a:cxn ang="0">
                <a:pos x="1390" y="3572"/>
              </a:cxn>
              <a:cxn ang="0">
                <a:pos x="1420" y="3572"/>
              </a:cxn>
              <a:cxn ang="0">
                <a:pos x="1544" y="3572"/>
              </a:cxn>
              <a:cxn ang="0">
                <a:pos x="1544" y="3568"/>
              </a:cxn>
              <a:cxn ang="0">
                <a:pos x="1610" y="3564"/>
              </a:cxn>
              <a:cxn ang="0">
                <a:pos x="1740" y="3552"/>
              </a:cxn>
              <a:cxn ang="0">
                <a:pos x="1870" y="3530"/>
              </a:cxn>
              <a:cxn ang="0">
                <a:pos x="1998" y="3502"/>
              </a:cxn>
              <a:cxn ang="0">
                <a:pos x="2062" y="3486"/>
              </a:cxn>
              <a:cxn ang="0">
                <a:pos x="2262" y="3426"/>
              </a:cxn>
              <a:cxn ang="0">
                <a:pos x="2458" y="3356"/>
              </a:cxn>
              <a:cxn ang="0">
                <a:pos x="2650" y="3276"/>
              </a:cxn>
              <a:cxn ang="0">
                <a:pos x="2840" y="3190"/>
              </a:cxn>
              <a:cxn ang="0">
                <a:pos x="2966" y="3128"/>
              </a:cxn>
              <a:cxn ang="0">
                <a:pos x="3218" y="2996"/>
              </a:cxn>
              <a:cxn ang="0">
                <a:pos x="3464" y="2858"/>
              </a:cxn>
              <a:cxn ang="0">
                <a:pos x="3708" y="2714"/>
              </a:cxn>
              <a:cxn ang="0">
                <a:pos x="3828" y="2640"/>
              </a:cxn>
              <a:cxn ang="0">
                <a:pos x="3974" y="2548"/>
              </a:cxn>
              <a:cxn ang="0">
                <a:pos x="3984" y="2540"/>
              </a:cxn>
              <a:cxn ang="0">
                <a:pos x="3986" y="2526"/>
              </a:cxn>
            </a:cxnLst>
            <a:rect l="0" t="0" r="r" b="b"/>
            <a:pathLst>
              <a:path w="3986" h="3572">
                <a:moveTo>
                  <a:pt x="3986" y="2526"/>
                </a:moveTo>
                <a:lnTo>
                  <a:pt x="3986" y="2526"/>
                </a:lnTo>
                <a:lnTo>
                  <a:pt x="3986" y="2512"/>
                </a:lnTo>
                <a:lnTo>
                  <a:pt x="3986" y="2512"/>
                </a:lnTo>
                <a:lnTo>
                  <a:pt x="3986" y="0"/>
                </a:lnTo>
                <a:lnTo>
                  <a:pt x="3986" y="0"/>
                </a:lnTo>
                <a:lnTo>
                  <a:pt x="648" y="0"/>
                </a:lnTo>
                <a:lnTo>
                  <a:pt x="648" y="0"/>
                </a:lnTo>
                <a:lnTo>
                  <a:pt x="666" y="42"/>
                </a:lnTo>
                <a:lnTo>
                  <a:pt x="682" y="84"/>
                </a:lnTo>
                <a:lnTo>
                  <a:pt x="682" y="84"/>
                </a:lnTo>
                <a:lnTo>
                  <a:pt x="698" y="132"/>
                </a:lnTo>
                <a:lnTo>
                  <a:pt x="712" y="182"/>
                </a:lnTo>
                <a:lnTo>
                  <a:pt x="724" y="230"/>
                </a:lnTo>
                <a:lnTo>
                  <a:pt x="732" y="280"/>
                </a:lnTo>
                <a:lnTo>
                  <a:pt x="738" y="328"/>
                </a:lnTo>
                <a:lnTo>
                  <a:pt x="742" y="378"/>
                </a:lnTo>
                <a:lnTo>
                  <a:pt x="744" y="428"/>
                </a:lnTo>
                <a:lnTo>
                  <a:pt x="744" y="478"/>
                </a:lnTo>
                <a:lnTo>
                  <a:pt x="744" y="478"/>
                </a:lnTo>
                <a:lnTo>
                  <a:pt x="742" y="568"/>
                </a:lnTo>
                <a:lnTo>
                  <a:pt x="734" y="656"/>
                </a:lnTo>
                <a:lnTo>
                  <a:pt x="724" y="742"/>
                </a:lnTo>
                <a:lnTo>
                  <a:pt x="710" y="830"/>
                </a:lnTo>
                <a:lnTo>
                  <a:pt x="694" y="916"/>
                </a:lnTo>
                <a:lnTo>
                  <a:pt x="674" y="1002"/>
                </a:lnTo>
                <a:lnTo>
                  <a:pt x="652" y="1088"/>
                </a:lnTo>
                <a:lnTo>
                  <a:pt x="628" y="1172"/>
                </a:lnTo>
                <a:lnTo>
                  <a:pt x="628" y="1172"/>
                </a:lnTo>
                <a:lnTo>
                  <a:pt x="590" y="1296"/>
                </a:lnTo>
                <a:lnTo>
                  <a:pt x="548" y="1420"/>
                </a:lnTo>
                <a:lnTo>
                  <a:pt x="504" y="1542"/>
                </a:lnTo>
                <a:lnTo>
                  <a:pt x="456" y="1662"/>
                </a:lnTo>
                <a:lnTo>
                  <a:pt x="406" y="1782"/>
                </a:lnTo>
                <a:lnTo>
                  <a:pt x="354" y="1900"/>
                </a:lnTo>
                <a:lnTo>
                  <a:pt x="300" y="2020"/>
                </a:lnTo>
                <a:lnTo>
                  <a:pt x="244" y="2136"/>
                </a:lnTo>
                <a:lnTo>
                  <a:pt x="244" y="2136"/>
                </a:lnTo>
                <a:lnTo>
                  <a:pt x="188" y="2252"/>
                </a:lnTo>
                <a:lnTo>
                  <a:pt x="128" y="2366"/>
                </a:lnTo>
                <a:lnTo>
                  <a:pt x="70" y="2480"/>
                </a:lnTo>
                <a:lnTo>
                  <a:pt x="8" y="2594"/>
                </a:lnTo>
                <a:lnTo>
                  <a:pt x="8" y="2594"/>
                </a:lnTo>
                <a:lnTo>
                  <a:pt x="0" y="2608"/>
                </a:lnTo>
                <a:lnTo>
                  <a:pt x="0" y="2608"/>
                </a:lnTo>
                <a:lnTo>
                  <a:pt x="0" y="2612"/>
                </a:lnTo>
                <a:lnTo>
                  <a:pt x="0" y="2612"/>
                </a:lnTo>
                <a:lnTo>
                  <a:pt x="50" y="2690"/>
                </a:lnTo>
                <a:lnTo>
                  <a:pt x="100" y="2766"/>
                </a:lnTo>
                <a:lnTo>
                  <a:pt x="100" y="2766"/>
                </a:lnTo>
                <a:lnTo>
                  <a:pt x="144" y="2828"/>
                </a:lnTo>
                <a:lnTo>
                  <a:pt x="190" y="2890"/>
                </a:lnTo>
                <a:lnTo>
                  <a:pt x="236" y="2948"/>
                </a:lnTo>
                <a:lnTo>
                  <a:pt x="286" y="3006"/>
                </a:lnTo>
                <a:lnTo>
                  <a:pt x="336" y="3062"/>
                </a:lnTo>
                <a:lnTo>
                  <a:pt x="390" y="3116"/>
                </a:lnTo>
                <a:lnTo>
                  <a:pt x="444" y="3170"/>
                </a:lnTo>
                <a:lnTo>
                  <a:pt x="502" y="3220"/>
                </a:lnTo>
                <a:lnTo>
                  <a:pt x="502" y="3220"/>
                </a:lnTo>
                <a:lnTo>
                  <a:pt x="540" y="3252"/>
                </a:lnTo>
                <a:lnTo>
                  <a:pt x="582" y="3282"/>
                </a:lnTo>
                <a:lnTo>
                  <a:pt x="622" y="3312"/>
                </a:lnTo>
                <a:lnTo>
                  <a:pt x="664" y="3340"/>
                </a:lnTo>
                <a:lnTo>
                  <a:pt x="706" y="3366"/>
                </a:lnTo>
                <a:lnTo>
                  <a:pt x="750" y="3390"/>
                </a:lnTo>
                <a:lnTo>
                  <a:pt x="792" y="3414"/>
                </a:lnTo>
                <a:lnTo>
                  <a:pt x="838" y="3436"/>
                </a:lnTo>
                <a:lnTo>
                  <a:pt x="882" y="3456"/>
                </a:lnTo>
                <a:lnTo>
                  <a:pt x="928" y="3474"/>
                </a:lnTo>
                <a:lnTo>
                  <a:pt x="976" y="3492"/>
                </a:lnTo>
                <a:lnTo>
                  <a:pt x="1022" y="3506"/>
                </a:lnTo>
                <a:lnTo>
                  <a:pt x="1070" y="3520"/>
                </a:lnTo>
                <a:lnTo>
                  <a:pt x="1120" y="3532"/>
                </a:lnTo>
                <a:lnTo>
                  <a:pt x="1170" y="3542"/>
                </a:lnTo>
                <a:lnTo>
                  <a:pt x="1220" y="3552"/>
                </a:lnTo>
                <a:lnTo>
                  <a:pt x="1220" y="3552"/>
                </a:lnTo>
                <a:lnTo>
                  <a:pt x="1296" y="3562"/>
                </a:lnTo>
                <a:lnTo>
                  <a:pt x="1374" y="3568"/>
                </a:lnTo>
                <a:lnTo>
                  <a:pt x="1374" y="3568"/>
                </a:lnTo>
                <a:lnTo>
                  <a:pt x="1382" y="3568"/>
                </a:lnTo>
                <a:lnTo>
                  <a:pt x="1386" y="3568"/>
                </a:lnTo>
                <a:lnTo>
                  <a:pt x="1390" y="3572"/>
                </a:lnTo>
                <a:lnTo>
                  <a:pt x="1390" y="3572"/>
                </a:lnTo>
                <a:lnTo>
                  <a:pt x="1420" y="3572"/>
                </a:lnTo>
                <a:lnTo>
                  <a:pt x="1420" y="3572"/>
                </a:lnTo>
                <a:lnTo>
                  <a:pt x="1544" y="3572"/>
                </a:lnTo>
                <a:lnTo>
                  <a:pt x="1544" y="3572"/>
                </a:lnTo>
                <a:lnTo>
                  <a:pt x="1544" y="3568"/>
                </a:lnTo>
                <a:lnTo>
                  <a:pt x="1544" y="3568"/>
                </a:lnTo>
                <a:lnTo>
                  <a:pt x="1610" y="3564"/>
                </a:lnTo>
                <a:lnTo>
                  <a:pt x="1676" y="3558"/>
                </a:lnTo>
                <a:lnTo>
                  <a:pt x="1740" y="3552"/>
                </a:lnTo>
                <a:lnTo>
                  <a:pt x="1806" y="3542"/>
                </a:lnTo>
                <a:lnTo>
                  <a:pt x="1870" y="3530"/>
                </a:lnTo>
                <a:lnTo>
                  <a:pt x="1934" y="3516"/>
                </a:lnTo>
                <a:lnTo>
                  <a:pt x="1998" y="3502"/>
                </a:lnTo>
                <a:lnTo>
                  <a:pt x="2062" y="3486"/>
                </a:lnTo>
                <a:lnTo>
                  <a:pt x="2062" y="3486"/>
                </a:lnTo>
                <a:lnTo>
                  <a:pt x="2162" y="3458"/>
                </a:lnTo>
                <a:lnTo>
                  <a:pt x="2262" y="3426"/>
                </a:lnTo>
                <a:lnTo>
                  <a:pt x="2360" y="3392"/>
                </a:lnTo>
                <a:lnTo>
                  <a:pt x="2458" y="3356"/>
                </a:lnTo>
                <a:lnTo>
                  <a:pt x="2554" y="3316"/>
                </a:lnTo>
                <a:lnTo>
                  <a:pt x="2650" y="3276"/>
                </a:lnTo>
                <a:lnTo>
                  <a:pt x="2746" y="3234"/>
                </a:lnTo>
                <a:lnTo>
                  <a:pt x="2840" y="3190"/>
                </a:lnTo>
                <a:lnTo>
                  <a:pt x="2840" y="3190"/>
                </a:lnTo>
                <a:lnTo>
                  <a:pt x="2966" y="3128"/>
                </a:lnTo>
                <a:lnTo>
                  <a:pt x="3092" y="3062"/>
                </a:lnTo>
                <a:lnTo>
                  <a:pt x="3218" y="2996"/>
                </a:lnTo>
                <a:lnTo>
                  <a:pt x="3342" y="2928"/>
                </a:lnTo>
                <a:lnTo>
                  <a:pt x="3464" y="2858"/>
                </a:lnTo>
                <a:lnTo>
                  <a:pt x="3586" y="2786"/>
                </a:lnTo>
                <a:lnTo>
                  <a:pt x="3708" y="2714"/>
                </a:lnTo>
                <a:lnTo>
                  <a:pt x="3828" y="2640"/>
                </a:lnTo>
                <a:lnTo>
                  <a:pt x="3828" y="2640"/>
                </a:lnTo>
                <a:lnTo>
                  <a:pt x="3974" y="2548"/>
                </a:lnTo>
                <a:lnTo>
                  <a:pt x="3974" y="2548"/>
                </a:lnTo>
                <a:lnTo>
                  <a:pt x="3980" y="2544"/>
                </a:lnTo>
                <a:lnTo>
                  <a:pt x="3984" y="2540"/>
                </a:lnTo>
                <a:lnTo>
                  <a:pt x="3986" y="2534"/>
                </a:lnTo>
                <a:lnTo>
                  <a:pt x="3986" y="2526"/>
                </a:lnTo>
                <a:lnTo>
                  <a:pt x="3986" y="2526"/>
                </a:lnTo>
                <a:close/>
              </a:path>
            </a:pathLst>
          </a:custGeom>
          <a:solidFill>
            <a:schemeClr val="accent5"/>
          </a:solidFill>
          <a:ln w="9525">
            <a:noFill/>
            <a:round/>
            <a:headEnd/>
            <a:tailEnd/>
          </a:ln>
        </p:spPr>
        <p:txBody>
          <a:bodyPr/>
          <a:lstStyle/>
          <a:p>
            <a:pPr fontAlgn="auto">
              <a:spcBef>
                <a:spcPts val="0"/>
              </a:spcBef>
              <a:spcAft>
                <a:spcPts val="0"/>
              </a:spcAft>
              <a:defRPr/>
            </a:pPr>
            <a:endParaRPr lang="en-GB">
              <a:latin typeface="+mn-lt"/>
              <a:cs typeface="+mn-cs"/>
            </a:endParaRPr>
          </a:p>
        </p:txBody>
      </p:sp>
      <p:grpSp>
        <p:nvGrpSpPr>
          <p:cNvPr id="10" name="Group 14"/>
          <p:cNvGrpSpPr>
            <a:grpSpLocks noChangeAspect="1"/>
          </p:cNvGrpSpPr>
          <p:nvPr userDrawn="1"/>
        </p:nvGrpSpPr>
        <p:grpSpPr bwMode="auto">
          <a:xfrm>
            <a:off x="407988" y="695325"/>
            <a:ext cx="5040312" cy="1123950"/>
            <a:chOff x="728663" y="4465638"/>
            <a:chExt cx="5354637" cy="1193800"/>
          </a:xfrm>
        </p:grpSpPr>
        <p:sp>
          <p:nvSpPr>
            <p:cNvPr id="11" name="Freeform 11"/>
            <p:cNvSpPr>
              <a:spLocks/>
            </p:cNvSpPr>
            <p:nvPr userDrawn="1"/>
          </p:nvSpPr>
          <p:spPr bwMode="auto">
            <a:xfrm>
              <a:off x="5464175" y="4830763"/>
              <a:ext cx="619125" cy="503238"/>
            </a:xfrm>
            <a:custGeom>
              <a:avLst/>
              <a:gdLst>
                <a:gd name="T0" fmla="*/ 125 w 189"/>
                <a:gd name="T1" fmla="*/ 107 h 154"/>
                <a:gd name="T2" fmla="*/ 189 w 189"/>
                <a:gd name="T3" fmla="*/ 43 h 154"/>
                <a:gd name="T4" fmla="*/ 142 w 189"/>
                <a:gd name="T5" fmla="*/ 0 h 154"/>
                <a:gd name="T6" fmla="*/ 50 w 189"/>
                <a:gd name="T7" fmla="*/ 99 h 154"/>
                <a:gd name="T8" fmla="*/ 0 w 189"/>
                <a:gd name="T9" fmla="*/ 144 h 154"/>
                <a:gd name="T10" fmla="*/ 37 w 189"/>
                <a:gd name="T11" fmla="*/ 154 h 154"/>
                <a:gd name="T12" fmla="*/ 125 w 189"/>
                <a:gd name="T13" fmla="*/ 125 h 154"/>
                <a:gd name="T14" fmla="*/ 81 w 189"/>
                <a:gd name="T15" fmla="*/ 85 h 154"/>
                <a:gd name="T16" fmla="*/ 125 w 189"/>
                <a:gd name="T17" fmla="*/ 107 h 15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 name="Freeform 12"/>
            <p:cNvSpPr>
              <a:spLocks noEditPoints="1"/>
            </p:cNvSpPr>
            <p:nvPr userDrawn="1"/>
          </p:nvSpPr>
          <p:spPr bwMode="auto">
            <a:xfrm>
              <a:off x="728663" y="4483100"/>
              <a:ext cx="4352925" cy="1176338"/>
            </a:xfrm>
            <a:custGeom>
              <a:avLst/>
              <a:gdLst>
                <a:gd name="T0" fmla="*/ 1281 w 1328"/>
                <a:gd name="T1" fmla="*/ 86 h 359"/>
                <a:gd name="T2" fmla="*/ 1240 w 1328"/>
                <a:gd name="T3" fmla="*/ 210 h 359"/>
                <a:gd name="T4" fmla="*/ 1122 w 1328"/>
                <a:gd name="T5" fmla="*/ 182 h 359"/>
                <a:gd name="T6" fmla="*/ 1121 w 1328"/>
                <a:gd name="T7" fmla="*/ 104 h 359"/>
                <a:gd name="T8" fmla="*/ 1061 w 1328"/>
                <a:gd name="T9" fmla="*/ 211 h 359"/>
                <a:gd name="T10" fmla="*/ 1007 w 1328"/>
                <a:gd name="T11" fmla="*/ 84 h 359"/>
                <a:gd name="T12" fmla="*/ 924 w 1328"/>
                <a:gd name="T13" fmla="*/ 86 h 359"/>
                <a:gd name="T14" fmla="*/ 830 w 1328"/>
                <a:gd name="T15" fmla="*/ 72 h 359"/>
                <a:gd name="T16" fmla="*/ 781 w 1328"/>
                <a:gd name="T17" fmla="*/ 160 h 359"/>
                <a:gd name="T18" fmla="*/ 756 w 1328"/>
                <a:gd name="T19" fmla="*/ 81 h 359"/>
                <a:gd name="T20" fmla="*/ 666 w 1328"/>
                <a:gd name="T21" fmla="*/ 200 h 359"/>
                <a:gd name="T22" fmla="*/ 677 w 1328"/>
                <a:gd name="T23" fmla="*/ 82 h 359"/>
                <a:gd name="T24" fmla="*/ 628 w 1328"/>
                <a:gd name="T25" fmla="*/ 196 h 359"/>
                <a:gd name="T26" fmla="*/ 585 w 1328"/>
                <a:gd name="T27" fmla="*/ 113 h 359"/>
                <a:gd name="T28" fmla="*/ 527 w 1328"/>
                <a:gd name="T29" fmla="*/ 198 h 359"/>
                <a:gd name="T30" fmla="*/ 586 w 1328"/>
                <a:gd name="T31" fmla="*/ 102 h 359"/>
                <a:gd name="T32" fmla="*/ 493 w 1328"/>
                <a:gd name="T33" fmla="*/ 118 h 359"/>
                <a:gd name="T34" fmla="*/ 454 w 1328"/>
                <a:gd name="T35" fmla="*/ 147 h 359"/>
                <a:gd name="T36" fmla="*/ 368 w 1328"/>
                <a:gd name="T37" fmla="*/ 111 h 359"/>
                <a:gd name="T38" fmla="*/ 335 w 1328"/>
                <a:gd name="T39" fmla="*/ 90 h 359"/>
                <a:gd name="T40" fmla="*/ 309 w 1328"/>
                <a:gd name="T41" fmla="*/ 215 h 359"/>
                <a:gd name="T42" fmla="*/ 280 w 1328"/>
                <a:gd name="T43" fmla="*/ 124 h 359"/>
                <a:gd name="T44" fmla="*/ 224 w 1328"/>
                <a:gd name="T45" fmla="*/ 211 h 359"/>
                <a:gd name="T46" fmla="*/ 286 w 1328"/>
                <a:gd name="T47" fmla="*/ 113 h 359"/>
                <a:gd name="T48" fmla="*/ 182 w 1328"/>
                <a:gd name="T49" fmla="*/ 145 h 359"/>
                <a:gd name="T50" fmla="*/ 39 w 1328"/>
                <a:gd name="T51" fmla="*/ 128 h 359"/>
                <a:gd name="T52" fmla="*/ 136 w 1328"/>
                <a:gd name="T53" fmla="*/ 72 h 359"/>
                <a:gd name="T54" fmla="*/ 109 w 1328"/>
                <a:gd name="T55" fmla="*/ 0 h 359"/>
                <a:gd name="T56" fmla="*/ 90 w 1328"/>
                <a:gd name="T57" fmla="*/ 249 h 359"/>
                <a:gd name="T58" fmla="*/ 218 w 1328"/>
                <a:gd name="T59" fmla="*/ 238 h 359"/>
                <a:gd name="T60" fmla="*/ 306 w 1328"/>
                <a:gd name="T61" fmla="*/ 238 h 359"/>
                <a:gd name="T62" fmla="*/ 377 w 1328"/>
                <a:gd name="T63" fmla="*/ 337 h 359"/>
                <a:gd name="T64" fmla="*/ 404 w 1328"/>
                <a:gd name="T65" fmla="*/ 109 h 359"/>
                <a:gd name="T66" fmla="*/ 420 w 1328"/>
                <a:gd name="T67" fmla="*/ 182 h 359"/>
                <a:gd name="T68" fmla="*/ 392 w 1328"/>
                <a:gd name="T69" fmla="*/ 239 h 359"/>
                <a:gd name="T70" fmla="*/ 480 w 1328"/>
                <a:gd name="T71" fmla="*/ 160 h 359"/>
                <a:gd name="T72" fmla="*/ 519 w 1328"/>
                <a:gd name="T73" fmla="*/ 227 h 359"/>
                <a:gd name="T74" fmla="*/ 564 w 1328"/>
                <a:gd name="T75" fmla="*/ 226 h 359"/>
                <a:gd name="T76" fmla="*/ 526 w 1328"/>
                <a:gd name="T77" fmla="*/ 359 h 359"/>
                <a:gd name="T78" fmla="*/ 639 w 1328"/>
                <a:gd name="T79" fmla="*/ 214 h 359"/>
                <a:gd name="T80" fmla="*/ 758 w 1328"/>
                <a:gd name="T81" fmla="*/ 189 h 359"/>
                <a:gd name="T82" fmla="*/ 829 w 1328"/>
                <a:gd name="T83" fmla="*/ 111 h 359"/>
                <a:gd name="T84" fmla="*/ 920 w 1328"/>
                <a:gd name="T85" fmla="*/ 128 h 359"/>
                <a:gd name="T86" fmla="*/ 1010 w 1328"/>
                <a:gd name="T87" fmla="*/ 176 h 359"/>
                <a:gd name="T88" fmla="*/ 1097 w 1328"/>
                <a:gd name="T89" fmla="*/ 200 h 359"/>
                <a:gd name="T90" fmla="*/ 1174 w 1328"/>
                <a:gd name="T91" fmla="*/ 112 h 359"/>
                <a:gd name="T92" fmla="*/ 1274 w 1328"/>
                <a:gd name="T93" fmla="*/ 196 h 359"/>
                <a:gd name="T94" fmla="*/ 1328 w 1328"/>
                <a:gd name="T95" fmla="*/ 227 h 359"/>
                <a:gd name="T96" fmla="*/ 528 w 1328"/>
                <a:gd name="T97" fmla="*/ 335 h 359"/>
                <a:gd name="T98" fmla="*/ 564 w 1328"/>
                <a:gd name="T99" fmla="*/ 248 h 359"/>
                <a:gd name="T100" fmla="*/ 674 w 1328"/>
                <a:gd name="T101" fmla="*/ 105 h 359"/>
                <a:gd name="T102" fmla="*/ 655 w 1328"/>
                <a:gd name="T103" fmla="*/ 181 h 359"/>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 name="Freeform 13"/>
            <p:cNvSpPr>
              <a:spLocks/>
            </p:cNvSpPr>
            <p:nvPr userDrawn="1"/>
          </p:nvSpPr>
          <p:spPr bwMode="auto">
            <a:xfrm>
              <a:off x="4013200" y="4541838"/>
              <a:ext cx="120650" cy="127000"/>
            </a:xfrm>
            <a:custGeom>
              <a:avLst/>
              <a:gdLst>
                <a:gd name="T0" fmla="*/ 19 w 37"/>
                <a:gd name="T1" fmla="*/ 39 h 39"/>
                <a:gd name="T2" fmla="*/ 37 w 37"/>
                <a:gd name="T3" fmla="*/ 19 h 39"/>
                <a:gd name="T4" fmla="*/ 19 w 37"/>
                <a:gd name="T5" fmla="*/ 0 h 39"/>
                <a:gd name="T6" fmla="*/ 0 w 37"/>
                <a:gd name="T7" fmla="*/ 20 h 39"/>
                <a:gd name="T8" fmla="*/ 19 w 37"/>
                <a:gd name="T9" fmla="*/ 39 h 3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 name="Freeform 14"/>
            <p:cNvSpPr>
              <a:spLocks/>
            </p:cNvSpPr>
            <p:nvPr userDrawn="1"/>
          </p:nvSpPr>
          <p:spPr bwMode="auto">
            <a:xfrm>
              <a:off x="4870450" y="4564063"/>
              <a:ext cx="112713" cy="125413"/>
            </a:xfrm>
            <a:custGeom>
              <a:avLst/>
              <a:gdLst>
                <a:gd name="T0" fmla="*/ 17 w 34"/>
                <a:gd name="T1" fmla="*/ 37 h 38"/>
                <a:gd name="T2" fmla="*/ 34 w 34"/>
                <a:gd name="T3" fmla="*/ 18 h 38"/>
                <a:gd name="T4" fmla="*/ 17 w 34"/>
                <a:gd name="T5" fmla="*/ 0 h 38"/>
                <a:gd name="T6" fmla="*/ 0 w 34"/>
                <a:gd name="T7" fmla="*/ 19 h 38"/>
                <a:gd name="T8" fmla="*/ 17 w 34"/>
                <a:gd name="T9" fmla="*/ 37 h 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 name="Freeform 15"/>
            <p:cNvSpPr>
              <a:spLocks/>
            </p:cNvSpPr>
            <p:nvPr userDrawn="1"/>
          </p:nvSpPr>
          <p:spPr bwMode="auto">
            <a:xfrm>
              <a:off x="5143500" y="4465638"/>
              <a:ext cx="939800" cy="796925"/>
            </a:xfrm>
            <a:custGeom>
              <a:avLst/>
              <a:gdLst>
                <a:gd name="T0" fmla="*/ 286 w 287"/>
                <a:gd name="T1" fmla="*/ 152 h 243"/>
                <a:gd name="T2" fmla="*/ 237 w 287"/>
                <a:gd name="T3" fmla="*/ 50 h 243"/>
                <a:gd name="T4" fmla="*/ 160 w 287"/>
                <a:gd name="T5" fmla="*/ 3 h 243"/>
                <a:gd name="T6" fmla="*/ 153 w 287"/>
                <a:gd name="T7" fmla="*/ 0 h 243"/>
                <a:gd name="T8" fmla="*/ 153 w 287"/>
                <a:gd name="T9" fmla="*/ 0 h 243"/>
                <a:gd name="T10" fmla="*/ 0 w 287"/>
                <a:gd name="T11" fmla="*/ 158 h 243"/>
                <a:gd name="T12" fmla="*/ 53 w 287"/>
                <a:gd name="T13" fmla="*/ 236 h 243"/>
                <a:gd name="T14" fmla="*/ 107 w 287"/>
                <a:gd name="T15" fmla="*/ 237 h 243"/>
                <a:gd name="T16" fmla="*/ 148 w 287"/>
                <a:gd name="T17" fmla="*/ 210 h 243"/>
                <a:gd name="T18" fmla="*/ 240 w 287"/>
                <a:gd name="T19" fmla="*/ 111 h 243"/>
                <a:gd name="T20" fmla="*/ 287 w 287"/>
                <a:gd name="T21" fmla="*/ 154 h 243"/>
                <a:gd name="T22" fmla="*/ 286 w 287"/>
                <a:gd name="T23" fmla="*/ 152 h 24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7" name="Title 1"/>
          <p:cNvSpPr>
            <a:spLocks noGrp="1"/>
          </p:cNvSpPr>
          <p:nvPr>
            <p:ph type="ctrTitle"/>
          </p:nvPr>
        </p:nvSpPr>
        <p:spPr>
          <a:xfrm>
            <a:off x="407988" y="2339788"/>
            <a:ext cx="4967932" cy="14498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oAutofit/>
          </a:bodyPr>
          <a:lstStyle>
            <a:lvl1pPr>
              <a:lnSpc>
                <a:spcPts val="3000"/>
              </a:lnSpc>
              <a:defRPr lang="en-US" sz="2600" b="0" dirty="0">
                <a:solidFill>
                  <a:schemeClr val="accent1"/>
                </a:solidFill>
              </a:defRPr>
            </a:lvl1pPr>
          </a:lstStyle>
          <a:p>
            <a:pPr lvl="0"/>
            <a:r>
              <a:rPr lang="en-US"/>
              <a:t>Click to edit Master title style</a:t>
            </a:r>
            <a:endParaRPr lang="en-US" dirty="0"/>
          </a:p>
        </p:txBody>
      </p:sp>
      <p:sp>
        <p:nvSpPr>
          <p:cNvPr id="8" name="Subtitle 2"/>
          <p:cNvSpPr>
            <a:spLocks noGrp="1"/>
          </p:cNvSpPr>
          <p:nvPr>
            <p:ph type="subTitle" idx="1"/>
          </p:nvPr>
        </p:nvSpPr>
        <p:spPr>
          <a:xfrm>
            <a:off x="407988" y="3932559"/>
            <a:ext cx="4967932" cy="1223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600" dirty="0">
                <a:solidFill>
                  <a:schemeClr val="accent1"/>
                </a:solidFill>
              </a:defRPr>
            </a:lvl1pPr>
          </a:lstStyle>
          <a:p>
            <a:pPr lvl="0"/>
            <a:r>
              <a:rPr lang="en-US"/>
              <a:t>Click to edit Master subtitle style</a:t>
            </a:r>
            <a:endParaRPr lang="en-US" dirty="0"/>
          </a:p>
        </p:txBody>
      </p:sp>
      <p:sp>
        <p:nvSpPr>
          <p:cNvPr id="16" name="Picture Placeholder 11">
            <a:extLst/>
          </p:cNvPr>
          <p:cNvSpPr>
            <a:spLocks noGrp="1"/>
          </p:cNvSpPr>
          <p:nvPr>
            <p:ph type="pic" sz="quarter" idx="10"/>
          </p:nvPr>
        </p:nvSpPr>
        <p:spPr>
          <a:xfrm>
            <a:off x="5537200" y="-1588"/>
            <a:ext cx="6654800" cy="6859588"/>
          </a:xfrm>
          <a:prstGeom prst="rect">
            <a:avLst/>
          </a:prstGeom>
        </p:spPr>
        <p:txBody>
          <a:bodyPr anchor="ctr"/>
          <a:lstStyle>
            <a:lvl1pPr marL="0" indent="0" algn="ctr">
              <a:buNone/>
              <a:defRPr/>
            </a:lvl1pPr>
          </a:lstStyle>
          <a:p>
            <a:pPr lvl="0"/>
            <a:r>
              <a:rPr lang="fr-FR" noProof="0"/>
              <a:t>Cliquez sur l'icône pour ajouter une image</a:t>
            </a:r>
            <a:endParaRPr lang="pt-PT" noProof="0"/>
          </a:p>
        </p:txBody>
      </p:sp>
    </p:spTree>
    <p:extLst>
      <p:ext uri="{BB962C8B-B14F-4D97-AF65-F5344CB8AC3E}">
        <p14:creationId xmlns:p14="http://schemas.microsoft.com/office/powerpoint/2010/main" val="22279347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Section break 3">
    <p:spTree>
      <p:nvGrpSpPr>
        <p:cNvPr id="1" name=""/>
        <p:cNvGrpSpPr/>
        <p:nvPr/>
      </p:nvGrpSpPr>
      <p:grpSpPr>
        <a:xfrm>
          <a:off x="0" y="0"/>
          <a:ext cx="0" cy="0"/>
          <a:chOff x="0" y="0"/>
          <a:chExt cx="0" cy="0"/>
        </a:xfrm>
      </p:grpSpPr>
      <p:graphicFrame>
        <p:nvGraphicFramePr>
          <p:cNvPr id="4" name="Object 20" hidden="1"/>
          <p:cNvGraphicFramePr>
            <a:graphicFrameLocks noChangeAspect="1"/>
          </p:cNvGraphicFramePr>
          <p:nvPr>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91278" name="think-cell Slide" r:id="rId5" imgW="360" imgH="360" progId="TCLayout.ActiveDocument.1">
                  <p:embed/>
                </p:oleObj>
              </mc:Choice>
              <mc:Fallback>
                <p:oleObj name="think-cell Slide" r:id="rId5" imgW="360" imgH="360" progId="TCLayout.ActiveDocument.1">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5" name="Groupe 1"/>
          <p:cNvGrpSpPr>
            <a:grpSpLocks/>
          </p:cNvGrpSpPr>
          <p:nvPr/>
        </p:nvGrpSpPr>
        <p:grpSpPr bwMode="auto">
          <a:xfrm>
            <a:off x="11501438" y="171450"/>
            <a:ext cx="419100" cy="388938"/>
            <a:chOff x="11501102" y="171573"/>
            <a:chExt cx="419436" cy="388988"/>
          </a:xfrm>
        </p:grpSpPr>
        <p:sp>
          <p:nvSpPr>
            <p:cNvPr id="6" name="Freeform 13"/>
            <p:cNvSpPr>
              <a:spLocks/>
            </p:cNvSpPr>
            <p:nvPr userDrawn="1"/>
          </p:nvSpPr>
          <p:spPr bwMode="auto">
            <a:xfrm>
              <a:off x="11644642" y="334376"/>
              <a:ext cx="275896" cy="226185"/>
            </a:xfrm>
            <a:custGeom>
              <a:avLst/>
              <a:gdLst>
                <a:gd name="T0" fmla="*/ 125 w 188"/>
                <a:gd name="T1" fmla="*/ 107 h 154"/>
                <a:gd name="T2" fmla="*/ 188 w 188"/>
                <a:gd name="T3" fmla="*/ 43 h 154"/>
                <a:gd name="T4" fmla="*/ 141 w 188"/>
                <a:gd name="T5" fmla="*/ 0 h 154"/>
                <a:gd name="T6" fmla="*/ 49 w 188"/>
                <a:gd name="T7" fmla="*/ 99 h 154"/>
                <a:gd name="T8" fmla="*/ 0 w 188"/>
                <a:gd name="T9" fmla="*/ 144 h 154"/>
                <a:gd name="T10" fmla="*/ 37 w 188"/>
                <a:gd name="T11" fmla="*/ 154 h 154"/>
                <a:gd name="T12" fmla="*/ 125 w 188"/>
                <a:gd name="T13" fmla="*/ 125 h 154"/>
                <a:gd name="T14" fmla="*/ 81 w 188"/>
                <a:gd name="T15" fmla="*/ 86 h 154"/>
                <a:gd name="T16" fmla="*/ 125 w 188"/>
                <a:gd name="T17" fmla="*/ 107 h 15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 name="Freeform 14"/>
            <p:cNvSpPr>
              <a:spLocks/>
            </p:cNvSpPr>
            <p:nvPr userDrawn="1"/>
          </p:nvSpPr>
          <p:spPr bwMode="auto">
            <a:xfrm>
              <a:off x="11501102" y="171573"/>
              <a:ext cx="419436" cy="356676"/>
            </a:xfrm>
            <a:custGeom>
              <a:avLst/>
              <a:gdLst>
                <a:gd name="T0" fmla="*/ 286 w 286"/>
                <a:gd name="T1" fmla="*/ 152 h 243"/>
                <a:gd name="T2" fmla="*/ 237 w 286"/>
                <a:gd name="T3" fmla="*/ 51 h 243"/>
                <a:gd name="T4" fmla="*/ 160 w 286"/>
                <a:gd name="T5" fmla="*/ 3 h 243"/>
                <a:gd name="T6" fmla="*/ 153 w 286"/>
                <a:gd name="T7" fmla="*/ 0 h 243"/>
                <a:gd name="T8" fmla="*/ 153 w 286"/>
                <a:gd name="T9" fmla="*/ 0 h 243"/>
                <a:gd name="T10" fmla="*/ 0 w 286"/>
                <a:gd name="T11" fmla="*/ 158 h 243"/>
                <a:gd name="T12" fmla="*/ 53 w 286"/>
                <a:gd name="T13" fmla="*/ 236 h 243"/>
                <a:gd name="T14" fmla="*/ 107 w 286"/>
                <a:gd name="T15" fmla="*/ 237 h 243"/>
                <a:gd name="T16" fmla="*/ 147 w 286"/>
                <a:gd name="T17" fmla="*/ 210 h 243"/>
                <a:gd name="T18" fmla="*/ 239 w 286"/>
                <a:gd name="T19" fmla="*/ 111 h 243"/>
                <a:gd name="T20" fmla="*/ 286 w 286"/>
                <a:gd name="T21" fmla="*/ 154 h 243"/>
                <a:gd name="T22" fmla="*/ 286 w 286"/>
                <a:gd name="T23" fmla="*/ 152 h 24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10" name="Retângulo 43"/>
          <p:cNvSpPr>
            <a:spLocks noChangeArrowheads="1"/>
          </p:cNvSpPr>
          <p:nvPr/>
        </p:nvSpPr>
        <p:spPr bwMode="auto">
          <a:xfrm>
            <a:off x="11752263" y="6650038"/>
            <a:ext cx="176212" cy="12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defRPr>
                <a:solidFill>
                  <a:schemeClr val="tx1"/>
                </a:solidFill>
                <a:latin typeface="Verdana" pitchFamily="34" charset="0"/>
              </a:defRPr>
            </a:lvl1pPr>
            <a:lvl2pPr marL="742950" indent="-285750">
              <a:defRPr>
                <a:solidFill>
                  <a:schemeClr val="tx1"/>
                </a:solidFill>
                <a:latin typeface="Verdana" pitchFamily="34" charset="0"/>
              </a:defRPr>
            </a:lvl2pPr>
            <a:lvl3pPr marL="1143000" indent="-228600">
              <a:defRPr>
                <a:solidFill>
                  <a:schemeClr val="tx1"/>
                </a:solidFill>
                <a:latin typeface="Verdana" pitchFamily="34" charset="0"/>
              </a:defRPr>
            </a:lvl3pPr>
            <a:lvl4pPr marL="1600200" indent="-228600">
              <a:defRPr>
                <a:solidFill>
                  <a:schemeClr val="tx1"/>
                </a:solidFill>
                <a:latin typeface="Verdana" pitchFamily="34" charset="0"/>
              </a:defRPr>
            </a:lvl4pPr>
            <a:lvl5pPr marL="2057400" indent="-228600">
              <a:defRPr>
                <a:solidFill>
                  <a:schemeClr val="tx1"/>
                </a:solidFill>
                <a:latin typeface="Verdana" pitchFamily="34" charset="0"/>
              </a:defRPr>
            </a:lvl5pPr>
            <a:lvl6pPr marL="2514600" indent="-228600" fontAlgn="base">
              <a:spcBef>
                <a:spcPct val="0"/>
              </a:spcBef>
              <a:spcAft>
                <a:spcPct val="0"/>
              </a:spcAft>
              <a:defRPr>
                <a:solidFill>
                  <a:schemeClr val="tx1"/>
                </a:solidFill>
                <a:latin typeface="Verdana" pitchFamily="34" charset="0"/>
              </a:defRPr>
            </a:lvl6pPr>
            <a:lvl7pPr marL="2971800" indent="-228600" fontAlgn="base">
              <a:spcBef>
                <a:spcPct val="0"/>
              </a:spcBef>
              <a:spcAft>
                <a:spcPct val="0"/>
              </a:spcAft>
              <a:defRPr>
                <a:solidFill>
                  <a:schemeClr val="tx1"/>
                </a:solidFill>
                <a:latin typeface="Verdana" pitchFamily="34" charset="0"/>
              </a:defRPr>
            </a:lvl7pPr>
            <a:lvl8pPr marL="3429000" indent="-228600" fontAlgn="base">
              <a:spcBef>
                <a:spcPct val="0"/>
              </a:spcBef>
              <a:spcAft>
                <a:spcPct val="0"/>
              </a:spcAft>
              <a:defRPr>
                <a:solidFill>
                  <a:schemeClr val="tx1"/>
                </a:solidFill>
                <a:latin typeface="Verdana" pitchFamily="34" charset="0"/>
              </a:defRPr>
            </a:lvl8pPr>
            <a:lvl9pPr marL="3886200" indent="-228600" fontAlgn="base">
              <a:spcBef>
                <a:spcPct val="0"/>
              </a:spcBef>
              <a:spcAft>
                <a:spcPct val="0"/>
              </a:spcAft>
              <a:defRPr>
                <a:solidFill>
                  <a:schemeClr val="tx1"/>
                </a:solidFill>
                <a:latin typeface="Verdana" pitchFamily="34" charset="0"/>
              </a:defRPr>
            </a:lvl9pPr>
          </a:lstStyle>
          <a:p>
            <a:pPr algn="r"/>
            <a:fld id="{96CC1DED-BE1A-43A9-A972-62B7C8D4D6AD}" type="slidenum">
              <a:rPr lang="en-US" altLang="en-US" sz="800">
                <a:solidFill>
                  <a:srgbClr val="A6A6A6"/>
                </a:solidFill>
              </a:rPr>
              <a:pPr algn="r"/>
              <a:t>‹#›</a:t>
            </a:fld>
            <a:endParaRPr lang="en-US" altLang="en-US" sz="800">
              <a:solidFill>
                <a:srgbClr val="A6A6A6"/>
              </a:solidFill>
            </a:endParaRPr>
          </a:p>
        </p:txBody>
      </p:sp>
      <p:sp>
        <p:nvSpPr>
          <p:cNvPr id="11" name="Text Placeholder 7">
            <a:extLst/>
          </p:cNvPr>
          <p:cNvSpPr txBox="1">
            <a:spLocks/>
          </p:cNvSpPr>
          <p:nvPr/>
        </p:nvSpPr>
        <p:spPr>
          <a:xfrm>
            <a:off x="9017000" y="6650038"/>
            <a:ext cx="2663825" cy="123825"/>
          </a:xfrm>
          <a:prstGeom prst="rect">
            <a:avLst/>
          </a:prstGeom>
        </p:spPr>
        <p:txBody>
          <a:bodyPr lIns="0" tIns="0" rIns="0" bIns="0" anchor="ct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fontAlgn="auto">
              <a:spcAft>
                <a:spcPts val="0"/>
              </a:spcAft>
              <a:defRPr/>
            </a:pPr>
            <a:r>
              <a:rPr lang="en-US" dirty="0">
                <a:solidFill>
                  <a:schemeClr val="bg1">
                    <a:lumMod val="65000"/>
                  </a:schemeClr>
                </a:solidFill>
              </a:rPr>
              <a:t>© Capgemini 2018. All rights reserved  </a:t>
            </a:r>
            <a:r>
              <a:rPr lang="en-US" dirty="0">
                <a:solidFill>
                  <a:schemeClr val="accent2"/>
                </a:solidFill>
              </a:rPr>
              <a:t>|</a:t>
            </a:r>
          </a:p>
        </p:txBody>
      </p:sp>
      <p:graphicFrame>
        <p:nvGraphicFramePr>
          <p:cNvPr id="12" name="Object 11" hidden="1"/>
          <p:cNvGraphicFramePr>
            <a:graphicFrameLocks noChangeAspect="1"/>
          </p:cNvGraphicFramePr>
          <p:nvPr>
            <p:custDataLst>
              <p:tags r:id="rId3"/>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91279" name="think-cell Slide" r:id="rId7" imgW="360" imgH="360" progId="TCLayout.ActiveDocument.1">
                  <p:embed/>
                </p:oleObj>
              </mc:Choice>
              <mc:Fallback>
                <p:oleObj name="think-cell Slide" r:id="rId7" imgW="360" imgH="360" progId="TCLayout.ActiveDocument.1">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Freeform 6"/>
          <p:cNvSpPr>
            <a:spLocks/>
          </p:cNvSpPr>
          <p:nvPr userDrawn="1"/>
        </p:nvSpPr>
        <p:spPr bwMode="auto">
          <a:xfrm>
            <a:off x="0" y="0"/>
            <a:ext cx="7651750" cy="6858000"/>
          </a:xfrm>
          <a:custGeom>
            <a:avLst/>
            <a:gdLst>
              <a:gd name="T0" fmla="*/ 0 w 4820"/>
              <a:gd name="T1" fmla="*/ 4320 h 4320"/>
              <a:gd name="T2" fmla="*/ 0 w 4820"/>
              <a:gd name="T3" fmla="*/ 18 h 4320"/>
              <a:gd name="T4" fmla="*/ 2 w 4820"/>
              <a:gd name="T5" fmla="*/ 4 h 4320"/>
              <a:gd name="T6" fmla="*/ 18 w 4820"/>
              <a:gd name="T7" fmla="*/ 0 h 4320"/>
              <a:gd name="T8" fmla="*/ 4802 w 4820"/>
              <a:gd name="T9" fmla="*/ 0 h 4320"/>
              <a:gd name="T10" fmla="*/ 4812 w 4820"/>
              <a:gd name="T11" fmla="*/ 0 h 4320"/>
              <a:gd name="T12" fmla="*/ 4820 w 4820"/>
              <a:gd name="T13" fmla="*/ 8 h 4320"/>
              <a:gd name="T14" fmla="*/ 4820 w 4820"/>
              <a:gd name="T15" fmla="*/ 18 h 4320"/>
              <a:gd name="T16" fmla="*/ 4820 w 4820"/>
              <a:gd name="T17" fmla="*/ 50 h 4320"/>
              <a:gd name="T18" fmla="*/ 4816 w 4820"/>
              <a:gd name="T19" fmla="*/ 52 h 4320"/>
              <a:gd name="T20" fmla="*/ 4816 w 4820"/>
              <a:gd name="T21" fmla="*/ 64 h 4320"/>
              <a:gd name="T22" fmla="*/ 4808 w 4820"/>
              <a:gd name="T23" fmla="*/ 138 h 4320"/>
              <a:gd name="T24" fmla="*/ 4800 w 4820"/>
              <a:gd name="T25" fmla="*/ 200 h 4320"/>
              <a:gd name="T26" fmla="*/ 4776 w 4820"/>
              <a:gd name="T27" fmla="*/ 318 h 4320"/>
              <a:gd name="T28" fmla="*/ 4744 w 4820"/>
              <a:gd name="T29" fmla="*/ 434 h 4320"/>
              <a:gd name="T30" fmla="*/ 4704 w 4820"/>
              <a:gd name="T31" fmla="*/ 544 h 4320"/>
              <a:gd name="T32" fmla="*/ 4654 w 4820"/>
              <a:gd name="T33" fmla="*/ 652 h 4320"/>
              <a:gd name="T34" fmla="*/ 4594 w 4820"/>
              <a:gd name="T35" fmla="*/ 754 h 4320"/>
              <a:gd name="T36" fmla="*/ 4528 w 4820"/>
              <a:gd name="T37" fmla="*/ 852 h 4320"/>
              <a:gd name="T38" fmla="*/ 4452 w 4820"/>
              <a:gd name="T39" fmla="*/ 948 h 4320"/>
              <a:gd name="T40" fmla="*/ 4410 w 4820"/>
              <a:gd name="T41" fmla="*/ 994 h 4320"/>
              <a:gd name="T42" fmla="*/ 4342 w 4820"/>
              <a:gd name="T43" fmla="*/ 1064 h 4320"/>
              <a:gd name="T44" fmla="*/ 4270 w 4820"/>
              <a:gd name="T45" fmla="*/ 1130 h 4320"/>
              <a:gd name="T46" fmla="*/ 4118 w 4820"/>
              <a:gd name="T47" fmla="*/ 1252 h 4320"/>
              <a:gd name="T48" fmla="*/ 3956 w 4820"/>
              <a:gd name="T49" fmla="*/ 1360 h 4320"/>
              <a:gd name="T50" fmla="*/ 3786 w 4820"/>
              <a:gd name="T51" fmla="*/ 1458 h 4320"/>
              <a:gd name="T52" fmla="*/ 3724 w 4820"/>
              <a:gd name="T53" fmla="*/ 1488 h 4320"/>
              <a:gd name="T54" fmla="*/ 3542 w 4820"/>
              <a:gd name="T55" fmla="*/ 1574 h 4320"/>
              <a:gd name="T56" fmla="*/ 3294 w 4820"/>
              <a:gd name="T57" fmla="*/ 1678 h 4320"/>
              <a:gd name="T58" fmla="*/ 3028 w 4820"/>
              <a:gd name="T59" fmla="*/ 1790 h 4320"/>
              <a:gd name="T60" fmla="*/ 2498 w 4820"/>
              <a:gd name="T61" fmla="*/ 2020 h 4320"/>
              <a:gd name="T62" fmla="*/ 2238 w 4820"/>
              <a:gd name="T63" fmla="*/ 2142 h 4320"/>
              <a:gd name="T64" fmla="*/ 2054 w 4820"/>
              <a:gd name="T65" fmla="*/ 2232 h 4320"/>
              <a:gd name="T66" fmla="*/ 1872 w 4820"/>
              <a:gd name="T67" fmla="*/ 2326 h 4320"/>
              <a:gd name="T68" fmla="*/ 1696 w 4820"/>
              <a:gd name="T69" fmla="*/ 2428 h 4320"/>
              <a:gd name="T70" fmla="*/ 1522 w 4820"/>
              <a:gd name="T71" fmla="*/ 2538 h 4320"/>
              <a:gd name="T72" fmla="*/ 1464 w 4820"/>
              <a:gd name="T73" fmla="*/ 2578 h 4320"/>
              <a:gd name="T74" fmla="*/ 1350 w 4820"/>
              <a:gd name="T75" fmla="*/ 2664 h 4320"/>
              <a:gd name="T76" fmla="*/ 1242 w 4820"/>
              <a:gd name="T77" fmla="*/ 2758 h 4320"/>
              <a:gd name="T78" fmla="*/ 1142 w 4820"/>
              <a:gd name="T79" fmla="*/ 2860 h 4320"/>
              <a:gd name="T80" fmla="*/ 1096 w 4820"/>
              <a:gd name="T81" fmla="*/ 2916 h 4320"/>
              <a:gd name="T82" fmla="*/ 1030 w 4820"/>
              <a:gd name="T83" fmla="*/ 3008 h 4320"/>
              <a:gd name="T84" fmla="*/ 976 w 4820"/>
              <a:gd name="T85" fmla="*/ 3102 h 4320"/>
              <a:gd name="T86" fmla="*/ 934 w 4820"/>
              <a:gd name="T87" fmla="*/ 3200 h 4320"/>
              <a:gd name="T88" fmla="*/ 904 w 4820"/>
              <a:gd name="T89" fmla="*/ 3302 h 4320"/>
              <a:gd name="T90" fmla="*/ 884 w 4820"/>
              <a:gd name="T91" fmla="*/ 3404 h 4320"/>
              <a:gd name="T92" fmla="*/ 878 w 4820"/>
              <a:gd name="T93" fmla="*/ 3512 h 4320"/>
              <a:gd name="T94" fmla="*/ 884 w 4820"/>
              <a:gd name="T95" fmla="*/ 3620 h 4320"/>
              <a:gd name="T96" fmla="*/ 900 w 4820"/>
              <a:gd name="T97" fmla="*/ 3732 h 4320"/>
              <a:gd name="T98" fmla="*/ 914 w 4820"/>
              <a:gd name="T99" fmla="*/ 3788 h 4320"/>
              <a:gd name="T100" fmla="*/ 944 w 4820"/>
              <a:gd name="T101" fmla="*/ 3898 h 4320"/>
              <a:gd name="T102" fmla="*/ 982 w 4820"/>
              <a:gd name="T103" fmla="*/ 4004 h 4320"/>
              <a:gd name="T104" fmla="*/ 1028 w 4820"/>
              <a:gd name="T105" fmla="*/ 4108 h 4320"/>
              <a:gd name="T106" fmla="*/ 1052 w 4820"/>
              <a:gd name="T107" fmla="*/ 4160 h 4320"/>
              <a:gd name="T108" fmla="*/ 1126 w 4820"/>
              <a:gd name="T109" fmla="*/ 4302 h 4320"/>
              <a:gd name="T110" fmla="*/ 1130 w 4820"/>
              <a:gd name="T111" fmla="*/ 4312 h 4320"/>
              <a:gd name="T112" fmla="*/ 1130 w 4820"/>
              <a:gd name="T113" fmla="*/ 4318 h 4320"/>
              <a:gd name="T114" fmla="*/ 1116 w 4820"/>
              <a:gd name="T115" fmla="*/ 4320 h 4320"/>
              <a:gd name="T116" fmla="*/ 1100 w 4820"/>
              <a:gd name="T117" fmla="*/ 4320 h 4320"/>
              <a:gd name="T118" fmla="*/ 0 w 4820"/>
              <a:gd name="T119" fmla="*/ 4320 h 432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4820" h="4320">
                <a:moveTo>
                  <a:pt x="0" y="4320"/>
                </a:moveTo>
                <a:lnTo>
                  <a:pt x="0" y="4320"/>
                </a:lnTo>
                <a:lnTo>
                  <a:pt x="0" y="18"/>
                </a:lnTo>
                <a:lnTo>
                  <a:pt x="0" y="8"/>
                </a:lnTo>
                <a:lnTo>
                  <a:pt x="2" y="4"/>
                </a:lnTo>
                <a:lnTo>
                  <a:pt x="8" y="0"/>
                </a:lnTo>
                <a:lnTo>
                  <a:pt x="18" y="0"/>
                </a:lnTo>
                <a:lnTo>
                  <a:pt x="4802" y="0"/>
                </a:lnTo>
                <a:lnTo>
                  <a:pt x="4812" y="0"/>
                </a:lnTo>
                <a:lnTo>
                  <a:pt x="4818" y="4"/>
                </a:lnTo>
                <a:lnTo>
                  <a:pt x="4820" y="8"/>
                </a:lnTo>
                <a:lnTo>
                  <a:pt x="4820" y="18"/>
                </a:lnTo>
                <a:lnTo>
                  <a:pt x="4820" y="34"/>
                </a:lnTo>
                <a:lnTo>
                  <a:pt x="4820" y="50"/>
                </a:lnTo>
                <a:lnTo>
                  <a:pt x="4816" y="52"/>
                </a:lnTo>
                <a:lnTo>
                  <a:pt x="4816" y="56"/>
                </a:lnTo>
                <a:lnTo>
                  <a:pt x="4816" y="64"/>
                </a:lnTo>
                <a:lnTo>
                  <a:pt x="4808" y="138"/>
                </a:lnTo>
                <a:lnTo>
                  <a:pt x="4800" y="200"/>
                </a:lnTo>
                <a:lnTo>
                  <a:pt x="4790" y="260"/>
                </a:lnTo>
                <a:lnTo>
                  <a:pt x="4776" y="318"/>
                </a:lnTo>
                <a:lnTo>
                  <a:pt x="4762" y="376"/>
                </a:lnTo>
                <a:lnTo>
                  <a:pt x="4744" y="434"/>
                </a:lnTo>
                <a:lnTo>
                  <a:pt x="4726" y="490"/>
                </a:lnTo>
                <a:lnTo>
                  <a:pt x="4704" y="544"/>
                </a:lnTo>
                <a:lnTo>
                  <a:pt x="4680" y="598"/>
                </a:lnTo>
                <a:lnTo>
                  <a:pt x="4654" y="652"/>
                </a:lnTo>
                <a:lnTo>
                  <a:pt x="4626" y="704"/>
                </a:lnTo>
                <a:lnTo>
                  <a:pt x="4594" y="754"/>
                </a:lnTo>
                <a:lnTo>
                  <a:pt x="4562" y="804"/>
                </a:lnTo>
                <a:lnTo>
                  <a:pt x="4528" y="852"/>
                </a:lnTo>
                <a:lnTo>
                  <a:pt x="4490" y="900"/>
                </a:lnTo>
                <a:lnTo>
                  <a:pt x="4452" y="948"/>
                </a:lnTo>
                <a:lnTo>
                  <a:pt x="4410" y="994"/>
                </a:lnTo>
                <a:lnTo>
                  <a:pt x="4376" y="1030"/>
                </a:lnTo>
                <a:lnTo>
                  <a:pt x="4342" y="1064"/>
                </a:lnTo>
                <a:lnTo>
                  <a:pt x="4306" y="1098"/>
                </a:lnTo>
                <a:lnTo>
                  <a:pt x="4270" y="1130"/>
                </a:lnTo>
                <a:lnTo>
                  <a:pt x="4196" y="1194"/>
                </a:lnTo>
                <a:lnTo>
                  <a:pt x="4118" y="1252"/>
                </a:lnTo>
                <a:lnTo>
                  <a:pt x="4038" y="1308"/>
                </a:lnTo>
                <a:lnTo>
                  <a:pt x="3956" y="1360"/>
                </a:lnTo>
                <a:lnTo>
                  <a:pt x="3872" y="1410"/>
                </a:lnTo>
                <a:lnTo>
                  <a:pt x="3786" y="1458"/>
                </a:lnTo>
                <a:lnTo>
                  <a:pt x="3724" y="1488"/>
                </a:lnTo>
                <a:lnTo>
                  <a:pt x="3664" y="1518"/>
                </a:lnTo>
                <a:lnTo>
                  <a:pt x="3542" y="1574"/>
                </a:lnTo>
                <a:lnTo>
                  <a:pt x="3418" y="1626"/>
                </a:lnTo>
                <a:lnTo>
                  <a:pt x="3294" y="1678"/>
                </a:lnTo>
                <a:lnTo>
                  <a:pt x="3028" y="1790"/>
                </a:lnTo>
                <a:lnTo>
                  <a:pt x="2762" y="1904"/>
                </a:lnTo>
                <a:lnTo>
                  <a:pt x="2498" y="2020"/>
                </a:lnTo>
                <a:lnTo>
                  <a:pt x="2368" y="2080"/>
                </a:lnTo>
                <a:lnTo>
                  <a:pt x="2238" y="2142"/>
                </a:lnTo>
                <a:lnTo>
                  <a:pt x="2054" y="2232"/>
                </a:lnTo>
                <a:lnTo>
                  <a:pt x="1962" y="2278"/>
                </a:lnTo>
                <a:lnTo>
                  <a:pt x="1872" y="2326"/>
                </a:lnTo>
                <a:lnTo>
                  <a:pt x="1784" y="2376"/>
                </a:lnTo>
                <a:lnTo>
                  <a:pt x="1696" y="2428"/>
                </a:lnTo>
                <a:lnTo>
                  <a:pt x="1608" y="2482"/>
                </a:lnTo>
                <a:lnTo>
                  <a:pt x="1522" y="2538"/>
                </a:lnTo>
                <a:lnTo>
                  <a:pt x="1464" y="2578"/>
                </a:lnTo>
                <a:lnTo>
                  <a:pt x="1406" y="2620"/>
                </a:lnTo>
                <a:lnTo>
                  <a:pt x="1350" y="2664"/>
                </a:lnTo>
                <a:lnTo>
                  <a:pt x="1296" y="2710"/>
                </a:lnTo>
                <a:lnTo>
                  <a:pt x="1242" y="2758"/>
                </a:lnTo>
                <a:lnTo>
                  <a:pt x="1192" y="2808"/>
                </a:lnTo>
                <a:lnTo>
                  <a:pt x="1142" y="2860"/>
                </a:lnTo>
                <a:lnTo>
                  <a:pt x="1096" y="2916"/>
                </a:lnTo>
                <a:lnTo>
                  <a:pt x="1062" y="2962"/>
                </a:lnTo>
                <a:lnTo>
                  <a:pt x="1030" y="3008"/>
                </a:lnTo>
                <a:lnTo>
                  <a:pt x="1002" y="3054"/>
                </a:lnTo>
                <a:lnTo>
                  <a:pt x="976" y="3102"/>
                </a:lnTo>
                <a:lnTo>
                  <a:pt x="952" y="3152"/>
                </a:lnTo>
                <a:lnTo>
                  <a:pt x="934" y="3200"/>
                </a:lnTo>
                <a:lnTo>
                  <a:pt x="916" y="3250"/>
                </a:lnTo>
                <a:lnTo>
                  <a:pt x="904" y="3302"/>
                </a:lnTo>
                <a:lnTo>
                  <a:pt x="892" y="3352"/>
                </a:lnTo>
                <a:lnTo>
                  <a:pt x="884" y="3404"/>
                </a:lnTo>
                <a:lnTo>
                  <a:pt x="880" y="3458"/>
                </a:lnTo>
                <a:lnTo>
                  <a:pt x="878" y="3512"/>
                </a:lnTo>
                <a:lnTo>
                  <a:pt x="880" y="3566"/>
                </a:lnTo>
                <a:lnTo>
                  <a:pt x="884" y="3620"/>
                </a:lnTo>
                <a:lnTo>
                  <a:pt x="890" y="3676"/>
                </a:lnTo>
                <a:lnTo>
                  <a:pt x="900" y="3732"/>
                </a:lnTo>
                <a:lnTo>
                  <a:pt x="914" y="3788"/>
                </a:lnTo>
                <a:lnTo>
                  <a:pt x="928" y="3844"/>
                </a:lnTo>
                <a:lnTo>
                  <a:pt x="944" y="3898"/>
                </a:lnTo>
                <a:lnTo>
                  <a:pt x="962" y="3952"/>
                </a:lnTo>
                <a:lnTo>
                  <a:pt x="982" y="4004"/>
                </a:lnTo>
                <a:lnTo>
                  <a:pt x="1004" y="4056"/>
                </a:lnTo>
                <a:lnTo>
                  <a:pt x="1028" y="4108"/>
                </a:lnTo>
                <a:lnTo>
                  <a:pt x="1052" y="4160"/>
                </a:lnTo>
                <a:lnTo>
                  <a:pt x="1088" y="4232"/>
                </a:lnTo>
                <a:lnTo>
                  <a:pt x="1126" y="4302"/>
                </a:lnTo>
                <a:lnTo>
                  <a:pt x="1130" y="4312"/>
                </a:lnTo>
                <a:lnTo>
                  <a:pt x="1132" y="4316"/>
                </a:lnTo>
                <a:lnTo>
                  <a:pt x="1130" y="4318"/>
                </a:lnTo>
                <a:lnTo>
                  <a:pt x="1126" y="4320"/>
                </a:lnTo>
                <a:lnTo>
                  <a:pt x="1116" y="4320"/>
                </a:lnTo>
                <a:lnTo>
                  <a:pt x="1100" y="4320"/>
                </a:lnTo>
                <a:lnTo>
                  <a:pt x="0" y="4320"/>
                </a:lnTo>
                <a:close/>
              </a:path>
            </a:pathLst>
          </a:custGeom>
          <a:solidFill>
            <a:srgbClr val="12AAD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 name="Picture Placeholder 11">
            <a:extLst/>
          </p:cNvPr>
          <p:cNvSpPr>
            <a:spLocks noGrp="1"/>
          </p:cNvSpPr>
          <p:nvPr>
            <p:ph type="pic" sz="quarter" idx="10"/>
          </p:nvPr>
        </p:nvSpPr>
        <p:spPr>
          <a:xfrm>
            <a:off x="2273300" y="0"/>
            <a:ext cx="9918700" cy="6859588"/>
          </a:xfrm>
          <a:prstGeom prst="rect">
            <a:avLst/>
          </a:prstGeom>
        </p:spPr>
        <p:txBody>
          <a:bodyPr anchor="ctr"/>
          <a:lstStyle>
            <a:lvl1pPr marL="0" indent="0" algn="ctr">
              <a:buNone/>
              <a:defRPr/>
            </a:lvl1pPr>
          </a:lstStyle>
          <a:p>
            <a:pPr lvl="0"/>
            <a:r>
              <a:rPr lang="fr-FR" noProof="0"/>
              <a:t>Cliquez sur l'icône pour ajouter une image</a:t>
            </a:r>
            <a:endParaRPr lang="pt-PT" noProof="0"/>
          </a:p>
        </p:txBody>
      </p:sp>
      <p:sp>
        <p:nvSpPr>
          <p:cNvPr id="7" name="Text Placeholder 13">
            <a:extLst/>
          </p:cNvPr>
          <p:cNvSpPr>
            <a:spLocks noGrp="1"/>
          </p:cNvSpPr>
          <p:nvPr>
            <p:ph type="body" sz="quarter" idx="11"/>
          </p:nvPr>
        </p:nvSpPr>
        <p:spPr>
          <a:xfrm>
            <a:off x="460708" y="434513"/>
            <a:ext cx="5419268" cy="1902287"/>
          </a:xfrm>
          <a:prstGeom prst="rect">
            <a:avLst/>
          </a:prstGeom>
        </p:spPr>
        <p:txBody>
          <a:bodyPr>
            <a:noAutofit/>
          </a:bodyPr>
          <a:lstStyle>
            <a:lvl1pPr marL="0" indent="0">
              <a:buNone/>
              <a:defRPr sz="3600">
                <a:solidFill>
                  <a:schemeClr val="bg1"/>
                </a:solidFill>
              </a:defRPr>
            </a:lvl1pPr>
            <a:lvl2pPr marL="457200" indent="0">
              <a:buNone/>
              <a:defRPr sz="6000">
                <a:solidFill>
                  <a:schemeClr val="bg1"/>
                </a:solidFill>
              </a:defRPr>
            </a:lvl2pPr>
          </a:lstStyle>
          <a:p>
            <a:pPr lvl="0"/>
            <a:r>
              <a:rPr lang="en-US"/>
              <a:t>Click to edit Master text styles</a:t>
            </a:r>
          </a:p>
        </p:txBody>
      </p:sp>
    </p:spTree>
    <p:extLst>
      <p:ext uri="{BB962C8B-B14F-4D97-AF65-F5344CB8AC3E}">
        <p14:creationId xmlns:p14="http://schemas.microsoft.com/office/powerpoint/2010/main" val="14849280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re seul">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nvPr>
        </p:nvGraphicFramePr>
        <p:xfrm>
          <a:off x="0" y="0"/>
          <a:ext cx="195384" cy="158750"/>
        </p:xfrm>
        <a:graphic>
          <a:graphicData uri="http://schemas.openxmlformats.org/presentationml/2006/ole">
            <mc:AlternateContent xmlns:mc="http://schemas.openxmlformats.org/markup-compatibility/2006">
              <mc:Choice xmlns:v="urn:schemas-microsoft-com:vml" Requires="v">
                <p:oleObj spid="_x0000_s92228" name="think-cell Slide" r:id="rId5" imgW="360" imgH="360" progId="">
                  <p:embed/>
                </p:oleObj>
              </mc:Choice>
              <mc:Fallback>
                <p:oleObj name="think-cell Slide" r:id="rId5" imgW="360" imgH="360" progId="">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95384"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3"/>
            </p:custDataLst>
          </p:nvPr>
        </p:nvSpPr>
        <p:spPr>
          <a:xfrm>
            <a:off x="227013" y="0"/>
            <a:ext cx="11125200" cy="1104900"/>
          </a:xfrm>
          <a:prstGeom prst="rect">
            <a:avLst/>
          </a:prstGeom>
        </p:spPr>
        <p:txBody>
          <a:bodyPr/>
          <a:lstStyle>
            <a:lvl1pPr>
              <a:defRPr/>
            </a:lvl1pPr>
          </a:lstStyle>
          <a:p>
            <a:pPr lvl="0"/>
            <a:r>
              <a:rPr lang="en-US" noProof="0" dirty="0"/>
              <a:t>Click to edit Master title style</a:t>
            </a:r>
          </a:p>
        </p:txBody>
      </p:sp>
    </p:spTree>
    <p:extLst>
      <p:ext uri="{BB962C8B-B14F-4D97-AF65-F5344CB8AC3E}">
        <p14:creationId xmlns:p14="http://schemas.microsoft.com/office/powerpoint/2010/main" val="3727748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Final Slide 1">
    <p:spTree>
      <p:nvGrpSpPr>
        <p:cNvPr id="1" name=""/>
        <p:cNvGrpSpPr/>
        <p:nvPr/>
      </p:nvGrpSpPr>
      <p:grpSpPr>
        <a:xfrm>
          <a:off x="0" y="0"/>
          <a:ext cx="0" cy="0"/>
          <a:chOff x="0" y="0"/>
          <a:chExt cx="0" cy="0"/>
        </a:xfrm>
      </p:grpSpPr>
      <p:graphicFrame>
        <p:nvGraphicFramePr>
          <p:cNvPr id="2" name="Object 20" hidden="1"/>
          <p:cNvGraphicFramePr>
            <a:graphicFrameLocks noChangeAspect="1"/>
          </p:cNvGraphicFramePr>
          <p:nvPr>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78521" name="think-cell Slide" r:id="rId4" imgW="360" imgH="360" progId="TCLayout.ActiveDocument.1">
                  <p:embed/>
                </p:oleObj>
              </mc:Choice>
              <mc:Fallback>
                <p:oleObj name="think-cell Slide" r:id="rId4" imgW="360" imgH="360" progId="TCLayout.ActiveDocument.1">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Rectangle 2"/>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4" name="Freeform: Shape 4"/>
          <p:cNvSpPr>
            <a:spLocks/>
          </p:cNvSpPr>
          <p:nvPr userDrawn="1"/>
        </p:nvSpPr>
        <p:spPr bwMode="auto">
          <a:xfrm>
            <a:off x="0" y="0"/>
            <a:ext cx="5942013" cy="6858000"/>
          </a:xfrm>
          <a:custGeom>
            <a:avLst/>
            <a:gdLst>
              <a:gd name="T0" fmla="*/ 0 w 5942703"/>
              <a:gd name="T1" fmla="*/ 0 h 6858000"/>
              <a:gd name="T2" fmla="*/ 1934854 w 5942703"/>
              <a:gd name="T3" fmla="*/ 0 h 6858000"/>
              <a:gd name="T4" fmla="*/ 2016936 w 5942703"/>
              <a:gd name="T5" fmla="*/ 210681 h 6858000"/>
              <a:gd name="T6" fmla="*/ 5381513 w 5942703"/>
              <a:gd name="T7" fmla="*/ 2418544 h 6858000"/>
              <a:gd name="T8" fmla="*/ 3933862 w 5942703"/>
              <a:gd name="T9" fmla="*/ 6759409 h 6858000"/>
              <a:gd name="T10" fmla="*/ 3795861 w 5942703"/>
              <a:gd name="T11" fmla="*/ 6858000 h 6858000"/>
              <a:gd name="T12" fmla="*/ 0 w 5942703"/>
              <a:gd name="T13" fmla="*/ 6858000 h 68580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42703" h="6858000">
                <a:moveTo>
                  <a:pt x="0" y="0"/>
                </a:moveTo>
                <a:lnTo>
                  <a:pt x="1934854" y="0"/>
                </a:lnTo>
                <a:lnTo>
                  <a:pt x="2016936" y="210681"/>
                </a:lnTo>
                <a:cubicBezTo>
                  <a:pt x="3206701" y="3025068"/>
                  <a:pt x="5838311" y="3712297"/>
                  <a:pt x="5381513" y="2418544"/>
                </a:cubicBezTo>
                <a:cubicBezTo>
                  <a:pt x="6119798" y="2697936"/>
                  <a:pt x="6539698" y="4845048"/>
                  <a:pt x="3933862" y="6759409"/>
                </a:cubicBezTo>
                <a:lnTo>
                  <a:pt x="3795861" y="6858000"/>
                </a:lnTo>
                <a:lnTo>
                  <a:pt x="0" y="6858000"/>
                </a:lnTo>
                <a:lnTo>
                  <a:pt x="0" y="0"/>
                </a:lnTo>
                <a:close/>
              </a:path>
            </a:pathLst>
          </a:custGeom>
          <a:solidFill>
            <a:srgbClr val="300B4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5" name="Group 5"/>
          <p:cNvGrpSpPr>
            <a:grpSpLocks/>
          </p:cNvGrpSpPr>
          <p:nvPr userDrawn="1"/>
        </p:nvGrpSpPr>
        <p:grpSpPr bwMode="auto">
          <a:xfrm>
            <a:off x="4978400" y="2403475"/>
            <a:ext cx="735013" cy="682625"/>
            <a:chOff x="5662614" y="3032124"/>
            <a:chExt cx="863600" cy="801689"/>
          </a:xfrm>
        </p:grpSpPr>
        <p:sp>
          <p:nvSpPr>
            <p:cNvPr id="6" name="Freeform 9"/>
            <p:cNvSpPr>
              <a:spLocks/>
            </p:cNvSpPr>
            <p:nvPr/>
          </p:nvSpPr>
          <p:spPr bwMode="auto">
            <a:xfrm>
              <a:off x="5959476" y="3368675"/>
              <a:ext cx="566738" cy="465138"/>
            </a:xfrm>
            <a:custGeom>
              <a:avLst/>
              <a:gdLst>
                <a:gd name="T0" fmla="*/ 376557 w 149"/>
                <a:gd name="T1" fmla="*/ 324072 h 122"/>
                <a:gd name="T2" fmla="*/ 566738 w 149"/>
                <a:gd name="T3" fmla="*/ 129629 h 122"/>
                <a:gd name="T4" fmla="*/ 426004 w 149"/>
                <a:gd name="T5" fmla="*/ 0 h 122"/>
                <a:gd name="T6" fmla="*/ 148341 w 149"/>
                <a:gd name="T7" fmla="*/ 297383 h 122"/>
                <a:gd name="T8" fmla="*/ 0 w 149"/>
                <a:gd name="T9" fmla="*/ 434637 h 122"/>
                <a:gd name="T10" fmla="*/ 110305 w 149"/>
                <a:gd name="T11" fmla="*/ 465138 h 122"/>
                <a:gd name="T12" fmla="*/ 376557 w 149"/>
                <a:gd name="T13" fmla="*/ 377448 h 122"/>
                <a:gd name="T14" fmla="*/ 243431 w 149"/>
                <a:gd name="T15" fmla="*/ 259257 h 122"/>
                <a:gd name="T16" fmla="*/ 376557 w 149"/>
                <a:gd name="T17" fmla="*/ 324072 h 12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49" h="122">
                  <a:moveTo>
                    <a:pt x="99" y="85"/>
                  </a:moveTo>
                  <a:cubicBezTo>
                    <a:pt x="127" y="85"/>
                    <a:pt x="149" y="62"/>
                    <a:pt x="149" y="34"/>
                  </a:cubicBezTo>
                  <a:cubicBezTo>
                    <a:pt x="147" y="22"/>
                    <a:pt x="143" y="0"/>
                    <a:pt x="112" y="0"/>
                  </a:cubicBezTo>
                  <a:cubicBezTo>
                    <a:pt x="78" y="0"/>
                    <a:pt x="67" y="48"/>
                    <a:pt x="39" y="78"/>
                  </a:cubicBezTo>
                  <a:cubicBezTo>
                    <a:pt x="37" y="96"/>
                    <a:pt x="20" y="111"/>
                    <a:pt x="0" y="114"/>
                  </a:cubicBezTo>
                  <a:cubicBezTo>
                    <a:pt x="5" y="119"/>
                    <a:pt x="16" y="122"/>
                    <a:pt x="29" y="122"/>
                  </a:cubicBezTo>
                  <a:cubicBezTo>
                    <a:pt x="54" y="122"/>
                    <a:pt x="84" y="115"/>
                    <a:pt x="99" y="99"/>
                  </a:cubicBezTo>
                  <a:cubicBezTo>
                    <a:pt x="78" y="100"/>
                    <a:pt x="65" y="86"/>
                    <a:pt x="64" y="68"/>
                  </a:cubicBezTo>
                  <a:cubicBezTo>
                    <a:pt x="74" y="80"/>
                    <a:pt x="85" y="85"/>
                    <a:pt x="99" y="85"/>
                  </a:cubicBezTo>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 name="Freeform 12"/>
            <p:cNvSpPr>
              <a:spLocks/>
            </p:cNvSpPr>
            <p:nvPr/>
          </p:nvSpPr>
          <p:spPr bwMode="auto">
            <a:xfrm>
              <a:off x="5662614" y="3032124"/>
              <a:ext cx="863600" cy="736599"/>
            </a:xfrm>
            <a:custGeom>
              <a:avLst/>
              <a:gdLst>
                <a:gd name="T0" fmla="*/ 863600 w 227"/>
                <a:gd name="T1" fmla="*/ 457989 h 193"/>
                <a:gd name="T2" fmla="*/ 715228 w 227"/>
                <a:gd name="T3" fmla="*/ 152663 h 193"/>
                <a:gd name="T4" fmla="*/ 483159 w 227"/>
                <a:gd name="T5" fmla="*/ 11450 h 193"/>
                <a:gd name="T6" fmla="*/ 464137 w 227"/>
                <a:gd name="T7" fmla="*/ 0 h 193"/>
                <a:gd name="T8" fmla="*/ 464137 w 227"/>
                <a:gd name="T9" fmla="*/ 0 h 193"/>
                <a:gd name="T10" fmla="*/ 0 w 227"/>
                <a:gd name="T11" fmla="*/ 477072 h 193"/>
                <a:gd name="T12" fmla="*/ 159785 w 227"/>
                <a:gd name="T13" fmla="*/ 713700 h 193"/>
                <a:gd name="T14" fmla="*/ 323374 w 227"/>
                <a:gd name="T15" fmla="*/ 717516 h 193"/>
                <a:gd name="T16" fmla="*/ 445115 w 227"/>
                <a:gd name="T17" fmla="*/ 633551 h 193"/>
                <a:gd name="T18" fmla="*/ 722837 w 227"/>
                <a:gd name="T19" fmla="*/ 335859 h 193"/>
                <a:gd name="T20" fmla="*/ 863600 w 227"/>
                <a:gd name="T21" fmla="*/ 465622 h 193"/>
                <a:gd name="T22" fmla="*/ 863600 w 227"/>
                <a:gd name="T23" fmla="*/ 457989 h 19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27" h="193">
                  <a:moveTo>
                    <a:pt x="227" y="120"/>
                  </a:moveTo>
                  <a:cubicBezTo>
                    <a:pt x="226" y="89"/>
                    <a:pt x="211" y="62"/>
                    <a:pt x="188" y="40"/>
                  </a:cubicBezTo>
                  <a:cubicBezTo>
                    <a:pt x="170" y="24"/>
                    <a:pt x="149" y="12"/>
                    <a:pt x="127" y="3"/>
                  </a:cubicBezTo>
                  <a:cubicBezTo>
                    <a:pt x="125" y="2"/>
                    <a:pt x="123" y="1"/>
                    <a:pt x="122" y="0"/>
                  </a:cubicBezTo>
                  <a:cubicBezTo>
                    <a:pt x="122" y="0"/>
                    <a:pt x="122" y="0"/>
                    <a:pt x="122" y="0"/>
                  </a:cubicBezTo>
                  <a:cubicBezTo>
                    <a:pt x="94" y="33"/>
                    <a:pt x="0" y="57"/>
                    <a:pt x="0" y="125"/>
                  </a:cubicBezTo>
                  <a:cubicBezTo>
                    <a:pt x="0" y="152"/>
                    <a:pt x="17" y="177"/>
                    <a:pt x="42" y="187"/>
                  </a:cubicBezTo>
                  <a:cubicBezTo>
                    <a:pt x="56" y="193"/>
                    <a:pt x="71" y="193"/>
                    <a:pt x="85" y="188"/>
                  </a:cubicBezTo>
                  <a:cubicBezTo>
                    <a:pt x="98" y="184"/>
                    <a:pt x="108" y="176"/>
                    <a:pt x="117" y="166"/>
                  </a:cubicBezTo>
                  <a:cubicBezTo>
                    <a:pt x="145" y="136"/>
                    <a:pt x="156" y="88"/>
                    <a:pt x="190" y="88"/>
                  </a:cubicBezTo>
                  <a:cubicBezTo>
                    <a:pt x="221" y="88"/>
                    <a:pt x="225" y="110"/>
                    <a:pt x="227" y="122"/>
                  </a:cubicBezTo>
                  <a:cubicBezTo>
                    <a:pt x="227" y="122"/>
                    <a:pt x="227" y="121"/>
                    <a:pt x="227" y="120"/>
                  </a:cubicBezTo>
                </a:path>
              </a:pathLst>
            </a:custGeom>
            <a:solidFill>
              <a:srgbClr val="0075B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8" name="Rectangle 7"/>
          <p:cNvSpPr/>
          <p:nvPr userDrawn="1"/>
        </p:nvSpPr>
        <p:spPr>
          <a:xfrm>
            <a:off x="6535738" y="2886075"/>
            <a:ext cx="4900612" cy="7699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lstStyle/>
          <a:p>
            <a:pPr algn="just" fontAlgn="auto">
              <a:spcBef>
                <a:spcPts val="0"/>
              </a:spcBef>
              <a:spcAft>
                <a:spcPts val="0"/>
              </a:spcAft>
              <a:defRPr/>
            </a:pPr>
            <a:r>
              <a:rPr lang="en-US" sz="900" dirty="0">
                <a:solidFill>
                  <a:schemeClr val="tx1"/>
                </a:solidFill>
              </a:rPr>
              <a:t>A global leader in consulting, technology services and digital transformation, Capgemini is at the forefront of innovation to address the entire breadth of clients’ opportunities in the evolving world of cloud, digital and platforms. </a:t>
            </a:r>
            <a:r>
              <a:rPr lang="en-GB" sz="900" dirty="0">
                <a:solidFill>
                  <a:schemeClr val="tx1"/>
                </a:solidFill>
              </a:rPr>
              <a:t>Building on its strong 50-year heritage and deep industry-specific expertise, Capgemini enables organizations to realize their business ambitions through an array of services </a:t>
            </a:r>
            <a:r>
              <a:rPr lang="en-US" sz="900" dirty="0">
                <a:solidFill>
                  <a:schemeClr val="tx1"/>
                </a:solidFill>
              </a:rPr>
              <a:t>from strategy to operations. Capgemini is driven by the conviction that the business value of technology comes from and through people. It is a multicultural company of 200,000 team members in over 40 countries. The Group reported 2016 global revenues of EUR 12.5 billion.</a:t>
            </a:r>
          </a:p>
        </p:txBody>
      </p:sp>
      <p:sp>
        <p:nvSpPr>
          <p:cNvPr id="9" name="Rectangle 8"/>
          <p:cNvSpPr/>
          <p:nvPr userDrawn="1"/>
        </p:nvSpPr>
        <p:spPr>
          <a:xfrm>
            <a:off x="6535738" y="2506663"/>
            <a:ext cx="2220912" cy="2301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spAutoFit/>
          </a:bodyPr>
          <a:lstStyle/>
          <a:p>
            <a:pPr fontAlgn="auto">
              <a:lnSpc>
                <a:spcPts val="2000"/>
              </a:lnSpc>
              <a:spcBef>
                <a:spcPts val="0"/>
              </a:spcBef>
              <a:spcAft>
                <a:spcPts val="0"/>
              </a:spcAft>
              <a:defRPr/>
            </a:pPr>
            <a:r>
              <a:rPr lang="en-US" sz="1400" dirty="0">
                <a:solidFill>
                  <a:schemeClr val="accent1"/>
                </a:solidFill>
              </a:rPr>
              <a:t>About Capgemini</a:t>
            </a:r>
          </a:p>
        </p:txBody>
      </p:sp>
      <p:sp>
        <p:nvSpPr>
          <p:cNvPr id="10" name="Rectangle 9"/>
          <p:cNvSpPr/>
          <p:nvPr userDrawn="1"/>
        </p:nvSpPr>
        <p:spPr>
          <a:xfrm>
            <a:off x="6535738" y="4235450"/>
            <a:ext cx="2057400" cy="4079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lstStyle/>
          <a:p>
            <a:pPr algn="just" fontAlgn="auto">
              <a:lnSpc>
                <a:spcPts val="1200"/>
              </a:lnSpc>
              <a:spcBef>
                <a:spcPts val="0"/>
              </a:spcBef>
              <a:spcAft>
                <a:spcPts val="600"/>
              </a:spcAft>
              <a:defRPr/>
            </a:pPr>
            <a:r>
              <a:rPr lang="en-US" sz="900" dirty="0">
                <a:solidFill>
                  <a:schemeClr val="tx1"/>
                </a:solidFill>
              </a:rPr>
              <a:t>Learn more about us at</a:t>
            </a:r>
          </a:p>
          <a:p>
            <a:pPr algn="just" fontAlgn="auto">
              <a:lnSpc>
                <a:spcPts val="1200"/>
              </a:lnSpc>
              <a:spcBef>
                <a:spcPts val="0"/>
              </a:spcBef>
              <a:spcAft>
                <a:spcPts val="0"/>
              </a:spcAft>
              <a:defRPr/>
            </a:pPr>
            <a:r>
              <a:rPr lang="en-US" sz="1400" dirty="0">
                <a:solidFill>
                  <a:schemeClr val="accent2"/>
                </a:solidFill>
              </a:rPr>
              <a:t>www.capgemini.com</a:t>
            </a:r>
          </a:p>
        </p:txBody>
      </p:sp>
      <p:pic>
        <p:nvPicPr>
          <p:cNvPr id="11" name="Picture 2" descr="D:\My Work\Template\Icons\Social Media\LinkedIN.png">
            <a:hlinkClick r:id="rId6"/>
          </p:cNvPr>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809625" y="3979863"/>
            <a:ext cx="3333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4" descr="D:\My Work\Template\Icons\Social Media\SlideShare.png">
            <a:hlinkClick r:id="rId8"/>
          </p:cNvPr>
          <p:cNvPicPr>
            <a:picLocks noChangeAspect="1" noChangeArrowheads="1"/>
          </p:cNvPicPr>
          <p:nvPr userDrawn="1"/>
        </p:nvPicPr>
        <p:blipFill>
          <a:blip r:embed="rId9">
            <a:extLst>
              <a:ext uri="{28A0092B-C50C-407E-A947-70E740481C1C}">
                <a14:useLocalDpi xmlns:a14="http://schemas.microsoft.com/office/drawing/2010/main" val="0"/>
              </a:ext>
            </a:extLst>
          </a:blip>
          <a:srcRect/>
          <a:stretch>
            <a:fillRect/>
          </a:stretch>
        </p:blipFill>
        <p:spPr bwMode="auto">
          <a:xfrm>
            <a:off x="1193800" y="3979863"/>
            <a:ext cx="3333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5" descr="D:\My Work\Template\Icons\Social Media\Twitter.png">
            <a:hlinkClick r:id="rId10"/>
          </p:cNvPr>
          <p:cNvPicPr>
            <a:picLocks noChangeAspect="1" noChangeArrowheads="1"/>
          </p:cNvPicPr>
          <p:nvPr userDrawn="1"/>
        </p:nvPicPr>
        <p:blipFill>
          <a:blip r:embed="rId11">
            <a:extLst>
              <a:ext uri="{28A0092B-C50C-407E-A947-70E740481C1C}">
                <a14:useLocalDpi xmlns:a14="http://schemas.microsoft.com/office/drawing/2010/main" val="0"/>
              </a:ext>
            </a:extLst>
          </a:blip>
          <a:srcRect/>
          <a:stretch>
            <a:fillRect/>
          </a:stretch>
        </p:blipFill>
        <p:spPr bwMode="auto">
          <a:xfrm>
            <a:off x="1576388" y="3979863"/>
            <a:ext cx="3333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6" descr="D:\My Work\Template\Icons\Social Media\YouTube.png">
            <a:hlinkClick r:id="rId12"/>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1960563" y="3979863"/>
            <a:ext cx="3333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7" descr="D:\My Work\Template\Icons\Social Media\Facebook.png">
            <a:hlinkClick r:id="rId14"/>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427038" y="3979863"/>
            <a:ext cx="3333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Rectangle 15"/>
          <p:cNvSpPr>
            <a:spLocks noChangeArrowheads="1"/>
          </p:cNvSpPr>
          <p:nvPr userDrawn="1"/>
        </p:nvSpPr>
        <p:spPr bwMode="auto">
          <a:xfrm>
            <a:off x="427038" y="5764213"/>
            <a:ext cx="4013200" cy="44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a:solidFill>
                  <a:schemeClr val="tx1"/>
                </a:solidFill>
                <a:latin typeface="Verdana" pitchFamily="34" charset="0"/>
              </a:defRPr>
            </a:lvl1pPr>
            <a:lvl2pPr marL="742950" indent="-285750">
              <a:defRPr>
                <a:solidFill>
                  <a:schemeClr val="tx1"/>
                </a:solidFill>
                <a:latin typeface="Verdana" pitchFamily="34" charset="0"/>
              </a:defRPr>
            </a:lvl2pPr>
            <a:lvl3pPr marL="1143000" indent="-228600">
              <a:defRPr>
                <a:solidFill>
                  <a:schemeClr val="tx1"/>
                </a:solidFill>
                <a:latin typeface="Verdana" pitchFamily="34" charset="0"/>
              </a:defRPr>
            </a:lvl3pPr>
            <a:lvl4pPr marL="1600200" indent="-228600">
              <a:defRPr>
                <a:solidFill>
                  <a:schemeClr val="tx1"/>
                </a:solidFill>
                <a:latin typeface="Verdana" pitchFamily="34" charset="0"/>
              </a:defRPr>
            </a:lvl4pPr>
            <a:lvl5pPr marL="2057400" indent="-228600">
              <a:defRPr>
                <a:solidFill>
                  <a:schemeClr val="tx1"/>
                </a:solidFill>
                <a:latin typeface="Verdana" pitchFamily="34" charset="0"/>
              </a:defRPr>
            </a:lvl5pPr>
            <a:lvl6pPr marL="2514600" indent="-228600" fontAlgn="base">
              <a:spcBef>
                <a:spcPct val="0"/>
              </a:spcBef>
              <a:spcAft>
                <a:spcPct val="0"/>
              </a:spcAft>
              <a:defRPr>
                <a:solidFill>
                  <a:schemeClr val="tx1"/>
                </a:solidFill>
                <a:latin typeface="Verdana" pitchFamily="34" charset="0"/>
              </a:defRPr>
            </a:lvl6pPr>
            <a:lvl7pPr marL="2971800" indent="-228600" fontAlgn="base">
              <a:spcBef>
                <a:spcPct val="0"/>
              </a:spcBef>
              <a:spcAft>
                <a:spcPct val="0"/>
              </a:spcAft>
              <a:defRPr>
                <a:solidFill>
                  <a:schemeClr val="tx1"/>
                </a:solidFill>
                <a:latin typeface="Verdana" pitchFamily="34" charset="0"/>
              </a:defRPr>
            </a:lvl7pPr>
            <a:lvl8pPr marL="3429000" indent="-228600" fontAlgn="base">
              <a:spcBef>
                <a:spcPct val="0"/>
              </a:spcBef>
              <a:spcAft>
                <a:spcPct val="0"/>
              </a:spcAft>
              <a:defRPr>
                <a:solidFill>
                  <a:schemeClr val="tx1"/>
                </a:solidFill>
                <a:latin typeface="Verdana" pitchFamily="34" charset="0"/>
              </a:defRPr>
            </a:lvl8pPr>
            <a:lvl9pPr marL="3886200" indent="-228600" fontAlgn="base">
              <a:spcBef>
                <a:spcPct val="0"/>
              </a:spcBef>
              <a:spcAft>
                <a:spcPct val="0"/>
              </a:spcAft>
              <a:defRPr>
                <a:solidFill>
                  <a:schemeClr val="tx1"/>
                </a:solidFill>
                <a:latin typeface="Verdana" pitchFamily="34" charset="0"/>
              </a:defRPr>
            </a:lvl9pPr>
          </a:lstStyle>
          <a:p>
            <a:pPr>
              <a:spcAft>
                <a:spcPts val="600"/>
              </a:spcAft>
            </a:pPr>
            <a:r>
              <a:rPr lang="en-US" altLang="en-US" sz="800">
                <a:solidFill>
                  <a:schemeClr val="bg1"/>
                </a:solidFill>
              </a:rPr>
              <a:t>This presentation contains information that may be privileged or confidential and is the property of the Capgemini Group.</a:t>
            </a:r>
          </a:p>
          <a:p>
            <a:pPr>
              <a:spcAft>
                <a:spcPts val="600"/>
              </a:spcAft>
            </a:pPr>
            <a:r>
              <a:rPr lang="en-US" altLang="en-US" sz="800">
                <a:solidFill>
                  <a:schemeClr val="bg1"/>
                </a:solidFill>
                <a:latin typeface="Arial" charset="0"/>
              </a:rPr>
              <a:t>Copyright © 2018 Capgemini. All rights reserved.</a:t>
            </a:r>
          </a:p>
        </p:txBody>
      </p:sp>
      <p:sp>
        <p:nvSpPr>
          <p:cNvPr id="17" name="Rectangle 16">
            <a:hlinkClick r:id="rId16"/>
          </p:cNvPr>
          <p:cNvSpPr/>
          <p:nvPr userDrawn="1"/>
        </p:nvSpPr>
        <p:spPr>
          <a:xfrm>
            <a:off x="7489825" y="3811588"/>
            <a:ext cx="2336800" cy="125412"/>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dirty="0"/>
          </a:p>
        </p:txBody>
      </p:sp>
      <p:sp>
        <p:nvSpPr>
          <p:cNvPr id="18" name="Rectangle 17">
            <a:hlinkClick r:id="rId17"/>
          </p:cNvPr>
          <p:cNvSpPr/>
          <p:nvPr userDrawn="1"/>
        </p:nvSpPr>
        <p:spPr>
          <a:xfrm>
            <a:off x="10731500" y="3811588"/>
            <a:ext cx="704850" cy="125412"/>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dirty="0"/>
          </a:p>
        </p:txBody>
      </p:sp>
      <p:grpSp>
        <p:nvGrpSpPr>
          <p:cNvPr id="19" name="Groupe 26"/>
          <p:cNvGrpSpPr>
            <a:grpSpLocks noChangeAspect="1"/>
          </p:cNvGrpSpPr>
          <p:nvPr userDrawn="1"/>
        </p:nvGrpSpPr>
        <p:grpSpPr>
          <a:xfrm>
            <a:off x="444000" y="4471814"/>
            <a:ext cx="2340000" cy="181186"/>
            <a:chOff x="401412" y="4886021"/>
            <a:chExt cx="7483476" cy="579438"/>
          </a:xfrm>
          <a:solidFill>
            <a:schemeClr val="bg1"/>
          </a:solidFill>
        </p:grpSpPr>
        <p:sp>
          <p:nvSpPr>
            <p:cNvPr id="20" name="Freeform 5"/>
            <p:cNvSpPr>
              <a:spLocks noEditPoints="1"/>
            </p:cNvSpPr>
            <p:nvPr/>
          </p:nvSpPr>
          <p:spPr bwMode="auto">
            <a:xfrm>
              <a:off x="401412" y="4930471"/>
              <a:ext cx="293688" cy="422275"/>
            </a:xfrm>
            <a:custGeom>
              <a:avLst/>
              <a:gdLst>
                <a:gd name="T0" fmla="*/ 18 w 48"/>
                <a:gd name="T1" fmla="*/ 0 h 67"/>
                <a:gd name="T2" fmla="*/ 41 w 48"/>
                <a:gd name="T3" fmla="*/ 5 h 67"/>
                <a:gd name="T4" fmla="*/ 48 w 48"/>
                <a:gd name="T5" fmla="*/ 22 h 67"/>
                <a:gd name="T6" fmla="*/ 46 w 48"/>
                <a:gd name="T7" fmla="*/ 32 h 67"/>
                <a:gd name="T8" fmla="*/ 40 w 48"/>
                <a:gd name="T9" fmla="*/ 39 h 67"/>
                <a:gd name="T10" fmla="*/ 31 w 48"/>
                <a:gd name="T11" fmla="*/ 43 h 67"/>
                <a:gd name="T12" fmla="*/ 18 w 48"/>
                <a:gd name="T13" fmla="*/ 44 h 67"/>
                <a:gd name="T14" fmla="*/ 12 w 48"/>
                <a:gd name="T15" fmla="*/ 44 h 67"/>
                <a:gd name="T16" fmla="*/ 12 w 48"/>
                <a:gd name="T17" fmla="*/ 67 h 67"/>
                <a:gd name="T18" fmla="*/ 0 w 48"/>
                <a:gd name="T19" fmla="*/ 67 h 67"/>
                <a:gd name="T20" fmla="*/ 0 w 48"/>
                <a:gd name="T21" fmla="*/ 2 h 67"/>
                <a:gd name="T22" fmla="*/ 9 w 48"/>
                <a:gd name="T23" fmla="*/ 1 h 67"/>
                <a:gd name="T24" fmla="*/ 18 w 48"/>
                <a:gd name="T25" fmla="*/ 0 h 67"/>
                <a:gd name="T26" fmla="*/ 19 w 48"/>
                <a:gd name="T27" fmla="*/ 11 h 67"/>
                <a:gd name="T28" fmla="*/ 12 w 48"/>
                <a:gd name="T29" fmla="*/ 11 h 67"/>
                <a:gd name="T30" fmla="*/ 12 w 48"/>
                <a:gd name="T31" fmla="*/ 34 h 67"/>
                <a:gd name="T32" fmla="*/ 18 w 48"/>
                <a:gd name="T33" fmla="*/ 34 h 67"/>
                <a:gd name="T34" fmla="*/ 31 w 48"/>
                <a:gd name="T35" fmla="*/ 31 h 67"/>
                <a:gd name="T36" fmla="*/ 36 w 48"/>
                <a:gd name="T37" fmla="*/ 22 h 67"/>
                <a:gd name="T38" fmla="*/ 35 w 48"/>
                <a:gd name="T39" fmla="*/ 16 h 67"/>
                <a:gd name="T40" fmla="*/ 31 w 48"/>
                <a:gd name="T41" fmla="*/ 13 h 67"/>
                <a:gd name="T42" fmla="*/ 26 w 48"/>
                <a:gd name="T43" fmla="*/ 11 h 67"/>
                <a:gd name="T44" fmla="*/ 19 w 48"/>
                <a:gd name="T45" fmla="*/ 1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8" h="67">
                  <a:moveTo>
                    <a:pt x="18" y="0"/>
                  </a:moveTo>
                  <a:cubicBezTo>
                    <a:pt x="28" y="0"/>
                    <a:pt x="36" y="2"/>
                    <a:pt x="41" y="5"/>
                  </a:cubicBezTo>
                  <a:cubicBezTo>
                    <a:pt x="46" y="9"/>
                    <a:pt x="48" y="14"/>
                    <a:pt x="48" y="22"/>
                  </a:cubicBezTo>
                  <a:cubicBezTo>
                    <a:pt x="48" y="26"/>
                    <a:pt x="48" y="29"/>
                    <a:pt x="46" y="32"/>
                  </a:cubicBezTo>
                  <a:cubicBezTo>
                    <a:pt x="45" y="35"/>
                    <a:pt x="43" y="37"/>
                    <a:pt x="40" y="39"/>
                  </a:cubicBezTo>
                  <a:cubicBezTo>
                    <a:pt x="38" y="41"/>
                    <a:pt x="35" y="42"/>
                    <a:pt x="31" y="43"/>
                  </a:cubicBezTo>
                  <a:cubicBezTo>
                    <a:pt x="27" y="44"/>
                    <a:pt x="23" y="44"/>
                    <a:pt x="18" y="44"/>
                  </a:cubicBezTo>
                  <a:cubicBezTo>
                    <a:pt x="12" y="44"/>
                    <a:pt x="12" y="44"/>
                    <a:pt x="12" y="44"/>
                  </a:cubicBezTo>
                  <a:cubicBezTo>
                    <a:pt x="12" y="67"/>
                    <a:pt x="12" y="67"/>
                    <a:pt x="12" y="67"/>
                  </a:cubicBezTo>
                  <a:cubicBezTo>
                    <a:pt x="0" y="67"/>
                    <a:pt x="0" y="67"/>
                    <a:pt x="0" y="67"/>
                  </a:cubicBezTo>
                  <a:cubicBezTo>
                    <a:pt x="0" y="2"/>
                    <a:pt x="0" y="2"/>
                    <a:pt x="0" y="2"/>
                  </a:cubicBezTo>
                  <a:cubicBezTo>
                    <a:pt x="2" y="1"/>
                    <a:pt x="6" y="1"/>
                    <a:pt x="9" y="1"/>
                  </a:cubicBezTo>
                  <a:cubicBezTo>
                    <a:pt x="12" y="0"/>
                    <a:pt x="16" y="0"/>
                    <a:pt x="18" y="0"/>
                  </a:cubicBezTo>
                  <a:close/>
                  <a:moveTo>
                    <a:pt x="19" y="11"/>
                  </a:moveTo>
                  <a:cubicBezTo>
                    <a:pt x="16" y="11"/>
                    <a:pt x="14" y="11"/>
                    <a:pt x="12" y="11"/>
                  </a:cubicBezTo>
                  <a:cubicBezTo>
                    <a:pt x="12" y="34"/>
                    <a:pt x="12" y="34"/>
                    <a:pt x="12" y="34"/>
                  </a:cubicBezTo>
                  <a:cubicBezTo>
                    <a:pt x="18" y="34"/>
                    <a:pt x="18" y="34"/>
                    <a:pt x="18" y="34"/>
                  </a:cubicBezTo>
                  <a:cubicBezTo>
                    <a:pt x="23" y="34"/>
                    <a:pt x="28" y="33"/>
                    <a:pt x="31" y="31"/>
                  </a:cubicBezTo>
                  <a:cubicBezTo>
                    <a:pt x="34" y="29"/>
                    <a:pt x="36" y="26"/>
                    <a:pt x="36" y="22"/>
                  </a:cubicBezTo>
                  <a:cubicBezTo>
                    <a:pt x="36" y="20"/>
                    <a:pt x="35" y="18"/>
                    <a:pt x="35" y="16"/>
                  </a:cubicBezTo>
                  <a:cubicBezTo>
                    <a:pt x="34" y="15"/>
                    <a:pt x="33" y="14"/>
                    <a:pt x="31" y="13"/>
                  </a:cubicBezTo>
                  <a:cubicBezTo>
                    <a:pt x="30" y="12"/>
                    <a:pt x="28" y="12"/>
                    <a:pt x="26" y="11"/>
                  </a:cubicBezTo>
                  <a:cubicBezTo>
                    <a:pt x="24" y="11"/>
                    <a:pt x="22" y="11"/>
                    <a:pt x="19"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en-US">
                <a:latin typeface="+mn-lt"/>
                <a:cs typeface="+mn-cs"/>
              </a:endParaRPr>
            </a:p>
          </p:txBody>
        </p:sp>
        <p:sp>
          <p:nvSpPr>
            <p:cNvPr id="21" name="Freeform 6"/>
            <p:cNvSpPr>
              <a:spLocks noEditPoints="1"/>
            </p:cNvSpPr>
            <p:nvPr/>
          </p:nvSpPr>
          <p:spPr bwMode="auto">
            <a:xfrm>
              <a:off x="714150" y="5030484"/>
              <a:ext cx="280988" cy="334963"/>
            </a:xfrm>
            <a:custGeom>
              <a:avLst/>
              <a:gdLst>
                <a:gd name="T0" fmla="*/ 0 w 46"/>
                <a:gd name="T1" fmla="*/ 27 h 53"/>
                <a:gd name="T2" fmla="*/ 2 w 46"/>
                <a:gd name="T3" fmla="*/ 15 h 53"/>
                <a:gd name="T4" fmla="*/ 8 w 46"/>
                <a:gd name="T5" fmla="*/ 7 h 53"/>
                <a:gd name="T6" fmla="*/ 15 w 46"/>
                <a:gd name="T7" fmla="*/ 2 h 53"/>
                <a:gd name="T8" fmla="*/ 24 w 46"/>
                <a:gd name="T9" fmla="*/ 0 h 53"/>
                <a:gd name="T10" fmla="*/ 40 w 46"/>
                <a:gd name="T11" fmla="*/ 6 h 53"/>
                <a:gd name="T12" fmla="*/ 46 w 46"/>
                <a:gd name="T13" fmla="*/ 26 h 53"/>
                <a:gd name="T14" fmla="*/ 46 w 46"/>
                <a:gd name="T15" fmla="*/ 28 h 53"/>
                <a:gd name="T16" fmla="*/ 46 w 46"/>
                <a:gd name="T17" fmla="*/ 30 h 53"/>
                <a:gd name="T18" fmla="*/ 12 w 46"/>
                <a:gd name="T19" fmla="*/ 30 h 53"/>
                <a:gd name="T20" fmla="*/ 17 w 46"/>
                <a:gd name="T21" fmla="*/ 39 h 53"/>
                <a:gd name="T22" fmla="*/ 28 w 46"/>
                <a:gd name="T23" fmla="*/ 43 h 53"/>
                <a:gd name="T24" fmla="*/ 35 w 46"/>
                <a:gd name="T25" fmla="*/ 42 h 53"/>
                <a:gd name="T26" fmla="*/ 41 w 46"/>
                <a:gd name="T27" fmla="*/ 40 h 53"/>
                <a:gd name="T28" fmla="*/ 43 w 46"/>
                <a:gd name="T29" fmla="*/ 50 h 53"/>
                <a:gd name="T30" fmla="*/ 40 w 46"/>
                <a:gd name="T31" fmla="*/ 51 h 53"/>
                <a:gd name="T32" fmla="*/ 36 w 46"/>
                <a:gd name="T33" fmla="*/ 52 h 53"/>
                <a:gd name="T34" fmla="*/ 31 w 46"/>
                <a:gd name="T35" fmla="*/ 52 h 53"/>
                <a:gd name="T36" fmla="*/ 26 w 46"/>
                <a:gd name="T37" fmla="*/ 53 h 53"/>
                <a:gd name="T38" fmla="*/ 15 w 46"/>
                <a:gd name="T39" fmla="*/ 51 h 53"/>
                <a:gd name="T40" fmla="*/ 7 w 46"/>
                <a:gd name="T41" fmla="*/ 45 h 53"/>
                <a:gd name="T42" fmla="*/ 2 w 46"/>
                <a:gd name="T43" fmla="*/ 37 h 53"/>
                <a:gd name="T44" fmla="*/ 0 w 46"/>
                <a:gd name="T45" fmla="*/ 27 h 53"/>
                <a:gd name="T46" fmla="*/ 34 w 46"/>
                <a:gd name="T47" fmla="*/ 21 h 53"/>
                <a:gd name="T48" fmla="*/ 34 w 46"/>
                <a:gd name="T49" fmla="*/ 17 h 53"/>
                <a:gd name="T50" fmla="*/ 32 w 46"/>
                <a:gd name="T51" fmla="*/ 13 h 53"/>
                <a:gd name="T52" fmla="*/ 28 w 46"/>
                <a:gd name="T53" fmla="*/ 11 h 53"/>
                <a:gd name="T54" fmla="*/ 24 w 46"/>
                <a:gd name="T55" fmla="*/ 10 h 53"/>
                <a:gd name="T56" fmla="*/ 19 w 46"/>
                <a:gd name="T57" fmla="*/ 11 h 53"/>
                <a:gd name="T58" fmla="*/ 16 w 46"/>
                <a:gd name="T59" fmla="*/ 13 h 53"/>
                <a:gd name="T60" fmla="*/ 14 w 46"/>
                <a:gd name="T61" fmla="*/ 17 h 53"/>
                <a:gd name="T62" fmla="*/ 13 w 46"/>
                <a:gd name="T63" fmla="*/ 21 h 53"/>
                <a:gd name="T64" fmla="*/ 34 w 46"/>
                <a:gd name="T65" fmla="*/ 21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6" h="53">
                  <a:moveTo>
                    <a:pt x="0" y="27"/>
                  </a:moveTo>
                  <a:cubicBezTo>
                    <a:pt x="0" y="22"/>
                    <a:pt x="1" y="18"/>
                    <a:pt x="2" y="15"/>
                  </a:cubicBezTo>
                  <a:cubicBezTo>
                    <a:pt x="4" y="12"/>
                    <a:pt x="6" y="9"/>
                    <a:pt x="8" y="7"/>
                  </a:cubicBezTo>
                  <a:cubicBezTo>
                    <a:pt x="10" y="4"/>
                    <a:pt x="12" y="3"/>
                    <a:pt x="15" y="2"/>
                  </a:cubicBezTo>
                  <a:cubicBezTo>
                    <a:pt x="18" y="0"/>
                    <a:pt x="21" y="0"/>
                    <a:pt x="24" y="0"/>
                  </a:cubicBezTo>
                  <a:cubicBezTo>
                    <a:pt x="31" y="0"/>
                    <a:pt x="36" y="2"/>
                    <a:pt x="40" y="6"/>
                  </a:cubicBezTo>
                  <a:cubicBezTo>
                    <a:pt x="44" y="11"/>
                    <a:pt x="46" y="17"/>
                    <a:pt x="46" y="26"/>
                  </a:cubicBezTo>
                  <a:cubicBezTo>
                    <a:pt x="46" y="26"/>
                    <a:pt x="46" y="27"/>
                    <a:pt x="46" y="28"/>
                  </a:cubicBezTo>
                  <a:cubicBezTo>
                    <a:pt x="46" y="29"/>
                    <a:pt x="46" y="29"/>
                    <a:pt x="46" y="30"/>
                  </a:cubicBezTo>
                  <a:cubicBezTo>
                    <a:pt x="12" y="30"/>
                    <a:pt x="12" y="30"/>
                    <a:pt x="12" y="30"/>
                  </a:cubicBezTo>
                  <a:cubicBezTo>
                    <a:pt x="13" y="34"/>
                    <a:pt x="14" y="37"/>
                    <a:pt x="17" y="39"/>
                  </a:cubicBezTo>
                  <a:cubicBezTo>
                    <a:pt x="19" y="41"/>
                    <a:pt x="23" y="43"/>
                    <a:pt x="28" y="43"/>
                  </a:cubicBezTo>
                  <a:cubicBezTo>
                    <a:pt x="31" y="43"/>
                    <a:pt x="33" y="42"/>
                    <a:pt x="35" y="42"/>
                  </a:cubicBezTo>
                  <a:cubicBezTo>
                    <a:pt x="38" y="41"/>
                    <a:pt x="40" y="41"/>
                    <a:pt x="41" y="40"/>
                  </a:cubicBezTo>
                  <a:cubicBezTo>
                    <a:pt x="43" y="50"/>
                    <a:pt x="43" y="50"/>
                    <a:pt x="43" y="50"/>
                  </a:cubicBezTo>
                  <a:cubicBezTo>
                    <a:pt x="42" y="50"/>
                    <a:pt x="41" y="50"/>
                    <a:pt x="40" y="51"/>
                  </a:cubicBezTo>
                  <a:cubicBezTo>
                    <a:pt x="39" y="51"/>
                    <a:pt x="38" y="51"/>
                    <a:pt x="36" y="52"/>
                  </a:cubicBezTo>
                  <a:cubicBezTo>
                    <a:pt x="35" y="52"/>
                    <a:pt x="33" y="52"/>
                    <a:pt x="31" y="52"/>
                  </a:cubicBezTo>
                  <a:cubicBezTo>
                    <a:pt x="30" y="53"/>
                    <a:pt x="28" y="53"/>
                    <a:pt x="26" y="53"/>
                  </a:cubicBezTo>
                  <a:cubicBezTo>
                    <a:pt x="22" y="53"/>
                    <a:pt x="18" y="52"/>
                    <a:pt x="15" y="51"/>
                  </a:cubicBezTo>
                  <a:cubicBezTo>
                    <a:pt x="12" y="49"/>
                    <a:pt x="9" y="48"/>
                    <a:pt x="7" y="45"/>
                  </a:cubicBezTo>
                  <a:cubicBezTo>
                    <a:pt x="5" y="43"/>
                    <a:pt x="3" y="40"/>
                    <a:pt x="2" y="37"/>
                  </a:cubicBezTo>
                  <a:cubicBezTo>
                    <a:pt x="1" y="34"/>
                    <a:pt x="0" y="30"/>
                    <a:pt x="0" y="27"/>
                  </a:cubicBezTo>
                  <a:close/>
                  <a:moveTo>
                    <a:pt x="34" y="21"/>
                  </a:moveTo>
                  <a:cubicBezTo>
                    <a:pt x="34" y="20"/>
                    <a:pt x="34" y="18"/>
                    <a:pt x="34" y="17"/>
                  </a:cubicBezTo>
                  <a:cubicBezTo>
                    <a:pt x="33" y="15"/>
                    <a:pt x="32" y="14"/>
                    <a:pt x="32" y="13"/>
                  </a:cubicBezTo>
                  <a:cubicBezTo>
                    <a:pt x="31" y="12"/>
                    <a:pt x="30" y="11"/>
                    <a:pt x="28" y="11"/>
                  </a:cubicBezTo>
                  <a:cubicBezTo>
                    <a:pt x="27" y="10"/>
                    <a:pt x="26" y="10"/>
                    <a:pt x="24" y="10"/>
                  </a:cubicBezTo>
                  <a:cubicBezTo>
                    <a:pt x="22" y="10"/>
                    <a:pt x="21" y="10"/>
                    <a:pt x="19" y="11"/>
                  </a:cubicBezTo>
                  <a:cubicBezTo>
                    <a:pt x="18" y="11"/>
                    <a:pt x="17" y="12"/>
                    <a:pt x="16" y="13"/>
                  </a:cubicBezTo>
                  <a:cubicBezTo>
                    <a:pt x="15" y="14"/>
                    <a:pt x="14" y="16"/>
                    <a:pt x="14" y="17"/>
                  </a:cubicBezTo>
                  <a:cubicBezTo>
                    <a:pt x="13" y="18"/>
                    <a:pt x="13" y="20"/>
                    <a:pt x="13" y="21"/>
                  </a:cubicBezTo>
                  <a:lnTo>
                    <a:pt x="34"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en-US">
                <a:latin typeface="+mn-lt"/>
                <a:cs typeface="+mn-cs"/>
              </a:endParaRPr>
            </a:p>
          </p:txBody>
        </p:sp>
        <p:sp>
          <p:nvSpPr>
            <p:cNvPr id="22" name="Freeform 7"/>
            <p:cNvSpPr>
              <a:spLocks noEditPoints="1"/>
            </p:cNvSpPr>
            <p:nvPr/>
          </p:nvSpPr>
          <p:spPr bwMode="auto">
            <a:xfrm>
              <a:off x="1038000" y="5030484"/>
              <a:ext cx="298450" cy="334963"/>
            </a:xfrm>
            <a:custGeom>
              <a:avLst/>
              <a:gdLst>
                <a:gd name="T0" fmla="*/ 49 w 49"/>
                <a:gd name="T1" fmla="*/ 26 h 53"/>
                <a:gd name="T2" fmla="*/ 47 w 49"/>
                <a:gd name="T3" fmla="*/ 37 h 53"/>
                <a:gd name="T4" fmla="*/ 42 w 49"/>
                <a:gd name="T5" fmla="*/ 45 h 53"/>
                <a:gd name="T6" fmla="*/ 34 w 49"/>
                <a:gd name="T7" fmla="*/ 51 h 53"/>
                <a:gd name="T8" fmla="*/ 24 w 49"/>
                <a:gd name="T9" fmla="*/ 53 h 53"/>
                <a:gd name="T10" fmla="*/ 15 w 49"/>
                <a:gd name="T11" fmla="*/ 51 h 53"/>
                <a:gd name="T12" fmla="*/ 7 w 49"/>
                <a:gd name="T13" fmla="*/ 45 h 53"/>
                <a:gd name="T14" fmla="*/ 2 w 49"/>
                <a:gd name="T15" fmla="*/ 37 h 53"/>
                <a:gd name="T16" fmla="*/ 0 w 49"/>
                <a:gd name="T17" fmla="*/ 26 h 53"/>
                <a:gd name="T18" fmla="*/ 2 w 49"/>
                <a:gd name="T19" fmla="*/ 15 h 53"/>
                <a:gd name="T20" fmla="*/ 7 w 49"/>
                <a:gd name="T21" fmla="*/ 7 h 53"/>
                <a:gd name="T22" fmla="*/ 15 w 49"/>
                <a:gd name="T23" fmla="*/ 2 h 53"/>
                <a:gd name="T24" fmla="*/ 24 w 49"/>
                <a:gd name="T25" fmla="*/ 0 h 53"/>
                <a:gd name="T26" fmla="*/ 34 w 49"/>
                <a:gd name="T27" fmla="*/ 2 h 53"/>
                <a:gd name="T28" fmla="*/ 42 w 49"/>
                <a:gd name="T29" fmla="*/ 7 h 53"/>
                <a:gd name="T30" fmla="*/ 47 w 49"/>
                <a:gd name="T31" fmla="*/ 15 h 53"/>
                <a:gd name="T32" fmla="*/ 49 w 49"/>
                <a:gd name="T33" fmla="*/ 26 h 53"/>
                <a:gd name="T34" fmla="*/ 37 w 49"/>
                <a:gd name="T35" fmla="*/ 26 h 53"/>
                <a:gd name="T36" fmla="*/ 33 w 49"/>
                <a:gd name="T37" fmla="*/ 14 h 53"/>
                <a:gd name="T38" fmla="*/ 24 w 49"/>
                <a:gd name="T39" fmla="*/ 10 h 53"/>
                <a:gd name="T40" fmla="*/ 16 w 49"/>
                <a:gd name="T41" fmla="*/ 14 h 53"/>
                <a:gd name="T42" fmla="*/ 12 w 49"/>
                <a:gd name="T43" fmla="*/ 26 h 53"/>
                <a:gd name="T44" fmla="*/ 16 w 49"/>
                <a:gd name="T45" fmla="*/ 38 h 53"/>
                <a:gd name="T46" fmla="*/ 24 w 49"/>
                <a:gd name="T47" fmla="*/ 43 h 53"/>
                <a:gd name="T48" fmla="*/ 33 w 49"/>
                <a:gd name="T49" fmla="*/ 38 h 53"/>
                <a:gd name="T50" fmla="*/ 37 w 49"/>
                <a:gd name="T51" fmla="*/ 26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9" h="53">
                  <a:moveTo>
                    <a:pt x="49" y="26"/>
                  </a:moveTo>
                  <a:cubicBezTo>
                    <a:pt x="49" y="30"/>
                    <a:pt x="48" y="34"/>
                    <a:pt x="47" y="37"/>
                  </a:cubicBezTo>
                  <a:cubicBezTo>
                    <a:pt x="46" y="40"/>
                    <a:pt x="44" y="43"/>
                    <a:pt x="42" y="45"/>
                  </a:cubicBezTo>
                  <a:cubicBezTo>
                    <a:pt x="40" y="48"/>
                    <a:pt x="37" y="50"/>
                    <a:pt x="34" y="51"/>
                  </a:cubicBezTo>
                  <a:cubicBezTo>
                    <a:pt x="31" y="52"/>
                    <a:pt x="28" y="53"/>
                    <a:pt x="24" y="53"/>
                  </a:cubicBezTo>
                  <a:cubicBezTo>
                    <a:pt x="21" y="53"/>
                    <a:pt x="18" y="52"/>
                    <a:pt x="15" y="51"/>
                  </a:cubicBezTo>
                  <a:cubicBezTo>
                    <a:pt x="12" y="50"/>
                    <a:pt x="9" y="48"/>
                    <a:pt x="7" y="45"/>
                  </a:cubicBezTo>
                  <a:cubicBezTo>
                    <a:pt x="5" y="43"/>
                    <a:pt x="3" y="40"/>
                    <a:pt x="2" y="37"/>
                  </a:cubicBezTo>
                  <a:cubicBezTo>
                    <a:pt x="1" y="34"/>
                    <a:pt x="0" y="30"/>
                    <a:pt x="0" y="26"/>
                  </a:cubicBezTo>
                  <a:cubicBezTo>
                    <a:pt x="0" y="22"/>
                    <a:pt x="1" y="19"/>
                    <a:pt x="2" y="15"/>
                  </a:cubicBezTo>
                  <a:cubicBezTo>
                    <a:pt x="3" y="12"/>
                    <a:pt x="5" y="9"/>
                    <a:pt x="7" y="7"/>
                  </a:cubicBezTo>
                  <a:cubicBezTo>
                    <a:pt x="9" y="5"/>
                    <a:pt x="12" y="3"/>
                    <a:pt x="15" y="2"/>
                  </a:cubicBezTo>
                  <a:cubicBezTo>
                    <a:pt x="18" y="1"/>
                    <a:pt x="21" y="0"/>
                    <a:pt x="24" y="0"/>
                  </a:cubicBezTo>
                  <a:cubicBezTo>
                    <a:pt x="28" y="0"/>
                    <a:pt x="31" y="1"/>
                    <a:pt x="34" y="2"/>
                  </a:cubicBezTo>
                  <a:cubicBezTo>
                    <a:pt x="37" y="3"/>
                    <a:pt x="40" y="5"/>
                    <a:pt x="42" y="7"/>
                  </a:cubicBezTo>
                  <a:cubicBezTo>
                    <a:pt x="44" y="9"/>
                    <a:pt x="46" y="12"/>
                    <a:pt x="47" y="15"/>
                  </a:cubicBezTo>
                  <a:cubicBezTo>
                    <a:pt x="48" y="19"/>
                    <a:pt x="49" y="22"/>
                    <a:pt x="49" y="26"/>
                  </a:cubicBezTo>
                  <a:close/>
                  <a:moveTo>
                    <a:pt x="37" y="26"/>
                  </a:moveTo>
                  <a:cubicBezTo>
                    <a:pt x="37" y="21"/>
                    <a:pt x="36" y="17"/>
                    <a:pt x="33" y="14"/>
                  </a:cubicBezTo>
                  <a:cubicBezTo>
                    <a:pt x="31" y="11"/>
                    <a:pt x="28" y="10"/>
                    <a:pt x="24" y="10"/>
                  </a:cubicBezTo>
                  <a:cubicBezTo>
                    <a:pt x="21" y="10"/>
                    <a:pt x="18" y="11"/>
                    <a:pt x="16" y="14"/>
                  </a:cubicBezTo>
                  <a:cubicBezTo>
                    <a:pt x="13" y="17"/>
                    <a:pt x="12" y="21"/>
                    <a:pt x="12" y="26"/>
                  </a:cubicBezTo>
                  <a:cubicBezTo>
                    <a:pt x="12" y="31"/>
                    <a:pt x="13" y="35"/>
                    <a:pt x="16" y="38"/>
                  </a:cubicBezTo>
                  <a:cubicBezTo>
                    <a:pt x="18" y="41"/>
                    <a:pt x="21" y="43"/>
                    <a:pt x="24" y="43"/>
                  </a:cubicBezTo>
                  <a:cubicBezTo>
                    <a:pt x="28" y="43"/>
                    <a:pt x="31" y="41"/>
                    <a:pt x="33" y="38"/>
                  </a:cubicBezTo>
                  <a:cubicBezTo>
                    <a:pt x="36" y="35"/>
                    <a:pt x="37" y="31"/>
                    <a:pt x="37"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en-US">
                <a:latin typeface="+mn-lt"/>
                <a:cs typeface="+mn-cs"/>
              </a:endParaRPr>
            </a:p>
          </p:txBody>
        </p:sp>
        <p:sp>
          <p:nvSpPr>
            <p:cNvPr id="23" name="Freeform 8"/>
            <p:cNvSpPr>
              <a:spLocks noEditPoints="1"/>
            </p:cNvSpPr>
            <p:nvPr/>
          </p:nvSpPr>
          <p:spPr bwMode="auto">
            <a:xfrm>
              <a:off x="1398362" y="5030484"/>
              <a:ext cx="274638" cy="434975"/>
            </a:xfrm>
            <a:custGeom>
              <a:avLst/>
              <a:gdLst>
                <a:gd name="T0" fmla="*/ 45 w 45"/>
                <a:gd name="T1" fmla="*/ 26 h 69"/>
                <a:gd name="T2" fmla="*/ 43 w 45"/>
                <a:gd name="T3" fmla="*/ 37 h 69"/>
                <a:gd name="T4" fmla="*/ 39 w 45"/>
                <a:gd name="T5" fmla="*/ 45 h 69"/>
                <a:gd name="T6" fmla="*/ 32 w 45"/>
                <a:gd name="T7" fmla="*/ 51 h 69"/>
                <a:gd name="T8" fmla="*/ 23 w 45"/>
                <a:gd name="T9" fmla="*/ 52 h 69"/>
                <a:gd name="T10" fmla="*/ 16 w 45"/>
                <a:gd name="T11" fmla="*/ 52 h 69"/>
                <a:gd name="T12" fmla="*/ 11 w 45"/>
                <a:gd name="T13" fmla="*/ 50 h 69"/>
                <a:gd name="T14" fmla="*/ 11 w 45"/>
                <a:gd name="T15" fmla="*/ 69 h 69"/>
                <a:gd name="T16" fmla="*/ 0 w 45"/>
                <a:gd name="T17" fmla="*/ 69 h 69"/>
                <a:gd name="T18" fmla="*/ 0 w 45"/>
                <a:gd name="T19" fmla="*/ 3 h 69"/>
                <a:gd name="T20" fmla="*/ 8 w 45"/>
                <a:gd name="T21" fmla="*/ 1 h 69"/>
                <a:gd name="T22" fmla="*/ 19 w 45"/>
                <a:gd name="T23" fmla="*/ 0 h 69"/>
                <a:gd name="T24" fmla="*/ 30 w 45"/>
                <a:gd name="T25" fmla="*/ 2 h 69"/>
                <a:gd name="T26" fmla="*/ 38 w 45"/>
                <a:gd name="T27" fmla="*/ 7 h 69"/>
                <a:gd name="T28" fmla="*/ 43 w 45"/>
                <a:gd name="T29" fmla="*/ 15 h 69"/>
                <a:gd name="T30" fmla="*/ 45 w 45"/>
                <a:gd name="T31" fmla="*/ 26 h 69"/>
                <a:gd name="T32" fmla="*/ 33 w 45"/>
                <a:gd name="T33" fmla="*/ 27 h 69"/>
                <a:gd name="T34" fmla="*/ 29 w 45"/>
                <a:gd name="T35" fmla="*/ 14 h 69"/>
                <a:gd name="T36" fmla="*/ 18 w 45"/>
                <a:gd name="T37" fmla="*/ 10 h 69"/>
                <a:gd name="T38" fmla="*/ 15 w 45"/>
                <a:gd name="T39" fmla="*/ 10 h 69"/>
                <a:gd name="T40" fmla="*/ 11 w 45"/>
                <a:gd name="T41" fmla="*/ 11 h 69"/>
                <a:gd name="T42" fmla="*/ 11 w 45"/>
                <a:gd name="T43" fmla="*/ 40 h 69"/>
                <a:gd name="T44" fmla="*/ 15 w 45"/>
                <a:gd name="T45" fmla="*/ 42 h 69"/>
                <a:gd name="T46" fmla="*/ 21 w 45"/>
                <a:gd name="T47" fmla="*/ 42 h 69"/>
                <a:gd name="T48" fmla="*/ 30 w 45"/>
                <a:gd name="T49" fmla="*/ 38 h 69"/>
                <a:gd name="T50" fmla="*/ 33 w 45"/>
                <a:gd name="T51" fmla="*/ 2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5" h="69">
                  <a:moveTo>
                    <a:pt x="45" y="26"/>
                  </a:moveTo>
                  <a:cubicBezTo>
                    <a:pt x="45" y="30"/>
                    <a:pt x="44" y="34"/>
                    <a:pt x="43" y="37"/>
                  </a:cubicBezTo>
                  <a:cubicBezTo>
                    <a:pt x="42" y="40"/>
                    <a:pt x="41" y="43"/>
                    <a:pt x="39" y="45"/>
                  </a:cubicBezTo>
                  <a:cubicBezTo>
                    <a:pt x="37" y="47"/>
                    <a:pt x="35" y="49"/>
                    <a:pt x="32" y="51"/>
                  </a:cubicBezTo>
                  <a:cubicBezTo>
                    <a:pt x="29" y="52"/>
                    <a:pt x="26" y="52"/>
                    <a:pt x="23" y="52"/>
                  </a:cubicBezTo>
                  <a:cubicBezTo>
                    <a:pt x="20" y="52"/>
                    <a:pt x="18" y="52"/>
                    <a:pt x="16" y="52"/>
                  </a:cubicBezTo>
                  <a:cubicBezTo>
                    <a:pt x="14" y="51"/>
                    <a:pt x="13" y="50"/>
                    <a:pt x="11" y="50"/>
                  </a:cubicBezTo>
                  <a:cubicBezTo>
                    <a:pt x="11" y="69"/>
                    <a:pt x="11" y="69"/>
                    <a:pt x="11" y="69"/>
                  </a:cubicBezTo>
                  <a:cubicBezTo>
                    <a:pt x="0" y="69"/>
                    <a:pt x="0" y="69"/>
                    <a:pt x="0" y="69"/>
                  </a:cubicBezTo>
                  <a:cubicBezTo>
                    <a:pt x="0" y="3"/>
                    <a:pt x="0" y="3"/>
                    <a:pt x="0" y="3"/>
                  </a:cubicBezTo>
                  <a:cubicBezTo>
                    <a:pt x="2" y="2"/>
                    <a:pt x="5" y="2"/>
                    <a:pt x="8" y="1"/>
                  </a:cubicBezTo>
                  <a:cubicBezTo>
                    <a:pt x="12" y="0"/>
                    <a:pt x="16" y="0"/>
                    <a:pt x="19" y="0"/>
                  </a:cubicBezTo>
                  <a:cubicBezTo>
                    <a:pt x="23" y="0"/>
                    <a:pt x="27" y="1"/>
                    <a:pt x="30" y="2"/>
                  </a:cubicBezTo>
                  <a:cubicBezTo>
                    <a:pt x="33" y="3"/>
                    <a:pt x="36" y="5"/>
                    <a:pt x="38" y="7"/>
                  </a:cubicBezTo>
                  <a:cubicBezTo>
                    <a:pt x="40" y="9"/>
                    <a:pt x="42" y="12"/>
                    <a:pt x="43" y="15"/>
                  </a:cubicBezTo>
                  <a:cubicBezTo>
                    <a:pt x="44" y="19"/>
                    <a:pt x="45" y="22"/>
                    <a:pt x="45" y="26"/>
                  </a:cubicBezTo>
                  <a:close/>
                  <a:moveTo>
                    <a:pt x="33" y="27"/>
                  </a:moveTo>
                  <a:cubicBezTo>
                    <a:pt x="33" y="21"/>
                    <a:pt x="32" y="17"/>
                    <a:pt x="29" y="14"/>
                  </a:cubicBezTo>
                  <a:cubicBezTo>
                    <a:pt x="27" y="12"/>
                    <a:pt x="23" y="10"/>
                    <a:pt x="18" y="10"/>
                  </a:cubicBezTo>
                  <a:cubicBezTo>
                    <a:pt x="17" y="10"/>
                    <a:pt x="16" y="10"/>
                    <a:pt x="15" y="10"/>
                  </a:cubicBezTo>
                  <a:cubicBezTo>
                    <a:pt x="14" y="10"/>
                    <a:pt x="12" y="11"/>
                    <a:pt x="11" y="11"/>
                  </a:cubicBezTo>
                  <a:cubicBezTo>
                    <a:pt x="11" y="40"/>
                    <a:pt x="11" y="40"/>
                    <a:pt x="11" y="40"/>
                  </a:cubicBezTo>
                  <a:cubicBezTo>
                    <a:pt x="12" y="40"/>
                    <a:pt x="14" y="41"/>
                    <a:pt x="15" y="42"/>
                  </a:cubicBezTo>
                  <a:cubicBezTo>
                    <a:pt x="17" y="42"/>
                    <a:pt x="19" y="42"/>
                    <a:pt x="21" y="42"/>
                  </a:cubicBezTo>
                  <a:cubicBezTo>
                    <a:pt x="25" y="42"/>
                    <a:pt x="28" y="41"/>
                    <a:pt x="30" y="38"/>
                  </a:cubicBezTo>
                  <a:cubicBezTo>
                    <a:pt x="32" y="35"/>
                    <a:pt x="33" y="31"/>
                    <a:pt x="33"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en-US">
                <a:latin typeface="+mn-lt"/>
                <a:cs typeface="+mn-cs"/>
              </a:endParaRPr>
            </a:p>
          </p:txBody>
        </p:sp>
        <p:sp>
          <p:nvSpPr>
            <p:cNvPr id="24" name="Freeform 9"/>
            <p:cNvSpPr>
              <a:spLocks/>
            </p:cNvSpPr>
            <p:nvPr/>
          </p:nvSpPr>
          <p:spPr bwMode="auto">
            <a:xfrm>
              <a:off x="1734912" y="4886021"/>
              <a:ext cx="115888" cy="473075"/>
            </a:xfrm>
            <a:custGeom>
              <a:avLst/>
              <a:gdLst>
                <a:gd name="T0" fmla="*/ 17 w 19"/>
                <a:gd name="T1" fmla="*/ 75 h 75"/>
                <a:gd name="T2" fmla="*/ 9 w 19"/>
                <a:gd name="T3" fmla="*/ 74 h 75"/>
                <a:gd name="T4" fmla="*/ 3 w 19"/>
                <a:gd name="T5" fmla="*/ 71 h 75"/>
                <a:gd name="T6" fmla="*/ 1 w 19"/>
                <a:gd name="T7" fmla="*/ 66 h 75"/>
                <a:gd name="T8" fmla="*/ 0 w 19"/>
                <a:gd name="T9" fmla="*/ 60 h 75"/>
                <a:gd name="T10" fmla="*/ 0 w 19"/>
                <a:gd name="T11" fmla="*/ 2 h 75"/>
                <a:gd name="T12" fmla="*/ 11 w 19"/>
                <a:gd name="T13" fmla="*/ 0 h 75"/>
                <a:gd name="T14" fmla="*/ 11 w 19"/>
                <a:gd name="T15" fmla="*/ 57 h 75"/>
                <a:gd name="T16" fmla="*/ 12 w 19"/>
                <a:gd name="T17" fmla="*/ 61 h 75"/>
                <a:gd name="T18" fmla="*/ 13 w 19"/>
                <a:gd name="T19" fmla="*/ 63 h 75"/>
                <a:gd name="T20" fmla="*/ 15 w 19"/>
                <a:gd name="T21" fmla="*/ 65 h 75"/>
                <a:gd name="T22" fmla="*/ 19 w 19"/>
                <a:gd name="T23" fmla="*/ 66 h 75"/>
                <a:gd name="T24" fmla="*/ 17 w 19"/>
                <a:gd name="T25" fmla="*/ 75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 h="75">
                  <a:moveTo>
                    <a:pt x="17" y="75"/>
                  </a:moveTo>
                  <a:cubicBezTo>
                    <a:pt x="14" y="75"/>
                    <a:pt x="11" y="75"/>
                    <a:pt x="9" y="74"/>
                  </a:cubicBezTo>
                  <a:cubicBezTo>
                    <a:pt x="7" y="73"/>
                    <a:pt x="5" y="72"/>
                    <a:pt x="3" y="71"/>
                  </a:cubicBezTo>
                  <a:cubicBezTo>
                    <a:pt x="2" y="70"/>
                    <a:pt x="1" y="68"/>
                    <a:pt x="1" y="66"/>
                  </a:cubicBezTo>
                  <a:cubicBezTo>
                    <a:pt x="0" y="64"/>
                    <a:pt x="0" y="62"/>
                    <a:pt x="0" y="60"/>
                  </a:cubicBezTo>
                  <a:cubicBezTo>
                    <a:pt x="0" y="2"/>
                    <a:pt x="0" y="2"/>
                    <a:pt x="0" y="2"/>
                  </a:cubicBezTo>
                  <a:cubicBezTo>
                    <a:pt x="11" y="0"/>
                    <a:pt x="11" y="0"/>
                    <a:pt x="11" y="0"/>
                  </a:cubicBezTo>
                  <a:cubicBezTo>
                    <a:pt x="11" y="57"/>
                    <a:pt x="11" y="57"/>
                    <a:pt x="11" y="57"/>
                  </a:cubicBezTo>
                  <a:cubicBezTo>
                    <a:pt x="11" y="59"/>
                    <a:pt x="11" y="60"/>
                    <a:pt x="12" y="61"/>
                  </a:cubicBezTo>
                  <a:cubicBezTo>
                    <a:pt x="12" y="62"/>
                    <a:pt x="12" y="63"/>
                    <a:pt x="13" y="63"/>
                  </a:cubicBezTo>
                  <a:cubicBezTo>
                    <a:pt x="13" y="64"/>
                    <a:pt x="14" y="65"/>
                    <a:pt x="15" y="65"/>
                  </a:cubicBezTo>
                  <a:cubicBezTo>
                    <a:pt x="16" y="65"/>
                    <a:pt x="18" y="66"/>
                    <a:pt x="19" y="66"/>
                  </a:cubicBezTo>
                  <a:lnTo>
                    <a:pt x="17" y="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en-US">
                <a:latin typeface="+mn-lt"/>
                <a:cs typeface="+mn-cs"/>
              </a:endParaRPr>
            </a:p>
          </p:txBody>
        </p:sp>
        <p:sp>
          <p:nvSpPr>
            <p:cNvPr id="25" name="Freeform 10"/>
            <p:cNvSpPr>
              <a:spLocks noEditPoints="1"/>
            </p:cNvSpPr>
            <p:nvPr/>
          </p:nvSpPr>
          <p:spPr bwMode="auto">
            <a:xfrm>
              <a:off x="1880962" y="5030484"/>
              <a:ext cx="274638" cy="334963"/>
            </a:xfrm>
            <a:custGeom>
              <a:avLst/>
              <a:gdLst>
                <a:gd name="T0" fmla="*/ 0 w 45"/>
                <a:gd name="T1" fmla="*/ 27 h 53"/>
                <a:gd name="T2" fmla="*/ 2 w 45"/>
                <a:gd name="T3" fmla="*/ 15 h 53"/>
                <a:gd name="T4" fmla="*/ 7 w 45"/>
                <a:gd name="T5" fmla="*/ 7 h 53"/>
                <a:gd name="T6" fmla="*/ 14 w 45"/>
                <a:gd name="T7" fmla="*/ 2 h 53"/>
                <a:gd name="T8" fmla="*/ 23 w 45"/>
                <a:gd name="T9" fmla="*/ 0 h 53"/>
                <a:gd name="T10" fmla="*/ 39 w 45"/>
                <a:gd name="T11" fmla="*/ 6 h 53"/>
                <a:gd name="T12" fmla="*/ 45 w 45"/>
                <a:gd name="T13" fmla="*/ 26 h 53"/>
                <a:gd name="T14" fmla="*/ 45 w 45"/>
                <a:gd name="T15" fmla="*/ 28 h 53"/>
                <a:gd name="T16" fmla="*/ 45 w 45"/>
                <a:gd name="T17" fmla="*/ 30 h 53"/>
                <a:gd name="T18" fmla="*/ 12 w 45"/>
                <a:gd name="T19" fmla="*/ 30 h 53"/>
                <a:gd name="T20" fmla="*/ 16 w 45"/>
                <a:gd name="T21" fmla="*/ 39 h 53"/>
                <a:gd name="T22" fmla="*/ 27 w 45"/>
                <a:gd name="T23" fmla="*/ 43 h 53"/>
                <a:gd name="T24" fmla="*/ 35 w 45"/>
                <a:gd name="T25" fmla="*/ 42 h 53"/>
                <a:gd name="T26" fmla="*/ 40 w 45"/>
                <a:gd name="T27" fmla="*/ 40 h 53"/>
                <a:gd name="T28" fmla="*/ 42 w 45"/>
                <a:gd name="T29" fmla="*/ 50 h 53"/>
                <a:gd name="T30" fmla="*/ 39 w 45"/>
                <a:gd name="T31" fmla="*/ 51 h 53"/>
                <a:gd name="T32" fmla="*/ 35 w 45"/>
                <a:gd name="T33" fmla="*/ 52 h 53"/>
                <a:gd name="T34" fmla="*/ 31 w 45"/>
                <a:gd name="T35" fmla="*/ 52 h 53"/>
                <a:gd name="T36" fmla="*/ 26 w 45"/>
                <a:gd name="T37" fmla="*/ 53 h 53"/>
                <a:gd name="T38" fmla="*/ 14 w 45"/>
                <a:gd name="T39" fmla="*/ 51 h 53"/>
                <a:gd name="T40" fmla="*/ 6 w 45"/>
                <a:gd name="T41" fmla="*/ 45 h 53"/>
                <a:gd name="T42" fmla="*/ 1 w 45"/>
                <a:gd name="T43" fmla="*/ 37 h 53"/>
                <a:gd name="T44" fmla="*/ 0 w 45"/>
                <a:gd name="T45" fmla="*/ 27 h 53"/>
                <a:gd name="T46" fmla="*/ 33 w 45"/>
                <a:gd name="T47" fmla="*/ 21 h 53"/>
                <a:gd name="T48" fmla="*/ 33 w 45"/>
                <a:gd name="T49" fmla="*/ 17 h 53"/>
                <a:gd name="T50" fmla="*/ 31 w 45"/>
                <a:gd name="T51" fmla="*/ 13 h 53"/>
                <a:gd name="T52" fmla="*/ 28 w 45"/>
                <a:gd name="T53" fmla="*/ 11 h 53"/>
                <a:gd name="T54" fmla="*/ 23 w 45"/>
                <a:gd name="T55" fmla="*/ 10 h 53"/>
                <a:gd name="T56" fmla="*/ 18 w 45"/>
                <a:gd name="T57" fmla="*/ 11 h 53"/>
                <a:gd name="T58" fmla="*/ 15 w 45"/>
                <a:gd name="T59" fmla="*/ 13 h 53"/>
                <a:gd name="T60" fmla="*/ 13 w 45"/>
                <a:gd name="T61" fmla="*/ 17 h 53"/>
                <a:gd name="T62" fmla="*/ 12 w 45"/>
                <a:gd name="T63" fmla="*/ 21 h 53"/>
                <a:gd name="T64" fmla="*/ 33 w 45"/>
                <a:gd name="T65" fmla="*/ 21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5" h="53">
                  <a:moveTo>
                    <a:pt x="0" y="27"/>
                  </a:moveTo>
                  <a:cubicBezTo>
                    <a:pt x="0" y="22"/>
                    <a:pt x="0" y="18"/>
                    <a:pt x="2" y="15"/>
                  </a:cubicBezTo>
                  <a:cubicBezTo>
                    <a:pt x="3" y="12"/>
                    <a:pt x="5" y="9"/>
                    <a:pt x="7" y="7"/>
                  </a:cubicBezTo>
                  <a:cubicBezTo>
                    <a:pt x="9" y="4"/>
                    <a:pt x="12" y="3"/>
                    <a:pt x="14" y="2"/>
                  </a:cubicBezTo>
                  <a:cubicBezTo>
                    <a:pt x="17" y="0"/>
                    <a:pt x="20" y="0"/>
                    <a:pt x="23" y="0"/>
                  </a:cubicBezTo>
                  <a:cubicBezTo>
                    <a:pt x="30" y="0"/>
                    <a:pt x="35" y="2"/>
                    <a:pt x="39" y="6"/>
                  </a:cubicBezTo>
                  <a:cubicBezTo>
                    <a:pt x="43" y="11"/>
                    <a:pt x="45" y="17"/>
                    <a:pt x="45" y="26"/>
                  </a:cubicBezTo>
                  <a:cubicBezTo>
                    <a:pt x="45" y="26"/>
                    <a:pt x="45" y="27"/>
                    <a:pt x="45" y="28"/>
                  </a:cubicBezTo>
                  <a:cubicBezTo>
                    <a:pt x="45" y="29"/>
                    <a:pt x="45" y="29"/>
                    <a:pt x="45" y="30"/>
                  </a:cubicBezTo>
                  <a:cubicBezTo>
                    <a:pt x="12" y="30"/>
                    <a:pt x="12" y="30"/>
                    <a:pt x="12" y="30"/>
                  </a:cubicBezTo>
                  <a:cubicBezTo>
                    <a:pt x="12" y="34"/>
                    <a:pt x="14" y="37"/>
                    <a:pt x="16" y="39"/>
                  </a:cubicBezTo>
                  <a:cubicBezTo>
                    <a:pt x="19" y="41"/>
                    <a:pt x="22" y="43"/>
                    <a:pt x="27" y="43"/>
                  </a:cubicBezTo>
                  <a:cubicBezTo>
                    <a:pt x="30" y="43"/>
                    <a:pt x="32" y="42"/>
                    <a:pt x="35" y="42"/>
                  </a:cubicBezTo>
                  <a:cubicBezTo>
                    <a:pt x="37" y="41"/>
                    <a:pt x="39" y="41"/>
                    <a:pt x="40" y="40"/>
                  </a:cubicBezTo>
                  <a:cubicBezTo>
                    <a:pt x="42" y="50"/>
                    <a:pt x="42" y="50"/>
                    <a:pt x="42" y="50"/>
                  </a:cubicBezTo>
                  <a:cubicBezTo>
                    <a:pt x="41" y="50"/>
                    <a:pt x="40" y="50"/>
                    <a:pt x="39" y="51"/>
                  </a:cubicBezTo>
                  <a:cubicBezTo>
                    <a:pt x="38" y="51"/>
                    <a:pt x="37" y="51"/>
                    <a:pt x="35" y="52"/>
                  </a:cubicBezTo>
                  <a:cubicBezTo>
                    <a:pt x="34" y="52"/>
                    <a:pt x="32" y="52"/>
                    <a:pt x="31" y="52"/>
                  </a:cubicBezTo>
                  <a:cubicBezTo>
                    <a:pt x="29" y="53"/>
                    <a:pt x="27" y="53"/>
                    <a:pt x="26" y="53"/>
                  </a:cubicBezTo>
                  <a:cubicBezTo>
                    <a:pt x="21" y="53"/>
                    <a:pt x="17" y="52"/>
                    <a:pt x="14" y="51"/>
                  </a:cubicBezTo>
                  <a:cubicBezTo>
                    <a:pt x="11" y="49"/>
                    <a:pt x="8" y="48"/>
                    <a:pt x="6" y="45"/>
                  </a:cubicBezTo>
                  <a:cubicBezTo>
                    <a:pt x="4" y="43"/>
                    <a:pt x="2" y="40"/>
                    <a:pt x="1" y="37"/>
                  </a:cubicBezTo>
                  <a:cubicBezTo>
                    <a:pt x="0" y="34"/>
                    <a:pt x="0" y="30"/>
                    <a:pt x="0" y="27"/>
                  </a:cubicBezTo>
                  <a:close/>
                  <a:moveTo>
                    <a:pt x="33" y="21"/>
                  </a:moveTo>
                  <a:cubicBezTo>
                    <a:pt x="33" y="20"/>
                    <a:pt x="33" y="18"/>
                    <a:pt x="33" y="17"/>
                  </a:cubicBezTo>
                  <a:cubicBezTo>
                    <a:pt x="32" y="15"/>
                    <a:pt x="32" y="14"/>
                    <a:pt x="31" y="13"/>
                  </a:cubicBezTo>
                  <a:cubicBezTo>
                    <a:pt x="30" y="12"/>
                    <a:pt x="29" y="11"/>
                    <a:pt x="28" y="11"/>
                  </a:cubicBezTo>
                  <a:cubicBezTo>
                    <a:pt x="26" y="10"/>
                    <a:pt x="25" y="10"/>
                    <a:pt x="23" y="10"/>
                  </a:cubicBezTo>
                  <a:cubicBezTo>
                    <a:pt x="21" y="10"/>
                    <a:pt x="20" y="10"/>
                    <a:pt x="18" y="11"/>
                  </a:cubicBezTo>
                  <a:cubicBezTo>
                    <a:pt x="17" y="11"/>
                    <a:pt x="16" y="12"/>
                    <a:pt x="15" y="13"/>
                  </a:cubicBezTo>
                  <a:cubicBezTo>
                    <a:pt x="14" y="14"/>
                    <a:pt x="13" y="16"/>
                    <a:pt x="13" y="17"/>
                  </a:cubicBezTo>
                  <a:cubicBezTo>
                    <a:pt x="12" y="18"/>
                    <a:pt x="12" y="20"/>
                    <a:pt x="12" y="21"/>
                  </a:cubicBezTo>
                  <a:lnTo>
                    <a:pt x="33"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en-US">
                <a:latin typeface="+mn-lt"/>
                <a:cs typeface="+mn-cs"/>
              </a:endParaRPr>
            </a:p>
          </p:txBody>
        </p:sp>
        <p:sp>
          <p:nvSpPr>
            <p:cNvPr id="26" name="Freeform 11"/>
            <p:cNvSpPr>
              <a:spLocks/>
            </p:cNvSpPr>
            <p:nvPr/>
          </p:nvSpPr>
          <p:spPr bwMode="auto">
            <a:xfrm>
              <a:off x="2346100" y="5030484"/>
              <a:ext cx="422275" cy="322263"/>
            </a:xfrm>
            <a:custGeom>
              <a:avLst/>
              <a:gdLst>
                <a:gd name="T0" fmla="*/ 29 w 69"/>
                <a:gd name="T1" fmla="*/ 25 h 51"/>
                <a:gd name="T2" fmla="*/ 27 w 69"/>
                <a:gd name="T3" fmla="*/ 14 h 51"/>
                <a:gd name="T4" fmla="*/ 19 w 69"/>
                <a:gd name="T5" fmla="*/ 10 h 51"/>
                <a:gd name="T6" fmla="*/ 15 w 69"/>
                <a:gd name="T7" fmla="*/ 10 h 51"/>
                <a:gd name="T8" fmla="*/ 12 w 69"/>
                <a:gd name="T9" fmla="*/ 11 h 51"/>
                <a:gd name="T10" fmla="*/ 12 w 69"/>
                <a:gd name="T11" fmla="*/ 51 h 51"/>
                <a:gd name="T12" fmla="*/ 0 w 69"/>
                <a:gd name="T13" fmla="*/ 51 h 51"/>
                <a:gd name="T14" fmla="*/ 0 w 69"/>
                <a:gd name="T15" fmla="*/ 3 h 51"/>
                <a:gd name="T16" fmla="*/ 9 w 69"/>
                <a:gd name="T17" fmla="*/ 1 h 51"/>
                <a:gd name="T18" fmla="*/ 20 w 69"/>
                <a:gd name="T19" fmla="*/ 0 h 51"/>
                <a:gd name="T20" fmla="*/ 29 w 69"/>
                <a:gd name="T21" fmla="*/ 1 h 51"/>
                <a:gd name="T22" fmla="*/ 34 w 69"/>
                <a:gd name="T23" fmla="*/ 5 h 51"/>
                <a:gd name="T24" fmla="*/ 37 w 69"/>
                <a:gd name="T25" fmla="*/ 3 h 51"/>
                <a:gd name="T26" fmla="*/ 41 w 69"/>
                <a:gd name="T27" fmla="*/ 2 h 51"/>
                <a:gd name="T28" fmla="*/ 45 w 69"/>
                <a:gd name="T29" fmla="*/ 1 h 51"/>
                <a:gd name="T30" fmla="*/ 49 w 69"/>
                <a:gd name="T31" fmla="*/ 0 h 51"/>
                <a:gd name="T32" fmla="*/ 59 w 69"/>
                <a:gd name="T33" fmla="*/ 2 h 51"/>
                <a:gd name="T34" fmla="*/ 65 w 69"/>
                <a:gd name="T35" fmla="*/ 6 h 51"/>
                <a:gd name="T36" fmla="*/ 68 w 69"/>
                <a:gd name="T37" fmla="*/ 14 h 51"/>
                <a:gd name="T38" fmla="*/ 69 w 69"/>
                <a:gd name="T39" fmla="*/ 23 h 51"/>
                <a:gd name="T40" fmla="*/ 69 w 69"/>
                <a:gd name="T41" fmla="*/ 51 h 51"/>
                <a:gd name="T42" fmla="*/ 57 w 69"/>
                <a:gd name="T43" fmla="*/ 51 h 51"/>
                <a:gd name="T44" fmla="*/ 57 w 69"/>
                <a:gd name="T45" fmla="*/ 25 h 51"/>
                <a:gd name="T46" fmla="*/ 55 w 69"/>
                <a:gd name="T47" fmla="*/ 14 h 51"/>
                <a:gd name="T48" fmla="*/ 48 w 69"/>
                <a:gd name="T49" fmla="*/ 10 h 51"/>
                <a:gd name="T50" fmla="*/ 43 w 69"/>
                <a:gd name="T51" fmla="*/ 11 h 51"/>
                <a:gd name="T52" fmla="*/ 39 w 69"/>
                <a:gd name="T53" fmla="*/ 13 h 51"/>
                <a:gd name="T54" fmla="*/ 40 w 69"/>
                <a:gd name="T55" fmla="*/ 18 h 51"/>
                <a:gd name="T56" fmla="*/ 40 w 69"/>
                <a:gd name="T57" fmla="*/ 24 h 51"/>
                <a:gd name="T58" fmla="*/ 40 w 69"/>
                <a:gd name="T59" fmla="*/ 51 h 51"/>
                <a:gd name="T60" fmla="*/ 29 w 69"/>
                <a:gd name="T61" fmla="*/ 51 h 51"/>
                <a:gd name="T62" fmla="*/ 29 w 69"/>
                <a:gd name="T63" fmla="*/ 25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9" h="51">
                  <a:moveTo>
                    <a:pt x="29" y="25"/>
                  </a:moveTo>
                  <a:cubicBezTo>
                    <a:pt x="29" y="20"/>
                    <a:pt x="28" y="16"/>
                    <a:pt x="27" y="14"/>
                  </a:cubicBezTo>
                  <a:cubicBezTo>
                    <a:pt x="25" y="11"/>
                    <a:pt x="23" y="10"/>
                    <a:pt x="19" y="10"/>
                  </a:cubicBezTo>
                  <a:cubicBezTo>
                    <a:pt x="18" y="10"/>
                    <a:pt x="17" y="10"/>
                    <a:pt x="15" y="10"/>
                  </a:cubicBezTo>
                  <a:cubicBezTo>
                    <a:pt x="13" y="11"/>
                    <a:pt x="12" y="11"/>
                    <a:pt x="12" y="11"/>
                  </a:cubicBezTo>
                  <a:cubicBezTo>
                    <a:pt x="12" y="51"/>
                    <a:pt x="12" y="51"/>
                    <a:pt x="12" y="51"/>
                  </a:cubicBezTo>
                  <a:cubicBezTo>
                    <a:pt x="0" y="51"/>
                    <a:pt x="0" y="51"/>
                    <a:pt x="0" y="51"/>
                  </a:cubicBezTo>
                  <a:cubicBezTo>
                    <a:pt x="0" y="3"/>
                    <a:pt x="0" y="3"/>
                    <a:pt x="0" y="3"/>
                  </a:cubicBezTo>
                  <a:cubicBezTo>
                    <a:pt x="2" y="2"/>
                    <a:pt x="5" y="2"/>
                    <a:pt x="9" y="1"/>
                  </a:cubicBezTo>
                  <a:cubicBezTo>
                    <a:pt x="12" y="0"/>
                    <a:pt x="16" y="0"/>
                    <a:pt x="20" y="0"/>
                  </a:cubicBezTo>
                  <a:cubicBezTo>
                    <a:pt x="24" y="0"/>
                    <a:pt x="26" y="1"/>
                    <a:pt x="29" y="1"/>
                  </a:cubicBezTo>
                  <a:cubicBezTo>
                    <a:pt x="31" y="2"/>
                    <a:pt x="33" y="4"/>
                    <a:pt x="34" y="5"/>
                  </a:cubicBezTo>
                  <a:cubicBezTo>
                    <a:pt x="35" y="4"/>
                    <a:pt x="36" y="4"/>
                    <a:pt x="37" y="3"/>
                  </a:cubicBezTo>
                  <a:cubicBezTo>
                    <a:pt x="38" y="3"/>
                    <a:pt x="39" y="2"/>
                    <a:pt x="41" y="2"/>
                  </a:cubicBezTo>
                  <a:cubicBezTo>
                    <a:pt x="42" y="1"/>
                    <a:pt x="43" y="1"/>
                    <a:pt x="45" y="1"/>
                  </a:cubicBezTo>
                  <a:cubicBezTo>
                    <a:pt x="46" y="0"/>
                    <a:pt x="48" y="0"/>
                    <a:pt x="49" y="0"/>
                  </a:cubicBezTo>
                  <a:cubicBezTo>
                    <a:pt x="53" y="0"/>
                    <a:pt x="56" y="1"/>
                    <a:pt x="59" y="2"/>
                  </a:cubicBezTo>
                  <a:cubicBezTo>
                    <a:pt x="62" y="3"/>
                    <a:pt x="63" y="4"/>
                    <a:pt x="65" y="6"/>
                  </a:cubicBezTo>
                  <a:cubicBezTo>
                    <a:pt x="66" y="9"/>
                    <a:pt x="67" y="11"/>
                    <a:pt x="68" y="14"/>
                  </a:cubicBezTo>
                  <a:cubicBezTo>
                    <a:pt x="68" y="17"/>
                    <a:pt x="69" y="20"/>
                    <a:pt x="69" y="23"/>
                  </a:cubicBezTo>
                  <a:cubicBezTo>
                    <a:pt x="69" y="51"/>
                    <a:pt x="69" y="51"/>
                    <a:pt x="69" y="51"/>
                  </a:cubicBezTo>
                  <a:cubicBezTo>
                    <a:pt x="57" y="51"/>
                    <a:pt x="57" y="51"/>
                    <a:pt x="57" y="51"/>
                  </a:cubicBezTo>
                  <a:cubicBezTo>
                    <a:pt x="57" y="25"/>
                    <a:pt x="57" y="25"/>
                    <a:pt x="57" y="25"/>
                  </a:cubicBezTo>
                  <a:cubicBezTo>
                    <a:pt x="57" y="20"/>
                    <a:pt x="56" y="16"/>
                    <a:pt x="55" y="14"/>
                  </a:cubicBezTo>
                  <a:cubicBezTo>
                    <a:pt x="54" y="11"/>
                    <a:pt x="51" y="10"/>
                    <a:pt x="48" y="10"/>
                  </a:cubicBezTo>
                  <a:cubicBezTo>
                    <a:pt x="46" y="10"/>
                    <a:pt x="44" y="10"/>
                    <a:pt x="43" y="11"/>
                  </a:cubicBezTo>
                  <a:cubicBezTo>
                    <a:pt x="41" y="12"/>
                    <a:pt x="40" y="12"/>
                    <a:pt x="39" y="13"/>
                  </a:cubicBezTo>
                  <a:cubicBezTo>
                    <a:pt x="39" y="14"/>
                    <a:pt x="40" y="16"/>
                    <a:pt x="40" y="18"/>
                  </a:cubicBezTo>
                  <a:cubicBezTo>
                    <a:pt x="40" y="20"/>
                    <a:pt x="40" y="22"/>
                    <a:pt x="40" y="24"/>
                  </a:cubicBezTo>
                  <a:cubicBezTo>
                    <a:pt x="40" y="51"/>
                    <a:pt x="40" y="51"/>
                    <a:pt x="40" y="51"/>
                  </a:cubicBezTo>
                  <a:cubicBezTo>
                    <a:pt x="29" y="51"/>
                    <a:pt x="29" y="51"/>
                    <a:pt x="29" y="51"/>
                  </a:cubicBezTo>
                  <a:lnTo>
                    <a:pt x="29" y="2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en-US">
                <a:latin typeface="+mn-lt"/>
                <a:cs typeface="+mn-cs"/>
              </a:endParaRPr>
            </a:p>
          </p:txBody>
        </p:sp>
        <p:sp>
          <p:nvSpPr>
            <p:cNvPr id="27" name="Freeform 12"/>
            <p:cNvSpPr>
              <a:spLocks noEditPoints="1"/>
            </p:cNvSpPr>
            <p:nvPr/>
          </p:nvSpPr>
          <p:spPr bwMode="auto">
            <a:xfrm>
              <a:off x="2816000" y="5030484"/>
              <a:ext cx="250825" cy="328613"/>
            </a:xfrm>
            <a:custGeom>
              <a:avLst/>
              <a:gdLst>
                <a:gd name="T0" fmla="*/ 21 w 41"/>
                <a:gd name="T1" fmla="*/ 0 h 52"/>
                <a:gd name="T2" fmla="*/ 30 w 41"/>
                <a:gd name="T3" fmla="*/ 1 h 52"/>
                <a:gd name="T4" fmla="*/ 37 w 41"/>
                <a:gd name="T5" fmla="*/ 5 h 52"/>
                <a:gd name="T6" fmla="*/ 40 w 41"/>
                <a:gd name="T7" fmla="*/ 12 h 52"/>
                <a:gd name="T8" fmla="*/ 41 w 41"/>
                <a:gd name="T9" fmla="*/ 20 h 52"/>
                <a:gd name="T10" fmla="*/ 41 w 41"/>
                <a:gd name="T11" fmla="*/ 50 h 52"/>
                <a:gd name="T12" fmla="*/ 33 w 41"/>
                <a:gd name="T13" fmla="*/ 52 h 52"/>
                <a:gd name="T14" fmla="*/ 21 w 41"/>
                <a:gd name="T15" fmla="*/ 52 h 52"/>
                <a:gd name="T16" fmla="*/ 12 w 41"/>
                <a:gd name="T17" fmla="*/ 52 h 52"/>
                <a:gd name="T18" fmla="*/ 6 w 41"/>
                <a:gd name="T19" fmla="*/ 49 h 52"/>
                <a:gd name="T20" fmla="*/ 2 w 41"/>
                <a:gd name="T21" fmla="*/ 44 h 52"/>
                <a:gd name="T22" fmla="*/ 0 w 41"/>
                <a:gd name="T23" fmla="*/ 36 h 52"/>
                <a:gd name="T24" fmla="*/ 2 w 41"/>
                <a:gd name="T25" fmla="*/ 29 h 52"/>
                <a:gd name="T26" fmla="*/ 7 w 41"/>
                <a:gd name="T27" fmla="*/ 24 h 52"/>
                <a:gd name="T28" fmla="*/ 13 w 41"/>
                <a:gd name="T29" fmla="*/ 21 h 52"/>
                <a:gd name="T30" fmla="*/ 21 w 41"/>
                <a:gd name="T31" fmla="*/ 21 h 52"/>
                <a:gd name="T32" fmla="*/ 25 w 41"/>
                <a:gd name="T33" fmla="*/ 21 h 52"/>
                <a:gd name="T34" fmla="*/ 30 w 41"/>
                <a:gd name="T35" fmla="*/ 22 h 52"/>
                <a:gd name="T36" fmla="*/ 30 w 41"/>
                <a:gd name="T37" fmla="*/ 20 h 52"/>
                <a:gd name="T38" fmla="*/ 29 w 41"/>
                <a:gd name="T39" fmla="*/ 16 h 52"/>
                <a:gd name="T40" fmla="*/ 28 w 41"/>
                <a:gd name="T41" fmla="*/ 13 h 52"/>
                <a:gd name="T42" fmla="*/ 25 w 41"/>
                <a:gd name="T43" fmla="*/ 10 h 52"/>
                <a:gd name="T44" fmla="*/ 20 w 41"/>
                <a:gd name="T45" fmla="*/ 10 h 52"/>
                <a:gd name="T46" fmla="*/ 12 w 41"/>
                <a:gd name="T47" fmla="*/ 10 h 52"/>
                <a:gd name="T48" fmla="*/ 7 w 41"/>
                <a:gd name="T49" fmla="*/ 12 h 52"/>
                <a:gd name="T50" fmla="*/ 5 w 41"/>
                <a:gd name="T51" fmla="*/ 2 h 52"/>
                <a:gd name="T52" fmla="*/ 12 w 41"/>
                <a:gd name="T53" fmla="*/ 1 h 52"/>
                <a:gd name="T54" fmla="*/ 21 w 41"/>
                <a:gd name="T55" fmla="*/ 0 h 52"/>
                <a:gd name="T56" fmla="*/ 22 w 41"/>
                <a:gd name="T57" fmla="*/ 43 h 52"/>
                <a:gd name="T58" fmla="*/ 30 w 41"/>
                <a:gd name="T59" fmla="*/ 43 h 52"/>
                <a:gd name="T60" fmla="*/ 30 w 41"/>
                <a:gd name="T61" fmla="*/ 30 h 52"/>
                <a:gd name="T62" fmla="*/ 27 w 41"/>
                <a:gd name="T63" fmla="*/ 29 h 52"/>
                <a:gd name="T64" fmla="*/ 23 w 41"/>
                <a:gd name="T65" fmla="*/ 29 h 52"/>
                <a:gd name="T66" fmla="*/ 19 w 41"/>
                <a:gd name="T67" fmla="*/ 29 h 52"/>
                <a:gd name="T68" fmla="*/ 16 w 41"/>
                <a:gd name="T69" fmla="*/ 30 h 52"/>
                <a:gd name="T70" fmla="*/ 13 w 41"/>
                <a:gd name="T71" fmla="*/ 32 h 52"/>
                <a:gd name="T72" fmla="*/ 12 w 41"/>
                <a:gd name="T73" fmla="*/ 36 h 52"/>
                <a:gd name="T74" fmla="*/ 15 w 41"/>
                <a:gd name="T75" fmla="*/ 42 h 52"/>
                <a:gd name="T76" fmla="*/ 22 w 41"/>
                <a:gd name="T77" fmla="*/ 43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1" h="52">
                  <a:moveTo>
                    <a:pt x="21" y="0"/>
                  </a:moveTo>
                  <a:cubicBezTo>
                    <a:pt x="25" y="0"/>
                    <a:pt x="28" y="0"/>
                    <a:pt x="30" y="1"/>
                  </a:cubicBezTo>
                  <a:cubicBezTo>
                    <a:pt x="33" y="2"/>
                    <a:pt x="35" y="4"/>
                    <a:pt x="37" y="5"/>
                  </a:cubicBezTo>
                  <a:cubicBezTo>
                    <a:pt x="38" y="7"/>
                    <a:pt x="39" y="9"/>
                    <a:pt x="40" y="12"/>
                  </a:cubicBezTo>
                  <a:cubicBezTo>
                    <a:pt x="41" y="14"/>
                    <a:pt x="41" y="17"/>
                    <a:pt x="41" y="20"/>
                  </a:cubicBezTo>
                  <a:cubicBezTo>
                    <a:pt x="41" y="50"/>
                    <a:pt x="41" y="50"/>
                    <a:pt x="41" y="50"/>
                  </a:cubicBezTo>
                  <a:cubicBezTo>
                    <a:pt x="39" y="51"/>
                    <a:pt x="37" y="51"/>
                    <a:pt x="33" y="52"/>
                  </a:cubicBezTo>
                  <a:cubicBezTo>
                    <a:pt x="29" y="52"/>
                    <a:pt x="25" y="52"/>
                    <a:pt x="21" y="52"/>
                  </a:cubicBezTo>
                  <a:cubicBezTo>
                    <a:pt x="18" y="52"/>
                    <a:pt x="15" y="52"/>
                    <a:pt x="12" y="52"/>
                  </a:cubicBezTo>
                  <a:cubicBezTo>
                    <a:pt x="10" y="51"/>
                    <a:pt x="8" y="50"/>
                    <a:pt x="6" y="49"/>
                  </a:cubicBezTo>
                  <a:cubicBezTo>
                    <a:pt x="4" y="47"/>
                    <a:pt x="3" y="46"/>
                    <a:pt x="2" y="44"/>
                  </a:cubicBezTo>
                  <a:cubicBezTo>
                    <a:pt x="1" y="42"/>
                    <a:pt x="0" y="39"/>
                    <a:pt x="0" y="36"/>
                  </a:cubicBezTo>
                  <a:cubicBezTo>
                    <a:pt x="0" y="33"/>
                    <a:pt x="1" y="31"/>
                    <a:pt x="2" y="29"/>
                  </a:cubicBezTo>
                  <a:cubicBezTo>
                    <a:pt x="3" y="27"/>
                    <a:pt x="5" y="25"/>
                    <a:pt x="7" y="24"/>
                  </a:cubicBezTo>
                  <a:cubicBezTo>
                    <a:pt x="9" y="23"/>
                    <a:pt x="11" y="22"/>
                    <a:pt x="13" y="21"/>
                  </a:cubicBezTo>
                  <a:cubicBezTo>
                    <a:pt x="16" y="21"/>
                    <a:pt x="19" y="21"/>
                    <a:pt x="21" y="21"/>
                  </a:cubicBezTo>
                  <a:cubicBezTo>
                    <a:pt x="23" y="21"/>
                    <a:pt x="24" y="21"/>
                    <a:pt x="25" y="21"/>
                  </a:cubicBezTo>
                  <a:cubicBezTo>
                    <a:pt x="27" y="21"/>
                    <a:pt x="28" y="21"/>
                    <a:pt x="30" y="22"/>
                  </a:cubicBezTo>
                  <a:cubicBezTo>
                    <a:pt x="30" y="20"/>
                    <a:pt x="30" y="20"/>
                    <a:pt x="30" y="20"/>
                  </a:cubicBezTo>
                  <a:cubicBezTo>
                    <a:pt x="30" y="18"/>
                    <a:pt x="30" y="17"/>
                    <a:pt x="29" y="16"/>
                  </a:cubicBezTo>
                  <a:cubicBezTo>
                    <a:pt x="29" y="15"/>
                    <a:pt x="28" y="14"/>
                    <a:pt x="28" y="13"/>
                  </a:cubicBezTo>
                  <a:cubicBezTo>
                    <a:pt x="27" y="12"/>
                    <a:pt x="26" y="11"/>
                    <a:pt x="25" y="10"/>
                  </a:cubicBezTo>
                  <a:cubicBezTo>
                    <a:pt x="23" y="10"/>
                    <a:pt x="22" y="10"/>
                    <a:pt x="20" y="10"/>
                  </a:cubicBezTo>
                  <a:cubicBezTo>
                    <a:pt x="17" y="10"/>
                    <a:pt x="14" y="10"/>
                    <a:pt x="12" y="10"/>
                  </a:cubicBezTo>
                  <a:cubicBezTo>
                    <a:pt x="10" y="11"/>
                    <a:pt x="8" y="11"/>
                    <a:pt x="7" y="12"/>
                  </a:cubicBezTo>
                  <a:cubicBezTo>
                    <a:pt x="5" y="2"/>
                    <a:pt x="5" y="2"/>
                    <a:pt x="5" y="2"/>
                  </a:cubicBezTo>
                  <a:cubicBezTo>
                    <a:pt x="7" y="2"/>
                    <a:pt x="9" y="1"/>
                    <a:pt x="12" y="1"/>
                  </a:cubicBezTo>
                  <a:cubicBezTo>
                    <a:pt x="15" y="0"/>
                    <a:pt x="18" y="0"/>
                    <a:pt x="21" y="0"/>
                  </a:cubicBezTo>
                  <a:close/>
                  <a:moveTo>
                    <a:pt x="22" y="43"/>
                  </a:moveTo>
                  <a:cubicBezTo>
                    <a:pt x="25" y="43"/>
                    <a:pt x="28" y="43"/>
                    <a:pt x="30" y="43"/>
                  </a:cubicBezTo>
                  <a:cubicBezTo>
                    <a:pt x="30" y="30"/>
                    <a:pt x="30" y="30"/>
                    <a:pt x="30" y="30"/>
                  </a:cubicBezTo>
                  <a:cubicBezTo>
                    <a:pt x="29" y="30"/>
                    <a:pt x="28" y="29"/>
                    <a:pt x="27" y="29"/>
                  </a:cubicBezTo>
                  <a:cubicBezTo>
                    <a:pt x="26" y="29"/>
                    <a:pt x="24" y="29"/>
                    <a:pt x="23" y="29"/>
                  </a:cubicBezTo>
                  <a:cubicBezTo>
                    <a:pt x="22" y="29"/>
                    <a:pt x="20" y="29"/>
                    <a:pt x="19" y="29"/>
                  </a:cubicBezTo>
                  <a:cubicBezTo>
                    <a:pt x="18" y="29"/>
                    <a:pt x="17" y="30"/>
                    <a:pt x="16" y="30"/>
                  </a:cubicBezTo>
                  <a:cubicBezTo>
                    <a:pt x="15" y="31"/>
                    <a:pt x="14" y="31"/>
                    <a:pt x="13" y="32"/>
                  </a:cubicBezTo>
                  <a:cubicBezTo>
                    <a:pt x="12" y="33"/>
                    <a:pt x="12" y="35"/>
                    <a:pt x="12" y="36"/>
                  </a:cubicBezTo>
                  <a:cubicBezTo>
                    <a:pt x="12" y="39"/>
                    <a:pt x="13" y="41"/>
                    <a:pt x="15" y="42"/>
                  </a:cubicBezTo>
                  <a:cubicBezTo>
                    <a:pt x="16" y="43"/>
                    <a:pt x="19" y="43"/>
                    <a:pt x="22"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en-US">
                <a:latin typeface="+mn-lt"/>
                <a:cs typeface="+mn-cs"/>
              </a:endParaRPr>
            </a:p>
          </p:txBody>
        </p:sp>
        <p:sp>
          <p:nvSpPr>
            <p:cNvPr id="28" name="Freeform 13"/>
            <p:cNvSpPr>
              <a:spLocks/>
            </p:cNvSpPr>
            <p:nvPr/>
          </p:nvSpPr>
          <p:spPr bwMode="auto">
            <a:xfrm>
              <a:off x="3141437" y="4943171"/>
              <a:ext cx="188913" cy="422275"/>
            </a:xfrm>
            <a:custGeom>
              <a:avLst/>
              <a:gdLst>
                <a:gd name="T0" fmla="*/ 0 w 31"/>
                <a:gd name="T1" fmla="*/ 2 h 67"/>
                <a:gd name="T2" fmla="*/ 11 w 31"/>
                <a:gd name="T3" fmla="*/ 0 h 67"/>
                <a:gd name="T4" fmla="*/ 11 w 31"/>
                <a:gd name="T5" fmla="*/ 15 h 67"/>
                <a:gd name="T6" fmla="*/ 29 w 31"/>
                <a:gd name="T7" fmla="*/ 15 h 67"/>
                <a:gd name="T8" fmla="*/ 29 w 31"/>
                <a:gd name="T9" fmla="*/ 25 h 67"/>
                <a:gd name="T10" fmla="*/ 11 w 31"/>
                <a:gd name="T11" fmla="*/ 25 h 67"/>
                <a:gd name="T12" fmla="*/ 11 w 31"/>
                <a:gd name="T13" fmla="*/ 45 h 67"/>
                <a:gd name="T14" fmla="*/ 13 w 31"/>
                <a:gd name="T15" fmla="*/ 54 h 67"/>
                <a:gd name="T16" fmla="*/ 20 w 31"/>
                <a:gd name="T17" fmla="*/ 57 h 67"/>
                <a:gd name="T18" fmla="*/ 25 w 31"/>
                <a:gd name="T19" fmla="*/ 56 h 67"/>
                <a:gd name="T20" fmla="*/ 29 w 31"/>
                <a:gd name="T21" fmla="*/ 55 h 67"/>
                <a:gd name="T22" fmla="*/ 31 w 31"/>
                <a:gd name="T23" fmla="*/ 64 h 67"/>
                <a:gd name="T24" fmla="*/ 26 w 31"/>
                <a:gd name="T25" fmla="*/ 66 h 67"/>
                <a:gd name="T26" fmla="*/ 18 w 31"/>
                <a:gd name="T27" fmla="*/ 67 h 67"/>
                <a:gd name="T28" fmla="*/ 9 w 31"/>
                <a:gd name="T29" fmla="*/ 65 h 67"/>
                <a:gd name="T30" fmla="*/ 4 w 31"/>
                <a:gd name="T31" fmla="*/ 61 h 67"/>
                <a:gd name="T32" fmla="*/ 1 w 31"/>
                <a:gd name="T33" fmla="*/ 54 h 67"/>
                <a:gd name="T34" fmla="*/ 0 w 31"/>
                <a:gd name="T35" fmla="*/ 45 h 67"/>
                <a:gd name="T36" fmla="*/ 0 w 31"/>
                <a:gd name="T37" fmla="*/ 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1" h="67">
                  <a:moveTo>
                    <a:pt x="0" y="2"/>
                  </a:moveTo>
                  <a:cubicBezTo>
                    <a:pt x="11" y="0"/>
                    <a:pt x="11" y="0"/>
                    <a:pt x="11" y="0"/>
                  </a:cubicBezTo>
                  <a:cubicBezTo>
                    <a:pt x="11" y="15"/>
                    <a:pt x="11" y="15"/>
                    <a:pt x="11" y="15"/>
                  </a:cubicBezTo>
                  <a:cubicBezTo>
                    <a:pt x="29" y="15"/>
                    <a:pt x="29" y="15"/>
                    <a:pt x="29" y="15"/>
                  </a:cubicBezTo>
                  <a:cubicBezTo>
                    <a:pt x="29" y="25"/>
                    <a:pt x="29" y="25"/>
                    <a:pt x="29" y="25"/>
                  </a:cubicBezTo>
                  <a:cubicBezTo>
                    <a:pt x="11" y="25"/>
                    <a:pt x="11" y="25"/>
                    <a:pt x="11" y="25"/>
                  </a:cubicBezTo>
                  <a:cubicBezTo>
                    <a:pt x="11" y="45"/>
                    <a:pt x="11" y="45"/>
                    <a:pt x="11" y="45"/>
                  </a:cubicBezTo>
                  <a:cubicBezTo>
                    <a:pt x="11" y="49"/>
                    <a:pt x="12" y="52"/>
                    <a:pt x="13" y="54"/>
                  </a:cubicBezTo>
                  <a:cubicBezTo>
                    <a:pt x="15" y="56"/>
                    <a:pt x="17" y="57"/>
                    <a:pt x="20" y="57"/>
                  </a:cubicBezTo>
                  <a:cubicBezTo>
                    <a:pt x="22" y="57"/>
                    <a:pt x="24" y="56"/>
                    <a:pt x="25" y="56"/>
                  </a:cubicBezTo>
                  <a:cubicBezTo>
                    <a:pt x="27" y="55"/>
                    <a:pt x="28" y="55"/>
                    <a:pt x="29" y="55"/>
                  </a:cubicBezTo>
                  <a:cubicBezTo>
                    <a:pt x="31" y="64"/>
                    <a:pt x="31" y="64"/>
                    <a:pt x="31" y="64"/>
                  </a:cubicBezTo>
                  <a:cubicBezTo>
                    <a:pt x="30" y="64"/>
                    <a:pt x="28" y="65"/>
                    <a:pt x="26" y="66"/>
                  </a:cubicBezTo>
                  <a:cubicBezTo>
                    <a:pt x="24" y="66"/>
                    <a:pt x="21" y="67"/>
                    <a:pt x="18" y="67"/>
                  </a:cubicBezTo>
                  <a:cubicBezTo>
                    <a:pt x="15" y="67"/>
                    <a:pt x="12" y="66"/>
                    <a:pt x="9" y="65"/>
                  </a:cubicBezTo>
                  <a:cubicBezTo>
                    <a:pt x="7" y="64"/>
                    <a:pt x="5" y="63"/>
                    <a:pt x="4" y="61"/>
                  </a:cubicBezTo>
                  <a:cubicBezTo>
                    <a:pt x="2" y="59"/>
                    <a:pt x="1" y="57"/>
                    <a:pt x="1" y="54"/>
                  </a:cubicBezTo>
                  <a:cubicBezTo>
                    <a:pt x="0" y="52"/>
                    <a:pt x="0" y="49"/>
                    <a:pt x="0" y="45"/>
                  </a:cubicBezTo>
                  <a:lnTo>
                    <a:pt x="0"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en-US">
                <a:latin typeface="+mn-lt"/>
                <a:cs typeface="+mn-cs"/>
              </a:endParaRPr>
            </a:p>
          </p:txBody>
        </p:sp>
        <p:sp>
          <p:nvSpPr>
            <p:cNvPr id="29" name="Freeform 14"/>
            <p:cNvSpPr>
              <a:spLocks/>
            </p:cNvSpPr>
            <p:nvPr/>
          </p:nvSpPr>
          <p:spPr bwMode="auto">
            <a:xfrm>
              <a:off x="3373212" y="4943171"/>
              <a:ext cx="188913" cy="422275"/>
            </a:xfrm>
            <a:custGeom>
              <a:avLst/>
              <a:gdLst>
                <a:gd name="T0" fmla="*/ 0 w 31"/>
                <a:gd name="T1" fmla="*/ 2 h 67"/>
                <a:gd name="T2" fmla="*/ 12 w 31"/>
                <a:gd name="T3" fmla="*/ 0 h 67"/>
                <a:gd name="T4" fmla="*/ 12 w 31"/>
                <a:gd name="T5" fmla="*/ 15 h 67"/>
                <a:gd name="T6" fmla="*/ 29 w 31"/>
                <a:gd name="T7" fmla="*/ 15 h 67"/>
                <a:gd name="T8" fmla="*/ 29 w 31"/>
                <a:gd name="T9" fmla="*/ 25 h 67"/>
                <a:gd name="T10" fmla="*/ 12 w 31"/>
                <a:gd name="T11" fmla="*/ 25 h 67"/>
                <a:gd name="T12" fmla="*/ 12 w 31"/>
                <a:gd name="T13" fmla="*/ 45 h 67"/>
                <a:gd name="T14" fmla="*/ 14 w 31"/>
                <a:gd name="T15" fmla="*/ 54 h 67"/>
                <a:gd name="T16" fmla="*/ 20 w 31"/>
                <a:gd name="T17" fmla="*/ 57 h 67"/>
                <a:gd name="T18" fmla="*/ 26 w 31"/>
                <a:gd name="T19" fmla="*/ 56 h 67"/>
                <a:gd name="T20" fmla="*/ 30 w 31"/>
                <a:gd name="T21" fmla="*/ 55 h 67"/>
                <a:gd name="T22" fmla="*/ 31 w 31"/>
                <a:gd name="T23" fmla="*/ 64 h 67"/>
                <a:gd name="T24" fmla="*/ 26 w 31"/>
                <a:gd name="T25" fmla="*/ 66 h 67"/>
                <a:gd name="T26" fmla="*/ 19 w 31"/>
                <a:gd name="T27" fmla="*/ 67 h 67"/>
                <a:gd name="T28" fmla="*/ 10 w 31"/>
                <a:gd name="T29" fmla="*/ 65 h 67"/>
                <a:gd name="T30" fmla="*/ 4 w 31"/>
                <a:gd name="T31" fmla="*/ 61 h 67"/>
                <a:gd name="T32" fmla="*/ 1 w 31"/>
                <a:gd name="T33" fmla="*/ 54 h 67"/>
                <a:gd name="T34" fmla="*/ 0 w 31"/>
                <a:gd name="T35" fmla="*/ 45 h 67"/>
                <a:gd name="T36" fmla="*/ 0 w 31"/>
                <a:gd name="T37" fmla="*/ 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1" h="67">
                  <a:moveTo>
                    <a:pt x="0" y="2"/>
                  </a:moveTo>
                  <a:cubicBezTo>
                    <a:pt x="12" y="0"/>
                    <a:pt x="12" y="0"/>
                    <a:pt x="12" y="0"/>
                  </a:cubicBezTo>
                  <a:cubicBezTo>
                    <a:pt x="12" y="15"/>
                    <a:pt x="12" y="15"/>
                    <a:pt x="12" y="15"/>
                  </a:cubicBezTo>
                  <a:cubicBezTo>
                    <a:pt x="29" y="15"/>
                    <a:pt x="29" y="15"/>
                    <a:pt x="29" y="15"/>
                  </a:cubicBezTo>
                  <a:cubicBezTo>
                    <a:pt x="29" y="25"/>
                    <a:pt x="29" y="25"/>
                    <a:pt x="29" y="25"/>
                  </a:cubicBezTo>
                  <a:cubicBezTo>
                    <a:pt x="12" y="25"/>
                    <a:pt x="12" y="25"/>
                    <a:pt x="12" y="25"/>
                  </a:cubicBezTo>
                  <a:cubicBezTo>
                    <a:pt x="12" y="45"/>
                    <a:pt x="12" y="45"/>
                    <a:pt x="12" y="45"/>
                  </a:cubicBezTo>
                  <a:cubicBezTo>
                    <a:pt x="12" y="49"/>
                    <a:pt x="12" y="52"/>
                    <a:pt x="14" y="54"/>
                  </a:cubicBezTo>
                  <a:cubicBezTo>
                    <a:pt x="15" y="56"/>
                    <a:pt x="17" y="57"/>
                    <a:pt x="20" y="57"/>
                  </a:cubicBezTo>
                  <a:cubicBezTo>
                    <a:pt x="22" y="57"/>
                    <a:pt x="24" y="56"/>
                    <a:pt x="26" y="56"/>
                  </a:cubicBezTo>
                  <a:cubicBezTo>
                    <a:pt x="27" y="55"/>
                    <a:pt x="29" y="55"/>
                    <a:pt x="30" y="55"/>
                  </a:cubicBezTo>
                  <a:cubicBezTo>
                    <a:pt x="31" y="64"/>
                    <a:pt x="31" y="64"/>
                    <a:pt x="31" y="64"/>
                  </a:cubicBezTo>
                  <a:cubicBezTo>
                    <a:pt x="30" y="64"/>
                    <a:pt x="28" y="65"/>
                    <a:pt x="26" y="66"/>
                  </a:cubicBezTo>
                  <a:cubicBezTo>
                    <a:pt x="24" y="66"/>
                    <a:pt x="21" y="67"/>
                    <a:pt x="19" y="67"/>
                  </a:cubicBezTo>
                  <a:cubicBezTo>
                    <a:pt x="15" y="67"/>
                    <a:pt x="12" y="66"/>
                    <a:pt x="10" y="65"/>
                  </a:cubicBezTo>
                  <a:cubicBezTo>
                    <a:pt x="7" y="64"/>
                    <a:pt x="5" y="63"/>
                    <a:pt x="4" y="61"/>
                  </a:cubicBezTo>
                  <a:cubicBezTo>
                    <a:pt x="2" y="59"/>
                    <a:pt x="1" y="57"/>
                    <a:pt x="1" y="54"/>
                  </a:cubicBezTo>
                  <a:cubicBezTo>
                    <a:pt x="0" y="52"/>
                    <a:pt x="0" y="49"/>
                    <a:pt x="0" y="45"/>
                  </a:cubicBezTo>
                  <a:lnTo>
                    <a:pt x="0"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en-US">
                <a:latin typeface="+mn-lt"/>
                <a:cs typeface="+mn-cs"/>
              </a:endParaRPr>
            </a:p>
          </p:txBody>
        </p:sp>
        <p:sp>
          <p:nvSpPr>
            <p:cNvPr id="30" name="Freeform 15"/>
            <p:cNvSpPr>
              <a:spLocks noEditPoints="1"/>
            </p:cNvSpPr>
            <p:nvPr/>
          </p:nvSpPr>
          <p:spPr bwMode="auto">
            <a:xfrm>
              <a:off x="3587525" y="5030484"/>
              <a:ext cx="274638" cy="334963"/>
            </a:xfrm>
            <a:custGeom>
              <a:avLst/>
              <a:gdLst>
                <a:gd name="T0" fmla="*/ 0 w 45"/>
                <a:gd name="T1" fmla="*/ 27 h 53"/>
                <a:gd name="T2" fmla="*/ 2 w 45"/>
                <a:gd name="T3" fmla="*/ 15 h 53"/>
                <a:gd name="T4" fmla="*/ 7 w 45"/>
                <a:gd name="T5" fmla="*/ 7 h 53"/>
                <a:gd name="T6" fmla="*/ 15 w 45"/>
                <a:gd name="T7" fmla="*/ 2 h 53"/>
                <a:gd name="T8" fmla="*/ 23 w 45"/>
                <a:gd name="T9" fmla="*/ 0 h 53"/>
                <a:gd name="T10" fmla="*/ 40 w 45"/>
                <a:gd name="T11" fmla="*/ 6 h 53"/>
                <a:gd name="T12" fmla="*/ 45 w 45"/>
                <a:gd name="T13" fmla="*/ 26 h 53"/>
                <a:gd name="T14" fmla="*/ 45 w 45"/>
                <a:gd name="T15" fmla="*/ 28 h 53"/>
                <a:gd name="T16" fmla="*/ 45 w 45"/>
                <a:gd name="T17" fmla="*/ 30 h 53"/>
                <a:gd name="T18" fmla="*/ 12 w 45"/>
                <a:gd name="T19" fmla="*/ 30 h 53"/>
                <a:gd name="T20" fmla="*/ 16 w 45"/>
                <a:gd name="T21" fmla="*/ 39 h 53"/>
                <a:gd name="T22" fmla="*/ 27 w 45"/>
                <a:gd name="T23" fmla="*/ 43 h 53"/>
                <a:gd name="T24" fmla="*/ 35 w 45"/>
                <a:gd name="T25" fmla="*/ 42 h 53"/>
                <a:gd name="T26" fmla="*/ 41 w 45"/>
                <a:gd name="T27" fmla="*/ 40 h 53"/>
                <a:gd name="T28" fmla="*/ 42 w 45"/>
                <a:gd name="T29" fmla="*/ 50 h 53"/>
                <a:gd name="T30" fmla="*/ 40 w 45"/>
                <a:gd name="T31" fmla="*/ 51 h 53"/>
                <a:gd name="T32" fmla="*/ 36 w 45"/>
                <a:gd name="T33" fmla="*/ 52 h 53"/>
                <a:gd name="T34" fmla="*/ 31 w 45"/>
                <a:gd name="T35" fmla="*/ 52 h 53"/>
                <a:gd name="T36" fmla="*/ 26 w 45"/>
                <a:gd name="T37" fmla="*/ 53 h 53"/>
                <a:gd name="T38" fmla="*/ 14 w 45"/>
                <a:gd name="T39" fmla="*/ 51 h 53"/>
                <a:gd name="T40" fmla="*/ 6 w 45"/>
                <a:gd name="T41" fmla="*/ 45 h 53"/>
                <a:gd name="T42" fmla="*/ 2 w 45"/>
                <a:gd name="T43" fmla="*/ 37 h 53"/>
                <a:gd name="T44" fmla="*/ 0 w 45"/>
                <a:gd name="T45" fmla="*/ 27 h 53"/>
                <a:gd name="T46" fmla="*/ 34 w 45"/>
                <a:gd name="T47" fmla="*/ 21 h 53"/>
                <a:gd name="T48" fmla="*/ 33 w 45"/>
                <a:gd name="T49" fmla="*/ 17 h 53"/>
                <a:gd name="T50" fmla="*/ 31 w 45"/>
                <a:gd name="T51" fmla="*/ 13 h 53"/>
                <a:gd name="T52" fmla="*/ 28 w 45"/>
                <a:gd name="T53" fmla="*/ 11 h 53"/>
                <a:gd name="T54" fmla="*/ 24 w 45"/>
                <a:gd name="T55" fmla="*/ 10 h 53"/>
                <a:gd name="T56" fmla="*/ 19 w 45"/>
                <a:gd name="T57" fmla="*/ 11 h 53"/>
                <a:gd name="T58" fmla="*/ 15 w 45"/>
                <a:gd name="T59" fmla="*/ 13 h 53"/>
                <a:gd name="T60" fmla="*/ 13 w 45"/>
                <a:gd name="T61" fmla="*/ 17 h 53"/>
                <a:gd name="T62" fmla="*/ 12 w 45"/>
                <a:gd name="T63" fmla="*/ 21 h 53"/>
                <a:gd name="T64" fmla="*/ 34 w 45"/>
                <a:gd name="T65" fmla="*/ 21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5" h="53">
                  <a:moveTo>
                    <a:pt x="0" y="27"/>
                  </a:moveTo>
                  <a:cubicBezTo>
                    <a:pt x="0" y="22"/>
                    <a:pt x="1" y="18"/>
                    <a:pt x="2" y="15"/>
                  </a:cubicBezTo>
                  <a:cubicBezTo>
                    <a:pt x="3" y="12"/>
                    <a:pt x="5" y="9"/>
                    <a:pt x="7" y="7"/>
                  </a:cubicBezTo>
                  <a:cubicBezTo>
                    <a:pt x="9" y="4"/>
                    <a:pt x="12" y="3"/>
                    <a:pt x="15" y="2"/>
                  </a:cubicBezTo>
                  <a:cubicBezTo>
                    <a:pt x="18" y="0"/>
                    <a:pt x="21" y="0"/>
                    <a:pt x="23" y="0"/>
                  </a:cubicBezTo>
                  <a:cubicBezTo>
                    <a:pt x="30" y="0"/>
                    <a:pt x="36" y="2"/>
                    <a:pt x="40" y="6"/>
                  </a:cubicBezTo>
                  <a:cubicBezTo>
                    <a:pt x="44" y="11"/>
                    <a:pt x="45" y="17"/>
                    <a:pt x="45" y="26"/>
                  </a:cubicBezTo>
                  <a:cubicBezTo>
                    <a:pt x="45" y="26"/>
                    <a:pt x="45" y="27"/>
                    <a:pt x="45" y="28"/>
                  </a:cubicBezTo>
                  <a:cubicBezTo>
                    <a:pt x="45" y="29"/>
                    <a:pt x="45" y="29"/>
                    <a:pt x="45" y="30"/>
                  </a:cubicBezTo>
                  <a:cubicBezTo>
                    <a:pt x="12" y="30"/>
                    <a:pt x="12" y="30"/>
                    <a:pt x="12" y="30"/>
                  </a:cubicBezTo>
                  <a:cubicBezTo>
                    <a:pt x="12" y="34"/>
                    <a:pt x="14" y="37"/>
                    <a:pt x="16" y="39"/>
                  </a:cubicBezTo>
                  <a:cubicBezTo>
                    <a:pt x="19" y="41"/>
                    <a:pt x="23" y="43"/>
                    <a:pt x="27" y="43"/>
                  </a:cubicBezTo>
                  <a:cubicBezTo>
                    <a:pt x="30" y="43"/>
                    <a:pt x="33" y="42"/>
                    <a:pt x="35" y="42"/>
                  </a:cubicBezTo>
                  <a:cubicBezTo>
                    <a:pt x="37" y="41"/>
                    <a:pt x="39" y="41"/>
                    <a:pt x="41" y="40"/>
                  </a:cubicBezTo>
                  <a:cubicBezTo>
                    <a:pt x="42" y="50"/>
                    <a:pt x="42" y="50"/>
                    <a:pt x="42" y="50"/>
                  </a:cubicBezTo>
                  <a:cubicBezTo>
                    <a:pt x="42" y="50"/>
                    <a:pt x="41" y="50"/>
                    <a:pt x="40" y="51"/>
                  </a:cubicBezTo>
                  <a:cubicBezTo>
                    <a:pt x="38" y="51"/>
                    <a:pt x="37" y="51"/>
                    <a:pt x="36" y="52"/>
                  </a:cubicBezTo>
                  <a:cubicBezTo>
                    <a:pt x="34" y="52"/>
                    <a:pt x="33" y="52"/>
                    <a:pt x="31" y="52"/>
                  </a:cubicBezTo>
                  <a:cubicBezTo>
                    <a:pt x="29" y="53"/>
                    <a:pt x="28" y="53"/>
                    <a:pt x="26" y="53"/>
                  </a:cubicBezTo>
                  <a:cubicBezTo>
                    <a:pt x="22" y="53"/>
                    <a:pt x="18" y="52"/>
                    <a:pt x="14" y="51"/>
                  </a:cubicBezTo>
                  <a:cubicBezTo>
                    <a:pt x="11" y="49"/>
                    <a:pt x="8" y="48"/>
                    <a:pt x="6" y="45"/>
                  </a:cubicBezTo>
                  <a:cubicBezTo>
                    <a:pt x="4" y="43"/>
                    <a:pt x="3" y="40"/>
                    <a:pt x="2" y="37"/>
                  </a:cubicBezTo>
                  <a:cubicBezTo>
                    <a:pt x="1" y="34"/>
                    <a:pt x="0" y="30"/>
                    <a:pt x="0" y="27"/>
                  </a:cubicBezTo>
                  <a:close/>
                  <a:moveTo>
                    <a:pt x="34" y="21"/>
                  </a:moveTo>
                  <a:cubicBezTo>
                    <a:pt x="34" y="20"/>
                    <a:pt x="34" y="18"/>
                    <a:pt x="33" y="17"/>
                  </a:cubicBezTo>
                  <a:cubicBezTo>
                    <a:pt x="33" y="15"/>
                    <a:pt x="32" y="14"/>
                    <a:pt x="31" y="13"/>
                  </a:cubicBezTo>
                  <a:cubicBezTo>
                    <a:pt x="30" y="12"/>
                    <a:pt x="29" y="11"/>
                    <a:pt x="28" y="11"/>
                  </a:cubicBezTo>
                  <a:cubicBezTo>
                    <a:pt x="27" y="10"/>
                    <a:pt x="25" y="10"/>
                    <a:pt x="24" y="10"/>
                  </a:cubicBezTo>
                  <a:cubicBezTo>
                    <a:pt x="22" y="10"/>
                    <a:pt x="20" y="10"/>
                    <a:pt x="19" y="11"/>
                  </a:cubicBezTo>
                  <a:cubicBezTo>
                    <a:pt x="18" y="11"/>
                    <a:pt x="16" y="12"/>
                    <a:pt x="15" y="13"/>
                  </a:cubicBezTo>
                  <a:cubicBezTo>
                    <a:pt x="15" y="14"/>
                    <a:pt x="14" y="16"/>
                    <a:pt x="13" y="17"/>
                  </a:cubicBezTo>
                  <a:cubicBezTo>
                    <a:pt x="13" y="18"/>
                    <a:pt x="12" y="20"/>
                    <a:pt x="12" y="21"/>
                  </a:cubicBezTo>
                  <a:lnTo>
                    <a:pt x="34"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en-US">
                <a:latin typeface="+mn-lt"/>
                <a:cs typeface="+mn-cs"/>
              </a:endParaRPr>
            </a:p>
          </p:txBody>
        </p:sp>
        <p:sp>
          <p:nvSpPr>
            <p:cNvPr id="31" name="Freeform 16"/>
            <p:cNvSpPr>
              <a:spLocks/>
            </p:cNvSpPr>
            <p:nvPr/>
          </p:nvSpPr>
          <p:spPr bwMode="auto">
            <a:xfrm>
              <a:off x="3928837" y="5030484"/>
              <a:ext cx="184150" cy="322263"/>
            </a:xfrm>
            <a:custGeom>
              <a:avLst/>
              <a:gdLst>
                <a:gd name="T0" fmla="*/ 28 w 30"/>
                <a:gd name="T1" fmla="*/ 12 h 51"/>
                <a:gd name="T2" fmla="*/ 24 w 30"/>
                <a:gd name="T3" fmla="*/ 11 h 51"/>
                <a:gd name="T4" fmla="*/ 19 w 30"/>
                <a:gd name="T5" fmla="*/ 10 h 51"/>
                <a:gd name="T6" fmla="*/ 14 w 30"/>
                <a:gd name="T7" fmla="*/ 10 h 51"/>
                <a:gd name="T8" fmla="*/ 11 w 30"/>
                <a:gd name="T9" fmla="*/ 11 h 51"/>
                <a:gd name="T10" fmla="*/ 11 w 30"/>
                <a:gd name="T11" fmla="*/ 51 h 51"/>
                <a:gd name="T12" fmla="*/ 0 w 30"/>
                <a:gd name="T13" fmla="*/ 51 h 51"/>
                <a:gd name="T14" fmla="*/ 0 w 30"/>
                <a:gd name="T15" fmla="*/ 4 h 51"/>
                <a:gd name="T16" fmla="*/ 8 w 30"/>
                <a:gd name="T17" fmla="*/ 1 h 51"/>
                <a:gd name="T18" fmla="*/ 19 w 30"/>
                <a:gd name="T19" fmla="*/ 0 h 51"/>
                <a:gd name="T20" fmla="*/ 22 w 30"/>
                <a:gd name="T21" fmla="*/ 0 h 51"/>
                <a:gd name="T22" fmla="*/ 25 w 30"/>
                <a:gd name="T23" fmla="*/ 1 h 51"/>
                <a:gd name="T24" fmla="*/ 28 w 30"/>
                <a:gd name="T25" fmla="*/ 1 h 51"/>
                <a:gd name="T26" fmla="*/ 30 w 30"/>
                <a:gd name="T27" fmla="*/ 2 h 51"/>
                <a:gd name="T28" fmla="*/ 28 w 30"/>
                <a:gd name="T29" fmla="*/ 12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0" h="51">
                  <a:moveTo>
                    <a:pt x="28" y="12"/>
                  </a:moveTo>
                  <a:cubicBezTo>
                    <a:pt x="27" y="11"/>
                    <a:pt x="26" y="11"/>
                    <a:pt x="24" y="11"/>
                  </a:cubicBezTo>
                  <a:cubicBezTo>
                    <a:pt x="23" y="10"/>
                    <a:pt x="21" y="10"/>
                    <a:pt x="19" y="10"/>
                  </a:cubicBezTo>
                  <a:cubicBezTo>
                    <a:pt x="17" y="10"/>
                    <a:pt x="16" y="10"/>
                    <a:pt x="14" y="10"/>
                  </a:cubicBezTo>
                  <a:cubicBezTo>
                    <a:pt x="13" y="11"/>
                    <a:pt x="12" y="11"/>
                    <a:pt x="11" y="11"/>
                  </a:cubicBezTo>
                  <a:cubicBezTo>
                    <a:pt x="11" y="51"/>
                    <a:pt x="11" y="51"/>
                    <a:pt x="11" y="51"/>
                  </a:cubicBezTo>
                  <a:cubicBezTo>
                    <a:pt x="0" y="51"/>
                    <a:pt x="0" y="51"/>
                    <a:pt x="0" y="51"/>
                  </a:cubicBezTo>
                  <a:cubicBezTo>
                    <a:pt x="0" y="4"/>
                    <a:pt x="0" y="4"/>
                    <a:pt x="0" y="4"/>
                  </a:cubicBezTo>
                  <a:cubicBezTo>
                    <a:pt x="2" y="3"/>
                    <a:pt x="5" y="2"/>
                    <a:pt x="8" y="1"/>
                  </a:cubicBezTo>
                  <a:cubicBezTo>
                    <a:pt x="12" y="0"/>
                    <a:pt x="15" y="0"/>
                    <a:pt x="19" y="0"/>
                  </a:cubicBezTo>
                  <a:cubicBezTo>
                    <a:pt x="20" y="0"/>
                    <a:pt x="21" y="0"/>
                    <a:pt x="22" y="0"/>
                  </a:cubicBezTo>
                  <a:cubicBezTo>
                    <a:pt x="23" y="0"/>
                    <a:pt x="24" y="0"/>
                    <a:pt x="25" y="1"/>
                  </a:cubicBezTo>
                  <a:cubicBezTo>
                    <a:pt x="26" y="1"/>
                    <a:pt x="27" y="1"/>
                    <a:pt x="28" y="1"/>
                  </a:cubicBezTo>
                  <a:cubicBezTo>
                    <a:pt x="29" y="1"/>
                    <a:pt x="30" y="2"/>
                    <a:pt x="30" y="2"/>
                  </a:cubicBezTo>
                  <a:lnTo>
                    <a:pt x="28"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en-US">
                <a:latin typeface="+mn-lt"/>
                <a:cs typeface="+mn-cs"/>
              </a:endParaRPr>
            </a:p>
          </p:txBody>
        </p:sp>
        <p:sp>
          <p:nvSpPr>
            <p:cNvPr id="32" name="Freeform 17"/>
            <p:cNvSpPr>
              <a:spLocks/>
            </p:cNvSpPr>
            <p:nvPr/>
          </p:nvSpPr>
          <p:spPr bwMode="auto">
            <a:xfrm>
              <a:off x="4100287" y="5276546"/>
              <a:ext cx="98425" cy="176213"/>
            </a:xfrm>
            <a:custGeom>
              <a:avLst/>
              <a:gdLst>
                <a:gd name="T0" fmla="*/ 16 w 16"/>
                <a:gd name="T1" fmla="*/ 0 h 28"/>
                <a:gd name="T2" fmla="*/ 16 w 16"/>
                <a:gd name="T3" fmla="*/ 2 h 28"/>
                <a:gd name="T4" fmla="*/ 16 w 16"/>
                <a:gd name="T5" fmla="*/ 4 h 28"/>
                <a:gd name="T6" fmla="*/ 14 w 16"/>
                <a:gd name="T7" fmla="*/ 16 h 28"/>
                <a:gd name="T8" fmla="*/ 9 w 16"/>
                <a:gd name="T9" fmla="*/ 28 h 28"/>
                <a:gd name="T10" fmla="*/ 0 w 16"/>
                <a:gd name="T11" fmla="*/ 25 h 28"/>
                <a:gd name="T12" fmla="*/ 3 w 16"/>
                <a:gd name="T13" fmla="*/ 14 h 28"/>
                <a:gd name="T14" fmla="*/ 4 w 16"/>
                <a:gd name="T15" fmla="*/ 5 h 28"/>
                <a:gd name="T16" fmla="*/ 4 w 16"/>
                <a:gd name="T17" fmla="*/ 2 h 28"/>
                <a:gd name="T18" fmla="*/ 4 w 16"/>
                <a:gd name="T19" fmla="*/ 0 h 28"/>
                <a:gd name="T20" fmla="*/ 16 w 16"/>
                <a:gd name="T21" fmla="*/ 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28">
                  <a:moveTo>
                    <a:pt x="16" y="0"/>
                  </a:moveTo>
                  <a:cubicBezTo>
                    <a:pt x="16" y="1"/>
                    <a:pt x="16" y="1"/>
                    <a:pt x="16" y="2"/>
                  </a:cubicBezTo>
                  <a:cubicBezTo>
                    <a:pt x="16" y="3"/>
                    <a:pt x="16" y="3"/>
                    <a:pt x="16" y="4"/>
                  </a:cubicBezTo>
                  <a:cubicBezTo>
                    <a:pt x="16" y="8"/>
                    <a:pt x="15" y="12"/>
                    <a:pt x="14" y="16"/>
                  </a:cubicBezTo>
                  <a:cubicBezTo>
                    <a:pt x="13" y="20"/>
                    <a:pt x="11" y="24"/>
                    <a:pt x="9" y="28"/>
                  </a:cubicBezTo>
                  <a:cubicBezTo>
                    <a:pt x="0" y="25"/>
                    <a:pt x="0" y="25"/>
                    <a:pt x="0" y="25"/>
                  </a:cubicBezTo>
                  <a:cubicBezTo>
                    <a:pt x="1" y="22"/>
                    <a:pt x="2" y="18"/>
                    <a:pt x="3" y="14"/>
                  </a:cubicBezTo>
                  <a:cubicBezTo>
                    <a:pt x="3" y="11"/>
                    <a:pt x="4" y="8"/>
                    <a:pt x="4" y="5"/>
                  </a:cubicBezTo>
                  <a:cubicBezTo>
                    <a:pt x="4" y="4"/>
                    <a:pt x="4" y="3"/>
                    <a:pt x="4" y="2"/>
                  </a:cubicBezTo>
                  <a:cubicBezTo>
                    <a:pt x="4" y="1"/>
                    <a:pt x="4" y="0"/>
                    <a:pt x="4" y="0"/>
                  </a:cubicBezTo>
                  <a:lnTo>
                    <a:pt x="1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en-US">
                <a:latin typeface="+mn-lt"/>
                <a:cs typeface="+mn-cs"/>
              </a:endParaRPr>
            </a:p>
          </p:txBody>
        </p:sp>
        <p:sp>
          <p:nvSpPr>
            <p:cNvPr id="33" name="Freeform 18"/>
            <p:cNvSpPr>
              <a:spLocks/>
            </p:cNvSpPr>
            <p:nvPr/>
          </p:nvSpPr>
          <p:spPr bwMode="auto">
            <a:xfrm>
              <a:off x="4393975" y="5030484"/>
              <a:ext cx="188913" cy="322263"/>
            </a:xfrm>
            <a:custGeom>
              <a:avLst/>
              <a:gdLst>
                <a:gd name="T0" fmla="*/ 29 w 31"/>
                <a:gd name="T1" fmla="*/ 12 h 51"/>
                <a:gd name="T2" fmla="*/ 25 w 31"/>
                <a:gd name="T3" fmla="*/ 11 h 51"/>
                <a:gd name="T4" fmla="*/ 19 w 31"/>
                <a:gd name="T5" fmla="*/ 10 h 51"/>
                <a:gd name="T6" fmla="*/ 15 w 31"/>
                <a:gd name="T7" fmla="*/ 10 h 51"/>
                <a:gd name="T8" fmla="*/ 12 w 31"/>
                <a:gd name="T9" fmla="*/ 11 h 51"/>
                <a:gd name="T10" fmla="*/ 12 w 31"/>
                <a:gd name="T11" fmla="*/ 51 h 51"/>
                <a:gd name="T12" fmla="*/ 0 w 31"/>
                <a:gd name="T13" fmla="*/ 51 h 51"/>
                <a:gd name="T14" fmla="*/ 0 w 31"/>
                <a:gd name="T15" fmla="*/ 4 h 51"/>
                <a:gd name="T16" fmla="*/ 9 w 31"/>
                <a:gd name="T17" fmla="*/ 1 h 51"/>
                <a:gd name="T18" fmla="*/ 20 w 31"/>
                <a:gd name="T19" fmla="*/ 0 h 51"/>
                <a:gd name="T20" fmla="*/ 22 w 31"/>
                <a:gd name="T21" fmla="*/ 0 h 51"/>
                <a:gd name="T22" fmla="*/ 25 w 31"/>
                <a:gd name="T23" fmla="*/ 1 h 51"/>
                <a:gd name="T24" fmla="*/ 28 w 31"/>
                <a:gd name="T25" fmla="*/ 1 h 51"/>
                <a:gd name="T26" fmla="*/ 31 w 31"/>
                <a:gd name="T27" fmla="*/ 2 h 51"/>
                <a:gd name="T28" fmla="*/ 29 w 31"/>
                <a:gd name="T29" fmla="*/ 12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51">
                  <a:moveTo>
                    <a:pt x="29" y="12"/>
                  </a:moveTo>
                  <a:cubicBezTo>
                    <a:pt x="28" y="11"/>
                    <a:pt x="26" y="11"/>
                    <a:pt x="25" y="11"/>
                  </a:cubicBezTo>
                  <a:cubicBezTo>
                    <a:pt x="23" y="10"/>
                    <a:pt x="21" y="10"/>
                    <a:pt x="19" y="10"/>
                  </a:cubicBezTo>
                  <a:cubicBezTo>
                    <a:pt x="18" y="10"/>
                    <a:pt x="16" y="10"/>
                    <a:pt x="15" y="10"/>
                  </a:cubicBezTo>
                  <a:cubicBezTo>
                    <a:pt x="13" y="11"/>
                    <a:pt x="12" y="11"/>
                    <a:pt x="12" y="11"/>
                  </a:cubicBezTo>
                  <a:cubicBezTo>
                    <a:pt x="12" y="51"/>
                    <a:pt x="12" y="51"/>
                    <a:pt x="12" y="51"/>
                  </a:cubicBezTo>
                  <a:cubicBezTo>
                    <a:pt x="0" y="51"/>
                    <a:pt x="0" y="51"/>
                    <a:pt x="0" y="51"/>
                  </a:cubicBezTo>
                  <a:cubicBezTo>
                    <a:pt x="0" y="4"/>
                    <a:pt x="0" y="4"/>
                    <a:pt x="0" y="4"/>
                  </a:cubicBezTo>
                  <a:cubicBezTo>
                    <a:pt x="2" y="3"/>
                    <a:pt x="5" y="2"/>
                    <a:pt x="9" y="1"/>
                  </a:cubicBezTo>
                  <a:cubicBezTo>
                    <a:pt x="12" y="0"/>
                    <a:pt x="16" y="0"/>
                    <a:pt x="20" y="0"/>
                  </a:cubicBezTo>
                  <a:cubicBezTo>
                    <a:pt x="20" y="0"/>
                    <a:pt x="21" y="0"/>
                    <a:pt x="22" y="0"/>
                  </a:cubicBezTo>
                  <a:cubicBezTo>
                    <a:pt x="23" y="0"/>
                    <a:pt x="24" y="0"/>
                    <a:pt x="25" y="1"/>
                  </a:cubicBezTo>
                  <a:cubicBezTo>
                    <a:pt x="26" y="1"/>
                    <a:pt x="27" y="1"/>
                    <a:pt x="28" y="1"/>
                  </a:cubicBezTo>
                  <a:cubicBezTo>
                    <a:pt x="29" y="1"/>
                    <a:pt x="30" y="2"/>
                    <a:pt x="31" y="2"/>
                  </a:cubicBezTo>
                  <a:lnTo>
                    <a:pt x="29"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en-US">
                <a:latin typeface="+mn-lt"/>
                <a:cs typeface="+mn-cs"/>
              </a:endParaRPr>
            </a:p>
          </p:txBody>
        </p:sp>
        <p:sp>
          <p:nvSpPr>
            <p:cNvPr id="34" name="Freeform 19"/>
            <p:cNvSpPr>
              <a:spLocks noEditPoints="1"/>
            </p:cNvSpPr>
            <p:nvPr/>
          </p:nvSpPr>
          <p:spPr bwMode="auto">
            <a:xfrm>
              <a:off x="4601938" y="5030484"/>
              <a:ext cx="274638" cy="334963"/>
            </a:xfrm>
            <a:custGeom>
              <a:avLst/>
              <a:gdLst>
                <a:gd name="T0" fmla="*/ 0 w 45"/>
                <a:gd name="T1" fmla="*/ 27 h 53"/>
                <a:gd name="T2" fmla="*/ 2 w 45"/>
                <a:gd name="T3" fmla="*/ 15 h 53"/>
                <a:gd name="T4" fmla="*/ 7 w 45"/>
                <a:gd name="T5" fmla="*/ 7 h 53"/>
                <a:gd name="T6" fmla="*/ 15 w 45"/>
                <a:gd name="T7" fmla="*/ 2 h 53"/>
                <a:gd name="T8" fmla="*/ 23 w 45"/>
                <a:gd name="T9" fmla="*/ 0 h 53"/>
                <a:gd name="T10" fmla="*/ 40 w 45"/>
                <a:gd name="T11" fmla="*/ 6 h 53"/>
                <a:gd name="T12" fmla="*/ 45 w 45"/>
                <a:gd name="T13" fmla="*/ 26 h 53"/>
                <a:gd name="T14" fmla="*/ 45 w 45"/>
                <a:gd name="T15" fmla="*/ 28 h 53"/>
                <a:gd name="T16" fmla="*/ 45 w 45"/>
                <a:gd name="T17" fmla="*/ 30 h 53"/>
                <a:gd name="T18" fmla="*/ 12 w 45"/>
                <a:gd name="T19" fmla="*/ 30 h 53"/>
                <a:gd name="T20" fmla="*/ 16 w 45"/>
                <a:gd name="T21" fmla="*/ 39 h 53"/>
                <a:gd name="T22" fmla="*/ 27 w 45"/>
                <a:gd name="T23" fmla="*/ 43 h 53"/>
                <a:gd name="T24" fmla="*/ 35 w 45"/>
                <a:gd name="T25" fmla="*/ 42 h 53"/>
                <a:gd name="T26" fmla="*/ 41 w 45"/>
                <a:gd name="T27" fmla="*/ 40 h 53"/>
                <a:gd name="T28" fmla="*/ 42 w 45"/>
                <a:gd name="T29" fmla="*/ 50 h 53"/>
                <a:gd name="T30" fmla="*/ 40 w 45"/>
                <a:gd name="T31" fmla="*/ 51 h 53"/>
                <a:gd name="T32" fmla="*/ 36 w 45"/>
                <a:gd name="T33" fmla="*/ 52 h 53"/>
                <a:gd name="T34" fmla="*/ 31 w 45"/>
                <a:gd name="T35" fmla="*/ 52 h 53"/>
                <a:gd name="T36" fmla="*/ 26 w 45"/>
                <a:gd name="T37" fmla="*/ 53 h 53"/>
                <a:gd name="T38" fmla="*/ 14 w 45"/>
                <a:gd name="T39" fmla="*/ 51 h 53"/>
                <a:gd name="T40" fmla="*/ 6 w 45"/>
                <a:gd name="T41" fmla="*/ 45 h 53"/>
                <a:gd name="T42" fmla="*/ 2 w 45"/>
                <a:gd name="T43" fmla="*/ 37 h 53"/>
                <a:gd name="T44" fmla="*/ 0 w 45"/>
                <a:gd name="T45" fmla="*/ 27 h 53"/>
                <a:gd name="T46" fmla="*/ 34 w 45"/>
                <a:gd name="T47" fmla="*/ 21 h 53"/>
                <a:gd name="T48" fmla="*/ 33 w 45"/>
                <a:gd name="T49" fmla="*/ 17 h 53"/>
                <a:gd name="T50" fmla="*/ 31 w 45"/>
                <a:gd name="T51" fmla="*/ 13 h 53"/>
                <a:gd name="T52" fmla="*/ 28 w 45"/>
                <a:gd name="T53" fmla="*/ 11 h 53"/>
                <a:gd name="T54" fmla="*/ 24 w 45"/>
                <a:gd name="T55" fmla="*/ 10 h 53"/>
                <a:gd name="T56" fmla="*/ 19 w 45"/>
                <a:gd name="T57" fmla="*/ 11 h 53"/>
                <a:gd name="T58" fmla="*/ 15 w 45"/>
                <a:gd name="T59" fmla="*/ 13 h 53"/>
                <a:gd name="T60" fmla="*/ 13 w 45"/>
                <a:gd name="T61" fmla="*/ 17 h 53"/>
                <a:gd name="T62" fmla="*/ 12 w 45"/>
                <a:gd name="T63" fmla="*/ 21 h 53"/>
                <a:gd name="T64" fmla="*/ 34 w 45"/>
                <a:gd name="T65" fmla="*/ 21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5" h="53">
                  <a:moveTo>
                    <a:pt x="0" y="27"/>
                  </a:moveTo>
                  <a:cubicBezTo>
                    <a:pt x="0" y="22"/>
                    <a:pt x="1" y="18"/>
                    <a:pt x="2" y="15"/>
                  </a:cubicBezTo>
                  <a:cubicBezTo>
                    <a:pt x="3" y="12"/>
                    <a:pt x="5" y="9"/>
                    <a:pt x="7" y="7"/>
                  </a:cubicBezTo>
                  <a:cubicBezTo>
                    <a:pt x="9" y="4"/>
                    <a:pt x="12" y="3"/>
                    <a:pt x="15" y="2"/>
                  </a:cubicBezTo>
                  <a:cubicBezTo>
                    <a:pt x="18" y="0"/>
                    <a:pt x="20" y="0"/>
                    <a:pt x="23" y="0"/>
                  </a:cubicBezTo>
                  <a:cubicBezTo>
                    <a:pt x="30" y="0"/>
                    <a:pt x="36" y="2"/>
                    <a:pt x="40" y="6"/>
                  </a:cubicBezTo>
                  <a:cubicBezTo>
                    <a:pt x="43" y="11"/>
                    <a:pt x="45" y="17"/>
                    <a:pt x="45" y="26"/>
                  </a:cubicBezTo>
                  <a:cubicBezTo>
                    <a:pt x="45" y="26"/>
                    <a:pt x="45" y="27"/>
                    <a:pt x="45" y="28"/>
                  </a:cubicBezTo>
                  <a:cubicBezTo>
                    <a:pt x="45" y="29"/>
                    <a:pt x="45" y="29"/>
                    <a:pt x="45" y="30"/>
                  </a:cubicBezTo>
                  <a:cubicBezTo>
                    <a:pt x="12" y="30"/>
                    <a:pt x="12" y="30"/>
                    <a:pt x="12" y="30"/>
                  </a:cubicBezTo>
                  <a:cubicBezTo>
                    <a:pt x="12" y="34"/>
                    <a:pt x="14" y="37"/>
                    <a:pt x="16" y="39"/>
                  </a:cubicBezTo>
                  <a:cubicBezTo>
                    <a:pt x="19" y="41"/>
                    <a:pt x="23" y="43"/>
                    <a:pt x="27" y="43"/>
                  </a:cubicBezTo>
                  <a:cubicBezTo>
                    <a:pt x="30" y="43"/>
                    <a:pt x="33" y="42"/>
                    <a:pt x="35" y="42"/>
                  </a:cubicBezTo>
                  <a:cubicBezTo>
                    <a:pt x="37" y="41"/>
                    <a:pt x="39" y="41"/>
                    <a:pt x="41" y="40"/>
                  </a:cubicBezTo>
                  <a:cubicBezTo>
                    <a:pt x="42" y="50"/>
                    <a:pt x="42" y="50"/>
                    <a:pt x="42" y="50"/>
                  </a:cubicBezTo>
                  <a:cubicBezTo>
                    <a:pt x="42" y="50"/>
                    <a:pt x="41" y="50"/>
                    <a:pt x="40" y="51"/>
                  </a:cubicBezTo>
                  <a:cubicBezTo>
                    <a:pt x="38" y="51"/>
                    <a:pt x="37" y="51"/>
                    <a:pt x="36" y="52"/>
                  </a:cubicBezTo>
                  <a:cubicBezTo>
                    <a:pt x="34" y="52"/>
                    <a:pt x="33" y="52"/>
                    <a:pt x="31" y="52"/>
                  </a:cubicBezTo>
                  <a:cubicBezTo>
                    <a:pt x="29" y="53"/>
                    <a:pt x="28" y="53"/>
                    <a:pt x="26" y="53"/>
                  </a:cubicBezTo>
                  <a:cubicBezTo>
                    <a:pt x="22" y="53"/>
                    <a:pt x="18" y="52"/>
                    <a:pt x="14" y="51"/>
                  </a:cubicBezTo>
                  <a:cubicBezTo>
                    <a:pt x="11" y="49"/>
                    <a:pt x="8" y="48"/>
                    <a:pt x="6" y="45"/>
                  </a:cubicBezTo>
                  <a:cubicBezTo>
                    <a:pt x="4" y="43"/>
                    <a:pt x="3" y="40"/>
                    <a:pt x="2" y="37"/>
                  </a:cubicBezTo>
                  <a:cubicBezTo>
                    <a:pt x="1" y="34"/>
                    <a:pt x="0" y="30"/>
                    <a:pt x="0" y="27"/>
                  </a:cubicBezTo>
                  <a:close/>
                  <a:moveTo>
                    <a:pt x="34" y="21"/>
                  </a:moveTo>
                  <a:cubicBezTo>
                    <a:pt x="34" y="20"/>
                    <a:pt x="34" y="18"/>
                    <a:pt x="33" y="17"/>
                  </a:cubicBezTo>
                  <a:cubicBezTo>
                    <a:pt x="33" y="15"/>
                    <a:pt x="32" y="14"/>
                    <a:pt x="31" y="13"/>
                  </a:cubicBezTo>
                  <a:cubicBezTo>
                    <a:pt x="30" y="12"/>
                    <a:pt x="29" y="11"/>
                    <a:pt x="28" y="11"/>
                  </a:cubicBezTo>
                  <a:cubicBezTo>
                    <a:pt x="27" y="10"/>
                    <a:pt x="25" y="10"/>
                    <a:pt x="24" y="10"/>
                  </a:cubicBezTo>
                  <a:cubicBezTo>
                    <a:pt x="22" y="10"/>
                    <a:pt x="20" y="10"/>
                    <a:pt x="19" y="11"/>
                  </a:cubicBezTo>
                  <a:cubicBezTo>
                    <a:pt x="17" y="11"/>
                    <a:pt x="16" y="12"/>
                    <a:pt x="15" y="13"/>
                  </a:cubicBezTo>
                  <a:cubicBezTo>
                    <a:pt x="14" y="14"/>
                    <a:pt x="14" y="16"/>
                    <a:pt x="13" y="17"/>
                  </a:cubicBezTo>
                  <a:cubicBezTo>
                    <a:pt x="13" y="18"/>
                    <a:pt x="12" y="20"/>
                    <a:pt x="12" y="21"/>
                  </a:cubicBezTo>
                  <a:lnTo>
                    <a:pt x="34"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en-US">
                <a:latin typeface="+mn-lt"/>
                <a:cs typeface="+mn-cs"/>
              </a:endParaRPr>
            </a:p>
          </p:txBody>
        </p:sp>
        <p:sp>
          <p:nvSpPr>
            <p:cNvPr id="35" name="Freeform 20"/>
            <p:cNvSpPr>
              <a:spLocks/>
            </p:cNvSpPr>
            <p:nvPr/>
          </p:nvSpPr>
          <p:spPr bwMode="auto">
            <a:xfrm>
              <a:off x="4919438" y="5030484"/>
              <a:ext cx="227013" cy="334963"/>
            </a:xfrm>
            <a:custGeom>
              <a:avLst/>
              <a:gdLst>
                <a:gd name="T0" fmla="*/ 16 w 37"/>
                <a:gd name="T1" fmla="*/ 43 h 53"/>
                <a:gd name="T2" fmla="*/ 23 w 37"/>
                <a:gd name="T3" fmla="*/ 42 h 53"/>
                <a:gd name="T4" fmla="*/ 25 w 37"/>
                <a:gd name="T5" fmla="*/ 38 h 53"/>
                <a:gd name="T6" fmla="*/ 23 w 37"/>
                <a:gd name="T7" fmla="*/ 34 h 53"/>
                <a:gd name="T8" fmla="*/ 15 w 37"/>
                <a:gd name="T9" fmla="*/ 30 h 53"/>
                <a:gd name="T10" fmla="*/ 10 w 37"/>
                <a:gd name="T11" fmla="*/ 28 h 53"/>
                <a:gd name="T12" fmla="*/ 5 w 37"/>
                <a:gd name="T13" fmla="*/ 25 h 53"/>
                <a:gd name="T14" fmla="*/ 2 w 37"/>
                <a:gd name="T15" fmla="*/ 21 h 53"/>
                <a:gd name="T16" fmla="*/ 1 w 37"/>
                <a:gd name="T17" fmla="*/ 15 h 53"/>
                <a:gd name="T18" fmla="*/ 6 w 37"/>
                <a:gd name="T19" fmla="*/ 4 h 53"/>
                <a:gd name="T20" fmla="*/ 20 w 37"/>
                <a:gd name="T21" fmla="*/ 0 h 53"/>
                <a:gd name="T22" fmla="*/ 28 w 37"/>
                <a:gd name="T23" fmla="*/ 1 h 53"/>
                <a:gd name="T24" fmla="*/ 34 w 37"/>
                <a:gd name="T25" fmla="*/ 2 h 53"/>
                <a:gd name="T26" fmla="*/ 32 w 37"/>
                <a:gd name="T27" fmla="*/ 12 h 53"/>
                <a:gd name="T28" fmla="*/ 27 w 37"/>
                <a:gd name="T29" fmla="*/ 10 h 53"/>
                <a:gd name="T30" fmla="*/ 20 w 37"/>
                <a:gd name="T31" fmla="*/ 9 h 53"/>
                <a:gd name="T32" fmla="*/ 15 w 37"/>
                <a:gd name="T33" fmla="*/ 11 h 53"/>
                <a:gd name="T34" fmla="*/ 13 w 37"/>
                <a:gd name="T35" fmla="*/ 14 h 53"/>
                <a:gd name="T36" fmla="*/ 13 w 37"/>
                <a:gd name="T37" fmla="*/ 17 h 53"/>
                <a:gd name="T38" fmla="*/ 14 w 37"/>
                <a:gd name="T39" fmla="*/ 18 h 53"/>
                <a:gd name="T40" fmla="*/ 17 w 37"/>
                <a:gd name="T41" fmla="*/ 20 h 53"/>
                <a:gd name="T42" fmla="*/ 21 w 37"/>
                <a:gd name="T43" fmla="*/ 22 h 53"/>
                <a:gd name="T44" fmla="*/ 28 w 37"/>
                <a:gd name="T45" fmla="*/ 25 h 53"/>
                <a:gd name="T46" fmla="*/ 33 w 37"/>
                <a:gd name="T47" fmla="*/ 28 h 53"/>
                <a:gd name="T48" fmla="*/ 36 w 37"/>
                <a:gd name="T49" fmla="*/ 32 h 53"/>
                <a:gd name="T50" fmla="*/ 37 w 37"/>
                <a:gd name="T51" fmla="*/ 38 h 53"/>
                <a:gd name="T52" fmla="*/ 31 w 37"/>
                <a:gd name="T53" fmla="*/ 49 h 53"/>
                <a:gd name="T54" fmla="*/ 16 w 37"/>
                <a:gd name="T55" fmla="*/ 53 h 53"/>
                <a:gd name="T56" fmla="*/ 6 w 37"/>
                <a:gd name="T57" fmla="*/ 52 h 53"/>
                <a:gd name="T58" fmla="*/ 0 w 37"/>
                <a:gd name="T59" fmla="*/ 50 h 53"/>
                <a:gd name="T60" fmla="*/ 2 w 37"/>
                <a:gd name="T61" fmla="*/ 40 h 53"/>
                <a:gd name="T62" fmla="*/ 8 w 37"/>
                <a:gd name="T63" fmla="*/ 42 h 53"/>
                <a:gd name="T64" fmla="*/ 16 w 37"/>
                <a:gd name="T65" fmla="*/ 4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7" h="53">
                  <a:moveTo>
                    <a:pt x="16" y="43"/>
                  </a:moveTo>
                  <a:cubicBezTo>
                    <a:pt x="19" y="43"/>
                    <a:pt x="22" y="43"/>
                    <a:pt x="23" y="42"/>
                  </a:cubicBezTo>
                  <a:cubicBezTo>
                    <a:pt x="24" y="41"/>
                    <a:pt x="25" y="40"/>
                    <a:pt x="25" y="38"/>
                  </a:cubicBezTo>
                  <a:cubicBezTo>
                    <a:pt x="25" y="36"/>
                    <a:pt x="24" y="35"/>
                    <a:pt x="23" y="34"/>
                  </a:cubicBezTo>
                  <a:cubicBezTo>
                    <a:pt x="21" y="33"/>
                    <a:pt x="19" y="32"/>
                    <a:pt x="15" y="30"/>
                  </a:cubicBezTo>
                  <a:cubicBezTo>
                    <a:pt x="13" y="30"/>
                    <a:pt x="11" y="29"/>
                    <a:pt x="10" y="28"/>
                  </a:cubicBezTo>
                  <a:cubicBezTo>
                    <a:pt x="8" y="27"/>
                    <a:pt x="6" y="26"/>
                    <a:pt x="5" y="25"/>
                  </a:cubicBezTo>
                  <a:cubicBezTo>
                    <a:pt x="4" y="24"/>
                    <a:pt x="3" y="22"/>
                    <a:pt x="2" y="21"/>
                  </a:cubicBezTo>
                  <a:cubicBezTo>
                    <a:pt x="1" y="19"/>
                    <a:pt x="1" y="17"/>
                    <a:pt x="1" y="15"/>
                  </a:cubicBezTo>
                  <a:cubicBezTo>
                    <a:pt x="1" y="10"/>
                    <a:pt x="3" y="7"/>
                    <a:pt x="6" y="4"/>
                  </a:cubicBezTo>
                  <a:cubicBezTo>
                    <a:pt x="9" y="1"/>
                    <a:pt x="14" y="0"/>
                    <a:pt x="20" y="0"/>
                  </a:cubicBezTo>
                  <a:cubicBezTo>
                    <a:pt x="23" y="0"/>
                    <a:pt x="26" y="0"/>
                    <a:pt x="28" y="1"/>
                  </a:cubicBezTo>
                  <a:cubicBezTo>
                    <a:pt x="31" y="1"/>
                    <a:pt x="33" y="2"/>
                    <a:pt x="34" y="2"/>
                  </a:cubicBezTo>
                  <a:cubicBezTo>
                    <a:pt x="32" y="12"/>
                    <a:pt x="32" y="12"/>
                    <a:pt x="32" y="12"/>
                  </a:cubicBezTo>
                  <a:cubicBezTo>
                    <a:pt x="31" y="11"/>
                    <a:pt x="29" y="11"/>
                    <a:pt x="27" y="10"/>
                  </a:cubicBezTo>
                  <a:cubicBezTo>
                    <a:pt x="25" y="10"/>
                    <a:pt x="23" y="9"/>
                    <a:pt x="20" y="9"/>
                  </a:cubicBezTo>
                  <a:cubicBezTo>
                    <a:pt x="18" y="9"/>
                    <a:pt x="16" y="10"/>
                    <a:pt x="15" y="11"/>
                  </a:cubicBezTo>
                  <a:cubicBezTo>
                    <a:pt x="13" y="11"/>
                    <a:pt x="13" y="13"/>
                    <a:pt x="13" y="14"/>
                  </a:cubicBezTo>
                  <a:cubicBezTo>
                    <a:pt x="13" y="15"/>
                    <a:pt x="13" y="16"/>
                    <a:pt x="13" y="17"/>
                  </a:cubicBezTo>
                  <a:cubicBezTo>
                    <a:pt x="13" y="17"/>
                    <a:pt x="14" y="18"/>
                    <a:pt x="14" y="18"/>
                  </a:cubicBezTo>
                  <a:cubicBezTo>
                    <a:pt x="15" y="19"/>
                    <a:pt x="16" y="19"/>
                    <a:pt x="17" y="20"/>
                  </a:cubicBezTo>
                  <a:cubicBezTo>
                    <a:pt x="18" y="20"/>
                    <a:pt x="20" y="21"/>
                    <a:pt x="21" y="22"/>
                  </a:cubicBezTo>
                  <a:cubicBezTo>
                    <a:pt x="24" y="23"/>
                    <a:pt x="27" y="24"/>
                    <a:pt x="28" y="25"/>
                  </a:cubicBezTo>
                  <a:cubicBezTo>
                    <a:pt x="30" y="26"/>
                    <a:pt x="32" y="27"/>
                    <a:pt x="33" y="28"/>
                  </a:cubicBezTo>
                  <a:cubicBezTo>
                    <a:pt x="34" y="29"/>
                    <a:pt x="35" y="31"/>
                    <a:pt x="36" y="32"/>
                  </a:cubicBezTo>
                  <a:cubicBezTo>
                    <a:pt x="37" y="34"/>
                    <a:pt x="37" y="36"/>
                    <a:pt x="37" y="38"/>
                  </a:cubicBezTo>
                  <a:cubicBezTo>
                    <a:pt x="37" y="43"/>
                    <a:pt x="35" y="46"/>
                    <a:pt x="31" y="49"/>
                  </a:cubicBezTo>
                  <a:cubicBezTo>
                    <a:pt x="28" y="51"/>
                    <a:pt x="23" y="53"/>
                    <a:pt x="16" y="53"/>
                  </a:cubicBezTo>
                  <a:cubicBezTo>
                    <a:pt x="12" y="53"/>
                    <a:pt x="8" y="52"/>
                    <a:pt x="6" y="52"/>
                  </a:cubicBezTo>
                  <a:cubicBezTo>
                    <a:pt x="3" y="51"/>
                    <a:pt x="1" y="50"/>
                    <a:pt x="0" y="50"/>
                  </a:cubicBezTo>
                  <a:cubicBezTo>
                    <a:pt x="2" y="40"/>
                    <a:pt x="2" y="40"/>
                    <a:pt x="2" y="40"/>
                  </a:cubicBezTo>
                  <a:cubicBezTo>
                    <a:pt x="4" y="41"/>
                    <a:pt x="6" y="41"/>
                    <a:pt x="8" y="42"/>
                  </a:cubicBezTo>
                  <a:cubicBezTo>
                    <a:pt x="11" y="43"/>
                    <a:pt x="13" y="43"/>
                    <a:pt x="16"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en-US">
                <a:latin typeface="+mn-lt"/>
                <a:cs typeface="+mn-cs"/>
              </a:endParaRPr>
            </a:p>
          </p:txBody>
        </p:sp>
        <p:sp>
          <p:nvSpPr>
            <p:cNvPr id="36" name="Freeform 21"/>
            <p:cNvSpPr>
              <a:spLocks/>
            </p:cNvSpPr>
            <p:nvPr/>
          </p:nvSpPr>
          <p:spPr bwMode="auto">
            <a:xfrm>
              <a:off x="5195663" y="5036834"/>
              <a:ext cx="255588" cy="328613"/>
            </a:xfrm>
            <a:custGeom>
              <a:avLst/>
              <a:gdLst>
                <a:gd name="T0" fmla="*/ 42 w 42"/>
                <a:gd name="T1" fmla="*/ 49 h 52"/>
                <a:gd name="T2" fmla="*/ 33 w 42"/>
                <a:gd name="T3" fmla="*/ 51 h 52"/>
                <a:gd name="T4" fmla="*/ 21 w 42"/>
                <a:gd name="T5" fmla="*/ 52 h 52"/>
                <a:gd name="T6" fmla="*/ 11 w 42"/>
                <a:gd name="T7" fmla="*/ 50 h 52"/>
                <a:gd name="T8" fmla="*/ 5 w 42"/>
                <a:gd name="T9" fmla="*/ 45 h 52"/>
                <a:gd name="T10" fmla="*/ 1 w 42"/>
                <a:gd name="T11" fmla="*/ 38 h 52"/>
                <a:gd name="T12" fmla="*/ 0 w 42"/>
                <a:gd name="T13" fmla="*/ 28 h 52"/>
                <a:gd name="T14" fmla="*/ 0 w 42"/>
                <a:gd name="T15" fmla="*/ 0 h 52"/>
                <a:gd name="T16" fmla="*/ 12 w 42"/>
                <a:gd name="T17" fmla="*/ 0 h 52"/>
                <a:gd name="T18" fmla="*/ 12 w 42"/>
                <a:gd name="T19" fmla="*/ 26 h 52"/>
                <a:gd name="T20" fmla="*/ 14 w 42"/>
                <a:gd name="T21" fmla="*/ 38 h 52"/>
                <a:gd name="T22" fmla="*/ 22 w 42"/>
                <a:gd name="T23" fmla="*/ 41 h 52"/>
                <a:gd name="T24" fmla="*/ 27 w 42"/>
                <a:gd name="T25" fmla="*/ 41 h 52"/>
                <a:gd name="T26" fmla="*/ 30 w 42"/>
                <a:gd name="T27" fmla="*/ 41 h 52"/>
                <a:gd name="T28" fmla="*/ 30 w 42"/>
                <a:gd name="T29" fmla="*/ 0 h 52"/>
                <a:gd name="T30" fmla="*/ 42 w 42"/>
                <a:gd name="T31" fmla="*/ 0 h 52"/>
                <a:gd name="T32" fmla="*/ 42 w 42"/>
                <a:gd name="T33" fmla="*/ 49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 h="52">
                  <a:moveTo>
                    <a:pt x="42" y="49"/>
                  </a:moveTo>
                  <a:cubicBezTo>
                    <a:pt x="40" y="49"/>
                    <a:pt x="37" y="50"/>
                    <a:pt x="33" y="51"/>
                  </a:cubicBezTo>
                  <a:cubicBezTo>
                    <a:pt x="30" y="51"/>
                    <a:pt x="26" y="52"/>
                    <a:pt x="21" y="52"/>
                  </a:cubicBezTo>
                  <a:cubicBezTo>
                    <a:pt x="17" y="52"/>
                    <a:pt x="14" y="51"/>
                    <a:pt x="11" y="50"/>
                  </a:cubicBezTo>
                  <a:cubicBezTo>
                    <a:pt x="9" y="49"/>
                    <a:pt x="6" y="47"/>
                    <a:pt x="5" y="45"/>
                  </a:cubicBezTo>
                  <a:cubicBezTo>
                    <a:pt x="3" y="43"/>
                    <a:pt x="2" y="40"/>
                    <a:pt x="1" y="38"/>
                  </a:cubicBezTo>
                  <a:cubicBezTo>
                    <a:pt x="1" y="35"/>
                    <a:pt x="0" y="32"/>
                    <a:pt x="0" y="28"/>
                  </a:cubicBezTo>
                  <a:cubicBezTo>
                    <a:pt x="0" y="0"/>
                    <a:pt x="0" y="0"/>
                    <a:pt x="0" y="0"/>
                  </a:cubicBezTo>
                  <a:cubicBezTo>
                    <a:pt x="12" y="0"/>
                    <a:pt x="12" y="0"/>
                    <a:pt x="12" y="0"/>
                  </a:cubicBezTo>
                  <a:cubicBezTo>
                    <a:pt x="12" y="26"/>
                    <a:pt x="12" y="26"/>
                    <a:pt x="12" y="26"/>
                  </a:cubicBezTo>
                  <a:cubicBezTo>
                    <a:pt x="12" y="32"/>
                    <a:pt x="13" y="36"/>
                    <a:pt x="14" y="38"/>
                  </a:cubicBezTo>
                  <a:cubicBezTo>
                    <a:pt x="16" y="40"/>
                    <a:pt x="18" y="41"/>
                    <a:pt x="22" y="41"/>
                  </a:cubicBezTo>
                  <a:cubicBezTo>
                    <a:pt x="24" y="41"/>
                    <a:pt x="25" y="41"/>
                    <a:pt x="27" y="41"/>
                  </a:cubicBezTo>
                  <a:cubicBezTo>
                    <a:pt x="28" y="41"/>
                    <a:pt x="30" y="41"/>
                    <a:pt x="30" y="41"/>
                  </a:cubicBezTo>
                  <a:cubicBezTo>
                    <a:pt x="30" y="0"/>
                    <a:pt x="30" y="0"/>
                    <a:pt x="30" y="0"/>
                  </a:cubicBezTo>
                  <a:cubicBezTo>
                    <a:pt x="42" y="0"/>
                    <a:pt x="42" y="0"/>
                    <a:pt x="42" y="0"/>
                  </a:cubicBezTo>
                  <a:lnTo>
                    <a:pt x="42" y="4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en-US">
                <a:latin typeface="+mn-lt"/>
                <a:cs typeface="+mn-cs"/>
              </a:endParaRPr>
            </a:p>
          </p:txBody>
        </p:sp>
        <p:sp>
          <p:nvSpPr>
            <p:cNvPr id="37" name="Freeform 22"/>
            <p:cNvSpPr>
              <a:spLocks/>
            </p:cNvSpPr>
            <p:nvPr/>
          </p:nvSpPr>
          <p:spPr bwMode="auto">
            <a:xfrm>
              <a:off x="5530625" y="4886021"/>
              <a:ext cx="117475" cy="473075"/>
            </a:xfrm>
            <a:custGeom>
              <a:avLst/>
              <a:gdLst>
                <a:gd name="T0" fmla="*/ 17 w 19"/>
                <a:gd name="T1" fmla="*/ 75 h 75"/>
                <a:gd name="T2" fmla="*/ 9 w 19"/>
                <a:gd name="T3" fmla="*/ 74 h 75"/>
                <a:gd name="T4" fmla="*/ 3 w 19"/>
                <a:gd name="T5" fmla="*/ 71 h 75"/>
                <a:gd name="T6" fmla="*/ 0 w 19"/>
                <a:gd name="T7" fmla="*/ 66 h 75"/>
                <a:gd name="T8" fmla="*/ 0 w 19"/>
                <a:gd name="T9" fmla="*/ 60 h 75"/>
                <a:gd name="T10" fmla="*/ 0 w 19"/>
                <a:gd name="T11" fmla="*/ 2 h 75"/>
                <a:gd name="T12" fmla="*/ 11 w 19"/>
                <a:gd name="T13" fmla="*/ 0 h 75"/>
                <a:gd name="T14" fmla="*/ 11 w 19"/>
                <a:gd name="T15" fmla="*/ 57 h 75"/>
                <a:gd name="T16" fmla="*/ 12 w 19"/>
                <a:gd name="T17" fmla="*/ 61 h 75"/>
                <a:gd name="T18" fmla="*/ 13 w 19"/>
                <a:gd name="T19" fmla="*/ 63 h 75"/>
                <a:gd name="T20" fmla="*/ 15 w 19"/>
                <a:gd name="T21" fmla="*/ 65 h 75"/>
                <a:gd name="T22" fmla="*/ 19 w 19"/>
                <a:gd name="T23" fmla="*/ 66 h 75"/>
                <a:gd name="T24" fmla="*/ 17 w 19"/>
                <a:gd name="T25" fmla="*/ 75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 h="75">
                  <a:moveTo>
                    <a:pt x="17" y="75"/>
                  </a:moveTo>
                  <a:cubicBezTo>
                    <a:pt x="14" y="75"/>
                    <a:pt x="11" y="75"/>
                    <a:pt x="9" y="74"/>
                  </a:cubicBezTo>
                  <a:cubicBezTo>
                    <a:pt x="6" y="73"/>
                    <a:pt x="5" y="72"/>
                    <a:pt x="3" y="71"/>
                  </a:cubicBezTo>
                  <a:cubicBezTo>
                    <a:pt x="2" y="70"/>
                    <a:pt x="1" y="68"/>
                    <a:pt x="0" y="66"/>
                  </a:cubicBezTo>
                  <a:cubicBezTo>
                    <a:pt x="0" y="64"/>
                    <a:pt x="0" y="62"/>
                    <a:pt x="0" y="60"/>
                  </a:cubicBezTo>
                  <a:cubicBezTo>
                    <a:pt x="0" y="2"/>
                    <a:pt x="0" y="2"/>
                    <a:pt x="0" y="2"/>
                  </a:cubicBezTo>
                  <a:cubicBezTo>
                    <a:pt x="11" y="0"/>
                    <a:pt x="11" y="0"/>
                    <a:pt x="11" y="0"/>
                  </a:cubicBezTo>
                  <a:cubicBezTo>
                    <a:pt x="11" y="57"/>
                    <a:pt x="11" y="57"/>
                    <a:pt x="11" y="57"/>
                  </a:cubicBezTo>
                  <a:cubicBezTo>
                    <a:pt x="11" y="59"/>
                    <a:pt x="11" y="60"/>
                    <a:pt x="12" y="61"/>
                  </a:cubicBezTo>
                  <a:cubicBezTo>
                    <a:pt x="12" y="62"/>
                    <a:pt x="12" y="63"/>
                    <a:pt x="13" y="63"/>
                  </a:cubicBezTo>
                  <a:cubicBezTo>
                    <a:pt x="13" y="64"/>
                    <a:pt x="14" y="65"/>
                    <a:pt x="15" y="65"/>
                  </a:cubicBezTo>
                  <a:cubicBezTo>
                    <a:pt x="16" y="65"/>
                    <a:pt x="17" y="66"/>
                    <a:pt x="19" y="66"/>
                  </a:cubicBezTo>
                  <a:lnTo>
                    <a:pt x="17" y="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en-US">
                <a:latin typeface="+mn-lt"/>
                <a:cs typeface="+mn-cs"/>
              </a:endParaRPr>
            </a:p>
          </p:txBody>
        </p:sp>
        <p:sp>
          <p:nvSpPr>
            <p:cNvPr id="38" name="Freeform 23"/>
            <p:cNvSpPr>
              <a:spLocks/>
            </p:cNvSpPr>
            <p:nvPr/>
          </p:nvSpPr>
          <p:spPr bwMode="auto">
            <a:xfrm>
              <a:off x="5690963" y="4943171"/>
              <a:ext cx="188913" cy="422275"/>
            </a:xfrm>
            <a:custGeom>
              <a:avLst/>
              <a:gdLst>
                <a:gd name="T0" fmla="*/ 0 w 31"/>
                <a:gd name="T1" fmla="*/ 2 h 67"/>
                <a:gd name="T2" fmla="*/ 11 w 31"/>
                <a:gd name="T3" fmla="*/ 0 h 67"/>
                <a:gd name="T4" fmla="*/ 11 w 31"/>
                <a:gd name="T5" fmla="*/ 15 h 67"/>
                <a:gd name="T6" fmla="*/ 29 w 31"/>
                <a:gd name="T7" fmla="*/ 15 h 67"/>
                <a:gd name="T8" fmla="*/ 29 w 31"/>
                <a:gd name="T9" fmla="*/ 25 h 67"/>
                <a:gd name="T10" fmla="*/ 11 w 31"/>
                <a:gd name="T11" fmla="*/ 25 h 67"/>
                <a:gd name="T12" fmla="*/ 11 w 31"/>
                <a:gd name="T13" fmla="*/ 45 h 67"/>
                <a:gd name="T14" fmla="*/ 13 w 31"/>
                <a:gd name="T15" fmla="*/ 54 h 67"/>
                <a:gd name="T16" fmla="*/ 20 w 31"/>
                <a:gd name="T17" fmla="*/ 57 h 67"/>
                <a:gd name="T18" fmla="*/ 25 w 31"/>
                <a:gd name="T19" fmla="*/ 56 h 67"/>
                <a:gd name="T20" fmla="*/ 29 w 31"/>
                <a:gd name="T21" fmla="*/ 55 h 67"/>
                <a:gd name="T22" fmla="*/ 31 w 31"/>
                <a:gd name="T23" fmla="*/ 64 h 67"/>
                <a:gd name="T24" fmla="*/ 26 w 31"/>
                <a:gd name="T25" fmla="*/ 66 h 67"/>
                <a:gd name="T26" fmla="*/ 18 w 31"/>
                <a:gd name="T27" fmla="*/ 67 h 67"/>
                <a:gd name="T28" fmla="*/ 9 w 31"/>
                <a:gd name="T29" fmla="*/ 65 h 67"/>
                <a:gd name="T30" fmla="*/ 4 w 31"/>
                <a:gd name="T31" fmla="*/ 61 h 67"/>
                <a:gd name="T32" fmla="*/ 1 w 31"/>
                <a:gd name="T33" fmla="*/ 54 h 67"/>
                <a:gd name="T34" fmla="*/ 0 w 31"/>
                <a:gd name="T35" fmla="*/ 45 h 67"/>
                <a:gd name="T36" fmla="*/ 0 w 31"/>
                <a:gd name="T37" fmla="*/ 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1" h="67">
                  <a:moveTo>
                    <a:pt x="0" y="2"/>
                  </a:moveTo>
                  <a:cubicBezTo>
                    <a:pt x="11" y="0"/>
                    <a:pt x="11" y="0"/>
                    <a:pt x="11" y="0"/>
                  </a:cubicBezTo>
                  <a:cubicBezTo>
                    <a:pt x="11" y="15"/>
                    <a:pt x="11" y="15"/>
                    <a:pt x="11" y="15"/>
                  </a:cubicBezTo>
                  <a:cubicBezTo>
                    <a:pt x="29" y="15"/>
                    <a:pt x="29" y="15"/>
                    <a:pt x="29" y="15"/>
                  </a:cubicBezTo>
                  <a:cubicBezTo>
                    <a:pt x="29" y="25"/>
                    <a:pt x="29" y="25"/>
                    <a:pt x="29" y="25"/>
                  </a:cubicBezTo>
                  <a:cubicBezTo>
                    <a:pt x="11" y="25"/>
                    <a:pt x="11" y="25"/>
                    <a:pt x="11" y="25"/>
                  </a:cubicBezTo>
                  <a:cubicBezTo>
                    <a:pt x="11" y="45"/>
                    <a:pt x="11" y="45"/>
                    <a:pt x="11" y="45"/>
                  </a:cubicBezTo>
                  <a:cubicBezTo>
                    <a:pt x="11" y="49"/>
                    <a:pt x="12" y="52"/>
                    <a:pt x="13" y="54"/>
                  </a:cubicBezTo>
                  <a:cubicBezTo>
                    <a:pt x="15" y="56"/>
                    <a:pt x="17" y="57"/>
                    <a:pt x="20" y="57"/>
                  </a:cubicBezTo>
                  <a:cubicBezTo>
                    <a:pt x="22" y="57"/>
                    <a:pt x="24" y="56"/>
                    <a:pt x="25" y="56"/>
                  </a:cubicBezTo>
                  <a:cubicBezTo>
                    <a:pt x="27" y="55"/>
                    <a:pt x="28" y="55"/>
                    <a:pt x="29" y="55"/>
                  </a:cubicBezTo>
                  <a:cubicBezTo>
                    <a:pt x="31" y="64"/>
                    <a:pt x="31" y="64"/>
                    <a:pt x="31" y="64"/>
                  </a:cubicBezTo>
                  <a:cubicBezTo>
                    <a:pt x="30" y="64"/>
                    <a:pt x="28" y="65"/>
                    <a:pt x="26" y="66"/>
                  </a:cubicBezTo>
                  <a:cubicBezTo>
                    <a:pt x="24" y="66"/>
                    <a:pt x="21" y="67"/>
                    <a:pt x="18" y="67"/>
                  </a:cubicBezTo>
                  <a:cubicBezTo>
                    <a:pt x="15" y="67"/>
                    <a:pt x="12" y="66"/>
                    <a:pt x="9" y="65"/>
                  </a:cubicBezTo>
                  <a:cubicBezTo>
                    <a:pt x="7" y="64"/>
                    <a:pt x="5" y="63"/>
                    <a:pt x="4" y="61"/>
                  </a:cubicBezTo>
                  <a:cubicBezTo>
                    <a:pt x="2" y="59"/>
                    <a:pt x="1" y="57"/>
                    <a:pt x="1" y="54"/>
                  </a:cubicBezTo>
                  <a:cubicBezTo>
                    <a:pt x="0" y="52"/>
                    <a:pt x="0" y="49"/>
                    <a:pt x="0" y="45"/>
                  </a:cubicBezTo>
                  <a:lnTo>
                    <a:pt x="0"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en-US">
                <a:latin typeface="+mn-lt"/>
                <a:cs typeface="+mn-cs"/>
              </a:endParaRPr>
            </a:p>
          </p:txBody>
        </p:sp>
        <p:sp>
          <p:nvSpPr>
            <p:cNvPr id="39" name="Freeform 24"/>
            <p:cNvSpPr>
              <a:spLocks/>
            </p:cNvSpPr>
            <p:nvPr/>
          </p:nvSpPr>
          <p:spPr bwMode="auto">
            <a:xfrm>
              <a:off x="5903688" y="5030484"/>
              <a:ext cx="227013" cy="334963"/>
            </a:xfrm>
            <a:custGeom>
              <a:avLst/>
              <a:gdLst>
                <a:gd name="T0" fmla="*/ 16 w 37"/>
                <a:gd name="T1" fmla="*/ 43 h 53"/>
                <a:gd name="T2" fmla="*/ 23 w 37"/>
                <a:gd name="T3" fmla="*/ 42 h 53"/>
                <a:gd name="T4" fmla="*/ 25 w 37"/>
                <a:gd name="T5" fmla="*/ 38 h 53"/>
                <a:gd name="T6" fmla="*/ 23 w 37"/>
                <a:gd name="T7" fmla="*/ 34 h 53"/>
                <a:gd name="T8" fmla="*/ 15 w 37"/>
                <a:gd name="T9" fmla="*/ 30 h 53"/>
                <a:gd name="T10" fmla="*/ 9 w 37"/>
                <a:gd name="T11" fmla="*/ 28 h 53"/>
                <a:gd name="T12" fmla="*/ 5 w 37"/>
                <a:gd name="T13" fmla="*/ 25 h 53"/>
                <a:gd name="T14" fmla="*/ 2 w 37"/>
                <a:gd name="T15" fmla="*/ 21 h 53"/>
                <a:gd name="T16" fmla="*/ 1 w 37"/>
                <a:gd name="T17" fmla="*/ 15 h 53"/>
                <a:gd name="T18" fmla="*/ 6 w 37"/>
                <a:gd name="T19" fmla="*/ 4 h 53"/>
                <a:gd name="T20" fmla="*/ 20 w 37"/>
                <a:gd name="T21" fmla="*/ 0 h 53"/>
                <a:gd name="T22" fmla="*/ 28 w 37"/>
                <a:gd name="T23" fmla="*/ 1 h 53"/>
                <a:gd name="T24" fmla="*/ 34 w 37"/>
                <a:gd name="T25" fmla="*/ 2 h 53"/>
                <a:gd name="T26" fmla="*/ 32 w 37"/>
                <a:gd name="T27" fmla="*/ 12 h 53"/>
                <a:gd name="T28" fmla="*/ 27 w 37"/>
                <a:gd name="T29" fmla="*/ 10 h 53"/>
                <a:gd name="T30" fmla="*/ 20 w 37"/>
                <a:gd name="T31" fmla="*/ 9 h 53"/>
                <a:gd name="T32" fmla="*/ 15 w 37"/>
                <a:gd name="T33" fmla="*/ 11 h 53"/>
                <a:gd name="T34" fmla="*/ 12 w 37"/>
                <a:gd name="T35" fmla="*/ 14 h 53"/>
                <a:gd name="T36" fmla="*/ 13 w 37"/>
                <a:gd name="T37" fmla="*/ 17 h 53"/>
                <a:gd name="T38" fmla="*/ 14 w 37"/>
                <a:gd name="T39" fmla="*/ 18 h 53"/>
                <a:gd name="T40" fmla="*/ 17 w 37"/>
                <a:gd name="T41" fmla="*/ 20 h 53"/>
                <a:gd name="T42" fmla="*/ 21 w 37"/>
                <a:gd name="T43" fmla="*/ 22 h 53"/>
                <a:gd name="T44" fmla="*/ 28 w 37"/>
                <a:gd name="T45" fmla="*/ 25 h 53"/>
                <a:gd name="T46" fmla="*/ 33 w 37"/>
                <a:gd name="T47" fmla="*/ 28 h 53"/>
                <a:gd name="T48" fmla="*/ 36 w 37"/>
                <a:gd name="T49" fmla="*/ 32 h 53"/>
                <a:gd name="T50" fmla="*/ 37 w 37"/>
                <a:gd name="T51" fmla="*/ 38 h 53"/>
                <a:gd name="T52" fmla="*/ 31 w 37"/>
                <a:gd name="T53" fmla="*/ 49 h 53"/>
                <a:gd name="T54" fmla="*/ 16 w 37"/>
                <a:gd name="T55" fmla="*/ 53 h 53"/>
                <a:gd name="T56" fmla="*/ 5 w 37"/>
                <a:gd name="T57" fmla="*/ 52 h 53"/>
                <a:gd name="T58" fmla="*/ 0 w 37"/>
                <a:gd name="T59" fmla="*/ 50 h 53"/>
                <a:gd name="T60" fmla="*/ 2 w 37"/>
                <a:gd name="T61" fmla="*/ 40 h 53"/>
                <a:gd name="T62" fmla="*/ 8 w 37"/>
                <a:gd name="T63" fmla="*/ 42 h 53"/>
                <a:gd name="T64" fmla="*/ 16 w 37"/>
                <a:gd name="T65" fmla="*/ 4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7" h="53">
                  <a:moveTo>
                    <a:pt x="16" y="43"/>
                  </a:moveTo>
                  <a:cubicBezTo>
                    <a:pt x="19" y="43"/>
                    <a:pt x="21" y="43"/>
                    <a:pt x="23" y="42"/>
                  </a:cubicBezTo>
                  <a:cubicBezTo>
                    <a:pt x="24" y="41"/>
                    <a:pt x="25" y="40"/>
                    <a:pt x="25" y="38"/>
                  </a:cubicBezTo>
                  <a:cubicBezTo>
                    <a:pt x="25" y="36"/>
                    <a:pt x="24" y="35"/>
                    <a:pt x="23" y="34"/>
                  </a:cubicBezTo>
                  <a:cubicBezTo>
                    <a:pt x="21" y="33"/>
                    <a:pt x="19" y="32"/>
                    <a:pt x="15" y="30"/>
                  </a:cubicBezTo>
                  <a:cubicBezTo>
                    <a:pt x="13" y="30"/>
                    <a:pt x="11" y="29"/>
                    <a:pt x="9" y="28"/>
                  </a:cubicBezTo>
                  <a:cubicBezTo>
                    <a:pt x="8" y="27"/>
                    <a:pt x="6" y="26"/>
                    <a:pt x="5" y="25"/>
                  </a:cubicBezTo>
                  <a:cubicBezTo>
                    <a:pt x="4" y="24"/>
                    <a:pt x="3" y="22"/>
                    <a:pt x="2" y="21"/>
                  </a:cubicBezTo>
                  <a:cubicBezTo>
                    <a:pt x="1" y="19"/>
                    <a:pt x="1" y="17"/>
                    <a:pt x="1" y="15"/>
                  </a:cubicBezTo>
                  <a:cubicBezTo>
                    <a:pt x="1" y="10"/>
                    <a:pt x="2" y="7"/>
                    <a:pt x="6" y="4"/>
                  </a:cubicBezTo>
                  <a:cubicBezTo>
                    <a:pt x="9" y="1"/>
                    <a:pt x="14" y="0"/>
                    <a:pt x="20" y="0"/>
                  </a:cubicBezTo>
                  <a:cubicBezTo>
                    <a:pt x="23" y="0"/>
                    <a:pt x="25" y="0"/>
                    <a:pt x="28" y="1"/>
                  </a:cubicBezTo>
                  <a:cubicBezTo>
                    <a:pt x="31" y="1"/>
                    <a:pt x="33" y="2"/>
                    <a:pt x="34" y="2"/>
                  </a:cubicBezTo>
                  <a:cubicBezTo>
                    <a:pt x="32" y="12"/>
                    <a:pt x="32" y="12"/>
                    <a:pt x="32" y="12"/>
                  </a:cubicBezTo>
                  <a:cubicBezTo>
                    <a:pt x="31" y="11"/>
                    <a:pt x="29" y="11"/>
                    <a:pt x="27" y="10"/>
                  </a:cubicBezTo>
                  <a:cubicBezTo>
                    <a:pt x="25" y="10"/>
                    <a:pt x="23" y="9"/>
                    <a:pt x="20" y="9"/>
                  </a:cubicBezTo>
                  <a:cubicBezTo>
                    <a:pt x="18" y="9"/>
                    <a:pt x="16" y="10"/>
                    <a:pt x="15" y="11"/>
                  </a:cubicBezTo>
                  <a:cubicBezTo>
                    <a:pt x="13" y="11"/>
                    <a:pt x="12" y="13"/>
                    <a:pt x="12" y="14"/>
                  </a:cubicBezTo>
                  <a:cubicBezTo>
                    <a:pt x="12" y="15"/>
                    <a:pt x="12" y="16"/>
                    <a:pt x="13" y="17"/>
                  </a:cubicBezTo>
                  <a:cubicBezTo>
                    <a:pt x="13" y="17"/>
                    <a:pt x="14" y="18"/>
                    <a:pt x="14" y="18"/>
                  </a:cubicBezTo>
                  <a:cubicBezTo>
                    <a:pt x="15" y="19"/>
                    <a:pt x="16" y="19"/>
                    <a:pt x="17" y="20"/>
                  </a:cubicBezTo>
                  <a:cubicBezTo>
                    <a:pt x="18" y="20"/>
                    <a:pt x="20" y="21"/>
                    <a:pt x="21" y="22"/>
                  </a:cubicBezTo>
                  <a:cubicBezTo>
                    <a:pt x="24" y="23"/>
                    <a:pt x="26" y="24"/>
                    <a:pt x="28" y="25"/>
                  </a:cubicBezTo>
                  <a:cubicBezTo>
                    <a:pt x="30" y="26"/>
                    <a:pt x="32" y="27"/>
                    <a:pt x="33" y="28"/>
                  </a:cubicBezTo>
                  <a:cubicBezTo>
                    <a:pt x="34" y="29"/>
                    <a:pt x="35" y="31"/>
                    <a:pt x="36" y="32"/>
                  </a:cubicBezTo>
                  <a:cubicBezTo>
                    <a:pt x="36" y="34"/>
                    <a:pt x="37" y="36"/>
                    <a:pt x="37" y="38"/>
                  </a:cubicBezTo>
                  <a:cubicBezTo>
                    <a:pt x="37" y="43"/>
                    <a:pt x="35" y="46"/>
                    <a:pt x="31" y="49"/>
                  </a:cubicBezTo>
                  <a:cubicBezTo>
                    <a:pt x="28" y="51"/>
                    <a:pt x="23" y="53"/>
                    <a:pt x="16" y="53"/>
                  </a:cubicBezTo>
                  <a:cubicBezTo>
                    <a:pt x="12" y="53"/>
                    <a:pt x="8" y="52"/>
                    <a:pt x="5" y="52"/>
                  </a:cubicBezTo>
                  <a:cubicBezTo>
                    <a:pt x="3" y="51"/>
                    <a:pt x="1" y="50"/>
                    <a:pt x="0" y="50"/>
                  </a:cubicBezTo>
                  <a:cubicBezTo>
                    <a:pt x="2" y="40"/>
                    <a:pt x="2" y="40"/>
                    <a:pt x="2" y="40"/>
                  </a:cubicBezTo>
                  <a:cubicBezTo>
                    <a:pt x="3" y="41"/>
                    <a:pt x="6" y="41"/>
                    <a:pt x="8" y="42"/>
                  </a:cubicBezTo>
                  <a:cubicBezTo>
                    <a:pt x="10" y="43"/>
                    <a:pt x="13" y="43"/>
                    <a:pt x="16"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en-US">
                <a:latin typeface="+mn-lt"/>
                <a:cs typeface="+mn-cs"/>
              </a:endParaRPr>
            </a:p>
          </p:txBody>
        </p:sp>
        <p:sp>
          <p:nvSpPr>
            <p:cNvPr id="40" name="Freeform 25"/>
            <p:cNvSpPr>
              <a:spLocks/>
            </p:cNvSpPr>
            <p:nvPr/>
          </p:nvSpPr>
          <p:spPr bwMode="auto">
            <a:xfrm>
              <a:off x="6289450" y="5030484"/>
              <a:ext cx="238125" cy="334963"/>
            </a:xfrm>
            <a:custGeom>
              <a:avLst/>
              <a:gdLst>
                <a:gd name="T0" fmla="*/ 0 w 39"/>
                <a:gd name="T1" fmla="*/ 26 h 53"/>
                <a:gd name="T2" fmla="*/ 2 w 39"/>
                <a:gd name="T3" fmla="*/ 16 h 53"/>
                <a:gd name="T4" fmla="*/ 7 w 39"/>
                <a:gd name="T5" fmla="*/ 7 h 53"/>
                <a:gd name="T6" fmla="*/ 15 w 39"/>
                <a:gd name="T7" fmla="*/ 2 h 53"/>
                <a:gd name="T8" fmla="*/ 25 w 39"/>
                <a:gd name="T9" fmla="*/ 0 h 53"/>
                <a:gd name="T10" fmla="*/ 39 w 39"/>
                <a:gd name="T11" fmla="*/ 3 h 53"/>
                <a:gd name="T12" fmla="*/ 36 w 39"/>
                <a:gd name="T13" fmla="*/ 12 h 53"/>
                <a:gd name="T14" fmla="*/ 31 w 39"/>
                <a:gd name="T15" fmla="*/ 11 h 53"/>
                <a:gd name="T16" fmla="*/ 26 w 39"/>
                <a:gd name="T17" fmla="*/ 10 h 53"/>
                <a:gd name="T18" fmla="*/ 16 w 39"/>
                <a:gd name="T19" fmla="*/ 14 h 53"/>
                <a:gd name="T20" fmla="*/ 12 w 39"/>
                <a:gd name="T21" fmla="*/ 26 h 53"/>
                <a:gd name="T22" fmla="*/ 15 w 39"/>
                <a:gd name="T23" fmla="*/ 38 h 53"/>
                <a:gd name="T24" fmla="*/ 27 w 39"/>
                <a:gd name="T25" fmla="*/ 43 h 53"/>
                <a:gd name="T26" fmla="*/ 33 w 39"/>
                <a:gd name="T27" fmla="*/ 42 h 53"/>
                <a:gd name="T28" fmla="*/ 38 w 39"/>
                <a:gd name="T29" fmla="*/ 41 h 53"/>
                <a:gd name="T30" fmla="*/ 39 w 39"/>
                <a:gd name="T31" fmla="*/ 50 h 53"/>
                <a:gd name="T32" fmla="*/ 33 w 39"/>
                <a:gd name="T33" fmla="*/ 52 h 53"/>
                <a:gd name="T34" fmla="*/ 25 w 39"/>
                <a:gd name="T35" fmla="*/ 53 h 53"/>
                <a:gd name="T36" fmla="*/ 14 w 39"/>
                <a:gd name="T37" fmla="*/ 51 h 53"/>
                <a:gd name="T38" fmla="*/ 6 w 39"/>
                <a:gd name="T39" fmla="*/ 45 h 53"/>
                <a:gd name="T40" fmla="*/ 2 w 39"/>
                <a:gd name="T41" fmla="*/ 37 h 53"/>
                <a:gd name="T42" fmla="*/ 0 w 39"/>
                <a:gd name="T43" fmla="*/ 26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9" h="53">
                  <a:moveTo>
                    <a:pt x="0" y="26"/>
                  </a:moveTo>
                  <a:cubicBezTo>
                    <a:pt x="0" y="23"/>
                    <a:pt x="1" y="19"/>
                    <a:pt x="2" y="16"/>
                  </a:cubicBezTo>
                  <a:cubicBezTo>
                    <a:pt x="3" y="13"/>
                    <a:pt x="5" y="10"/>
                    <a:pt x="7" y="7"/>
                  </a:cubicBezTo>
                  <a:cubicBezTo>
                    <a:pt x="9" y="5"/>
                    <a:pt x="12" y="3"/>
                    <a:pt x="15" y="2"/>
                  </a:cubicBezTo>
                  <a:cubicBezTo>
                    <a:pt x="18" y="1"/>
                    <a:pt x="21" y="0"/>
                    <a:pt x="25" y="0"/>
                  </a:cubicBezTo>
                  <a:cubicBezTo>
                    <a:pt x="30" y="0"/>
                    <a:pt x="34" y="1"/>
                    <a:pt x="39" y="3"/>
                  </a:cubicBezTo>
                  <a:cubicBezTo>
                    <a:pt x="36" y="12"/>
                    <a:pt x="36" y="12"/>
                    <a:pt x="36" y="12"/>
                  </a:cubicBezTo>
                  <a:cubicBezTo>
                    <a:pt x="35" y="11"/>
                    <a:pt x="33" y="11"/>
                    <a:pt x="31" y="11"/>
                  </a:cubicBezTo>
                  <a:cubicBezTo>
                    <a:pt x="30" y="10"/>
                    <a:pt x="28" y="10"/>
                    <a:pt x="26" y="10"/>
                  </a:cubicBezTo>
                  <a:cubicBezTo>
                    <a:pt x="21" y="10"/>
                    <a:pt x="18" y="11"/>
                    <a:pt x="16" y="14"/>
                  </a:cubicBezTo>
                  <a:cubicBezTo>
                    <a:pt x="13" y="17"/>
                    <a:pt x="12" y="21"/>
                    <a:pt x="12" y="26"/>
                  </a:cubicBezTo>
                  <a:cubicBezTo>
                    <a:pt x="12" y="31"/>
                    <a:pt x="13" y="35"/>
                    <a:pt x="15" y="38"/>
                  </a:cubicBezTo>
                  <a:cubicBezTo>
                    <a:pt x="18" y="41"/>
                    <a:pt x="21" y="43"/>
                    <a:pt x="27" y="43"/>
                  </a:cubicBezTo>
                  <a:cubicBezTo>
                    <a:pt x="29" y="43"/>
                    <a:pt x="31" y="42"/>
                    <a:pt x="33" y="42"/>
                  </a:cubicBezTo>
                  <a:cubicBezTo>
                    <a:pt x="35" y="42"/>
                    <a:pt x="36" y="41"/>
                    <a:pt x="38" y="41"/>
                  </a:cubicBezTo>
                  <a:cubicBezTo>
                    <a:pt x="39" y="50"/>
                    <a:pt x="39" y="50"/>
                    <a:pt x="39" y="50"/>
                  </a:cubicBezTo>
                  <a:cubicBezTo>
                    <a:pt x="38" y="51"/>
                    <a:pt x="36" y="51"/>
                    <a:pt x="33" y="52"/>
                  </a:cubicBezTo>
                  <a:cubicBezTo>
                    <a:pt x="31" y="52"/>
                    <a:pt x="28" y="53"/>
                    <a:pt x="25" y="53"/>
                  </a:cubicBezTo>
                  <a:cubicBezTo>
                    <a:pt x="21" y="53"/>
                    <a:pt x="17" y="52"/>
                    <a:pt x="14" y="51"/>
                  </a:cubicBezTo>
                  <a:cubicBezTo>
                    <a:pt x="11" y="49"/>
                    <a:pt x="8" y="48"/>
                    <a:pt x="6" y="45"/>
                  </a:cubicBezTo>
                  <a:cubicBezTo>
                    <a:pt x="4" y="43"/>
                    <a:pt x="3" y="40"/>
                    <a:pt x="2" y="37"/>
                  </a:cubicBezTo>
                  <a:cubicBezTo>
                    <a:pt x="1" y="34"/>
                    <a:pt x="0" y="30"/>
                    <a:pt x="0"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en-US">
                <a:latin typeface="+mn-lt"/>
                <a:cs typeface="+mn-cs"/>
              </a:endParaRPr>
            </a:p>
          </p:txBody>
        </p:sp>
        <p:sp>
          <p:nvSpPr>
            <p:cNvPr id="41" name="Freeform 26"/>
            <p:cNvSpPr>
              <a:spLocks noEditPoints="1"/>
            </p:cNvSpPr>
            <p:nvPr/>
          </p:nvSpPr>
          <p:spPr bwMode="auto">
            <a:xfrm>
              <a:off x="6552975" y="5030484"/>
              <a:ext cx="292100" cy="334963"/>
            </a:xfrm>
            <a:custGeom>
              <a:avLst/>
              <a:gdLst>
                <a:gd name="T0" fmla="*/ 48 w 48"/>
                <a:gd name="T1" fmla="*/ 26 h 53"/>
                <a:gd name="T2" fmla="*/ 46 w 48"/>
                <a:gd name="T3" fmla="*/ 37 h 53"/>
                <a:gd name="T4" fmla="*/ 41 w 48"/>
                <a:gd name="T5" fmla="*/ 45 h 53"/>
                <a:gd name="T6" fmla="*/ 33 w 48"/>
                <a:gd name="T7" fmla="*/ 51 h 53"/>
                <a:gd name="T8" fmla="*/ 24 w 48"/>
                <a:gd name="T9" fmla="*/ 53 h 53"/>
                <a:gd name="T10" fmla="*/ 14 w 48"/>
                <a:gd name="T11" fmla="*/ 51 h 53"/>
                <a:gd name="T12" fmla="*/ 6 w 48"/>
                <a:gd name="T13" fmla="*/ 45 h 53"/>
                <a:gd name="T14" fmla="*/ 1 w 48"/>
                <a:gd name="T15" fmla="*/ 37 h 53"/>
                <a:gd name="T16" fmla="*/ 0 w 48"/>
                <a:gd name="T17" fmla="*/ 26 h 53"/>
                <a:gd name="T18" fmla="*/ 1 w 48"/>
                <a:gd name="T19" fmla="*/ 15 h 53"/>
                <a:gd name="T20" fmla="*/ 6 w 48"/>
                <a:gd name="T21" fmla="*/ 7 h 53"/>
                <a:gd name="T22" fmla="*/ 14 w 48"/>
                <a:gd name="T23" fmla="*/ 2 h 53"/>
                <a:gd name="T24" fmla="*/ 24 w 48"/>
                <a:gd name="T25" fmla="*/ 0 h 53"/>
                <a:gd name="T26" fmla="*/ 33 w 48"/>
                <a:gd name="T27" fmla="*/ 2 h 53"/>
                <a:gd name="T28" fmla="*/ 41 w 48"/>
                <a:gd name="T29" fmla="*/ 7 h 53"/>
                <a:gd name="T30" fmla="*/ 46 w 48"/>
                <a:gd name="T31" fmla="*/ 15 h 53"/>
                <a:gd name="T32" fmla="*/ 48 w 48"/>
                <a:gd name="T33" fmla="*/ 26 h 53"/>
                <a:gd name="T34" fmla="*/ 36 w 48"/>
                <a:gd name="T35" fmla="*/ 26 h 53"/>
                <a:gd name="T36" fmla="*/ 33 w 48"/>
                <a:gd name="T37" fmla="*/ 14 h 53"/>
                <a:gd name="T38" fmla="*/ 24 w 48"/>
                <a:gd name="T39" fmla="*/ 10 h 53"/>
                <a:gd name="T40" fmla="*/ 15 w 48"/>
                <a:gd name="T41" fmla="*/ 14 h 53"/>
                <a:gd name="T42" fmla="*/ 11 w 48"/>
                <a:gd name="T43" fmla="*/ 26 h 53"/>
                <a:gd name="T44" fmla="*/ 15 w 48"/>
                <a:gd name="T45" fmla="*/ 38 h 53"/>
                <a:gd name="T46" fmla="*/ 24 w 48"/>
                <a:gd name="T47" fmla="*/ 43 h 53"/>
                <a:gd name="T48" fmla="*/ 33 w 48"/>
                <a:gd name="T49" fmla="*/ 38 h 53"/>
                <a:gd name="T50" fmla="*/ 36 w 48"/>
                <a:gd name="T51" fmla="*/ 26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8" h="53">
                  <a:moveTo>
                    <a:pt x="48" y="26"/>
                  </a:moveTo>
                  <a:cubicBezTo>
                    <a:pt x="48" y="30"/>
                    <a:pt x="47" y="34"/>
                    <a:pt x="46" y="37"/>
                  </a:cubicBezTo>
                  <a:cubicBezTo>
                    <a:pt x="45" y="40"/>
                    <a:pt x="43" y="43"/>
                    <a:pt x="41" y="45"/>
                  </a:cubicBezTo>
                  <a:cubicBezTo>
                    <a:pt x="39" y="48"/>
                    <a:pt x="36" y="50"/>
                    <a:pt x="33" y="51"/>
                  </a:cubicBezTo>
                  <a:cubicBezTo>
                    <a:pt x="30" y="52"/>
                    <a:pt x="27" y="53"/>
                    <a:pt x="24" y="53"/>
                  </a:cubicBezTo>
                  <a:cubicBezTo>
                    <a:pt x="20" y="53"/>
                    <a:pt x="17" y="52"/>
                    <a:pt x="14" y="51"/>
                  </a:cubicBezTo>
                  <a:cubicBezTo>
                    <a:pt x="11" y="50"/>
                    <a:pt x="8" y="48"/>
                    <a:pt x="6" y="45"/>
                  </a:cubicBezTo>
                  <a:cubicBezTo>
                    <a:pt x="4" y="43"/>
                    <a:pt x="2" y="40"/>
                    <a:pt x="1" y="37"/>
                  </a:cubicBezTo>
                  <a:cubicBezTo>
                    <a:pt x="0" y="34"/>
                    <a:pt x="0" y="30"/>
                    <a:pt x="0" y="26"/>
                  </a:cubicBezTo>
                  <a:cubicBezTo>
                    <a:pt x="0" y="22"/>
                    <a:pt x="0" y="19"/>
                    <a:pt x="1" y="15"/>
                  </a:cubicBezTo>
                  <a:cubicBezTo>
                    <a:pt x="2" y="12"/>
                    <a:pt x="4" y="9"/>
                    <a:pt x="6" y="7"/>
                  </a:cubicBezTo>
                  <a:cubicBezTo>
                    <a:pt x="8" y="5"/>
                    <a:pt x="11" y="3"/>
                    <a:pt x="14" y="2"/>
                  </a:cubicBezTo>
                  <a:cubicBezTo>
                    <a:pt x="17" y="1"/>
                    <a:pt x="20" y="0"/>
                    <a:pt x="24" y="0"/>
                  </a:cubicBezTo>
                  <a:cubicBezTo>
                    <a:pt x="27" y="0"/>
                    <a:pt x="30" y="1"/>
                    <a:pt x="33" y="2"/>
                  </a:cubicBezTo>
                  <a:cubicBezTo>
                    <a:pt x="36" y="3"/>
                    <a:pt x="39" y="5"/>
                    <a:pt x="41" y="7"/>
                  </a:cubicBezTo>
                  <a:cubicBezTo>
                    <a:pt x="43" y="9"/>
                    <a:pt x="45" y="12"/>
                    <a:pt x="46" y="15"/>
                  </a:cubicBezTo>
                  <a:cubicBezTo>
                    <a:pt x="47" y="19"/>
                    <a:pt x="48" y="22"/>
                    <a:pt x="48" y="26"/>
                  </a:cubicBezTo>
                  <a:close/>
                  <a:moveTo>
                    <a:pt x="36" y="26"/>
                  </a:moveTo>
                  <a:cubicBezTo>
                    <a:pt x="36" y="21"/>
                    <a:pt x="35" y="17"/>
                    <a:pt x="33" y="14"/>
                  </a:cubicBezTo>
                  <a:cubicBezTo>
                    <a:pt x="30" y="11"/>
                    <a:pt x="27" y="10"/>
                    <a:pt x="24" y="10"/>
                  </a:cubicBezTo>
                  <a:cubicBezTo>
                    <a:pt x="20" y="10"/>
                    <a:pt x="17" y="11"/>
                    <a:pt x="15" y="14"/>
                  </a:cubicBezTo>
                  <a:cubicBezTo>
                    <a:pt x="13" y="17"/>
                    <a:pt x="11" y="21"/>
                    <a:pt x="11" y="26"/>
                  </a:cubicBezTo>
                  <a:cubicBezTo>
                    <a:pt x="11" y="31"/>
                    <a:pt x="13" y="35"/>
                    <a:pt x="15" y="38"/>
                  </a:cubicBezTo>
                  <a:cubicBezTo>
                    <a:pt x="17" y="41"/>
                    <a:pt x="20" y="43"/>
                    <a:pt x="24" y="43"/>
                  </a:cubicBezTo>
                  <a:cubicBezTo>
                    <a:pt x="27" y="43"/>
                    <a:pt x="30" y="41"/>
                    <a:pt x="33" y="38"/>
                  </a:cubicBezTo>
                  <a:cubicBezTo>
                    <a:pt x="35" y="35"/>
                    <a:pt x="36" y="31"/>
                    <a:pt x="36"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en-US">
                <a:latin typeface="+mn-lt"/>
                <a:cs typeface="+mn-cs"/>
              </a:endParaRPr>
            </a:p>
          </p:txBody>
        </p:sp>
        <p:sp>
          <p:nvSpPr>
            <p:cNvPr id="42" name="Freeform 27"/>
            <p:cNvSpPr>
              <a:spLocks/>
            </p:cNvSpPr>
            <p:nvPr/>
          </p:nvSpPr>
          <p:spPr bwMode="auto">
            <a:xfrm>
              <a:off x="6900638" y="5036834"/>
              <a:ext cx="257175" cy="328613"/>
            </a:xfrm>
            <a:custGeom>
              <a:avLst/>
              <a:gdLst>
                <a:gd name="T0" fmla="*/ 42 w 42"/>
                <a:gd name="T1" fmla="*/ 49 h 52"/>
                <a:gd name="T2" fmla="*/ 33 w 42"/>
                <a:gd name="T3" fmla="*/ 51 h 52"/>
                <a:gd name="T4" fmla="*/ 21 w 42"/>
                <a:gd name="T5" fmla="*/ 52 h 52"/>
                <a:gd name="T6" fmla="*/ 11 w 42"/>
                <a:gd name="T7" fmla="*/ 50 h 52"/>
                <a:gd name="T8" fmla="*/ 5 w 42"/>
                <a:gd name="T9" fmla="*/ 45 h 52"/>
                <a:gd name="T10" fmla="*/ 1 w 42"/>
                <a:gd name="T11" fmla="*/ 38 h 52"/>
                <a:gd name="T12" fmla="*/ 0 w 42"/>
                <a:gd name="T13" fmla="*/ 28 h 52"/>
                <a:gd name="T14" fmla="*/ 0 w 42"/>
                <a:gd name="T15" fmla="*/ 0 h 52"/>
                <a:gd name="T16" fmla="*/ 12 w 42"/>
                <a:gd name="T17" fmla="*/ 0 h 52"/>
                <a:gd name="T18" fmla="*/ 12 w 42"/>
                <a:gd name="T19" fmla="*/ 26 h 52"/>
                <a:gd name="T20" fmla="*/ 14 w 42"/>
                <a:gd name="T21" fmla="*/ 38 h 52"/>
                <a:gd name="T22" fmla="*/ 22 w 42"/>
                <a:gd name="T23" fmla="*/ 41 h 52"/>
                <a:gd name="T24" fmla="*/ 27 w 42"/>
                <a:gd name="T25" fmla="*/ 41 h 52"/>
                <a:gd name="T26" fmla="*/ 30 w 42"/>
                <a:gd name="T27" fmla="*/ 41 h 52"/>
                <a:gd name="T28" fmla="*/ 30 w 42"/>
                <a:gd name="T29" fmla="*/ 0 h 52"/>
                <a:gd name="T30" fmla="*/ 42 w 42"/>
                <a:gd name="T31" fmla="*/ 0 h 52"/>
                <a:gd name="T32" fmla="*/ 42 w 42"/>
                <a:gd name="T33" fmla="*/ 49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 h="52">
                  <a:moveTo>
                    <a:pt x="42" y="49"/>
                  </a:moveTo>
                  <a:cubicBezTo>
                    <a:pt x="40" y="49"/>
                    <a:pt x="37" y="50"/>
                    <a:pt x="33" y="51"/>
                  </a:cubicBezTo>
                  <a:cubicBezTo>
                    <a:pt x="30" y="51"/>
                    <a:pt x="26" y="52"/>
                    <a:pt x="21" y="52"/>
                  </a:cubicBezTo>
                  <a:cubicBezTo>
                    <a:pt x="17" y="52"/>
                    <a:pt x="14" y="51"/>
                    <a:pt x="11" y="50"/>
                  </a:cubicBezTo>
                  <a:cubicBezTo>
                    <a:pt x="9" y="49"/>
                    <a:pt x="6" y="47"/>
                    <a:pt x="5" y="45"/>
                  </a:cubicBezTo>
                  <a:cubicBezTo>
                    <a:pt x="3" y="43"/>
                    <a:pt x="2" y="40"/>
                    <a:pt x="1" y="38"/>
                  </a:cubicBezTo>
                  <a:cubicBezTo>
                    <a:pt x="1" y="35"/>
                    <a:pt x="0" y="32"/>
                    <a:pt x="0" y="28"/>
                  </a:cubicBezTo>
                  <a:cubicBezTo>
                    <a:pt x="0" y="0"/>
                    <a:pt x="0" y="0"/>
                    <a:pt x="0" y="0"/>
                  </a:cubicBezTo>
                  <a:cubicBezTo>
                    <a:pt x="12" y="0"/>
                    <a:pt x="12" y="0"/>
                    <a:pt x="12" y="0"/>
                  </a:cubicBezTo>
                  <a:cubicBezTo>
                    <a:pt x="12" y="26"/>
                    <a:pt x="12" y="26"/>
                    <a:pt x="12" y="26"/>
                  </a:cubicBezTo>
                  <a:cubicBezTo>
                    <a:pt x="12" y="32"/>
                    <a:pt x="13" y="36"/>
                    <a:pt x="14" y="38"/>
                  </a:cubicBezTo>
                  <a:cubicBezTo>
                    <a:pt x="16" y="40"/>
                    <a:pt x="19" y="41"/>
                    <a:pt x="22" y="41"/>
                  </a:cubicBezTo>
                  <a:cubicBezTo>
                    <a:pt x="24" y="41"/>
                    <a:pt x="25" y="41"/>
                    <a:pt x="27" y="41"/>
                  </a:cubicBezTo>
                  <a:cubicBezTo>
                    <a:pt x="28" y="41"/>
                    <a:pt x="30" y="41"/>
                    <a:pt x="30" y="41"/>
                  </a:cubicBezTo>
                  <a:cubicBezTo>
                    <a:pt x="30" y="0"/>
                    <a:pt x="30" y="0"/>
                    <a:pt x="30" y="0"/>
                  </a:cubicBezTo>
                  <a:cubicBezTo>
                    <a:pt x="42" y="0"/>
                    <a:pt x="42" y="0"/>
                    <a:pt x="42" y="0"/>
                  </a:cubicBezTo>
                  <a:lnTo>
                    <a:pt x="42" y="4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en-US">
                <a:latin typeface="+mn-lt"/>
                <a:cs typeface="+mn-cs"/>
              </a:endParaRPr>
            </a:p>
          </p:txBody>
        </p:sp>
        <p:sp>
          <p:nvSpPr>
            <p:cNvPr id="43" name="Freeform 28"/>
            <p:cNvSpPr>
              <a:spLocks/>
            </p:cNvSpPr>
            <p:nvPr/>
          </p:nvSpPr>
          <p:spPr bwMode="auto">
            <a:xfrm>
              <a:off x="7237188" y="5030484"/>
              <a:ext cx="257175" cy="322263"/>
            </a:xfrm>
            <a:custGeom>
              <a:avLst/>
              <a:gdLst>
                <a:gd name="T0" fmla="*/ 0 w 42"/>
                <a:gd name="T1" fmla="*/ 3 h 51"/>
                <a:gd name="T2" fmla="*/ 9 w 42"/>
                <a:gd name="T3" fmla="*/ 1 h 51"/>
                <a:gd name="T4" fmla="*/ 20 w 42"/>
                <a:gd name="T5" fmla="*/ 0 h 51"/>
                <a:gd name="T6" fmla="*/ 31 w 42"/>
                <a:gd name="T7" fmla="*/ 2 h 51"/>
                <a:gd name="T8" fmla="*/ 37 w 42"/>
                <a:gd name="T9" fmla="*/ 6 h 51"/>
                <a:gd name="T10" fmla="*/ 41 w 42"/>
                <a:gd name="T11" fmla="*/ 14 h 51"/>
                <a:gd name="T12" fmla="*/ 42 w 42"/>
                <a:gd name="T13" fmla="*/ 23 h 51"/>
                <a:gd name="T14" fmla="*/ 42 w 42"/>
                <a:gd name="T15" fmla="*/ 51 h 51"/>
                <a:gd name="T16" fmla="*/ 30 w 42"/>
                <a:gd name="T17" fmla="*/ 51 h 51"/>
                <a:gd name="T18" fmla="*/ 30 w 42"/>
                <a:gd name="T19" fmla="*/ 25 h 51"/>
                <a:gd name="T20" fmla="*/ 30 w 42"/>
                <a:gd name="T21" fmla="*/ 18 h 51"/>
                <a:gd name="T22" fmla="*/ 28 w 42"/>
                <a:gd name="T23" fmla="*/ 13 h 51"/>
                <a:gd name="T24" fmla="*/ 25 w 42"/>
                <a:gd name="T25" fmla="*/ 11 h 51"/>
                <a:gd name="T26" fmla="*/ 20 w 42"/>
                <a:gd name="T27" fmla="*/ 10 h 51"/>
                <a:gd name="T28" fmla="*/ 15 w 42"/>
                <a:gd name="T29" fmla="*/ 10 h 51"/>
                <a:gd name="T30" fmla="*/ 11 w 42"/>
                <a:gd name="T31" fmla="*/ 11 h 51"/>
                <a:gd name="T32" fmla="*/ 11 w 42"/>
                <a:gd name="T33" fmla="*/ 51 h 51"/>
                <a:gd name="T34" fmla="*/ 0 w 42"/>
                <a:gd name="T35" fmla="*/ 51 h 51"/>
                <a:gd name="T36" fmla="*/ 0 w 42"/>
                <a:gd name="T37" fmla="*/ 3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51">
                  <a:moveTo>
                    <a:pt x="0" y="3"/>
                  </a:moveTo>
                  <a:cubicBezTo>
                    <a:pt x="2" y="2"/>
                    <a:pt x="5" y="2"/>
                    <a:pt x="9" y="1"/>
                  </a:cubicBezTo>
                  <a:cubicBezTo>
                    <a:pt x="12" y="0"/>
                    <a:pt x="16" y="0"/>
                    <a:pt x="20" y="0"/>
                  </a:cubicBezTo>
                  <a:cubicBezTo>
                    <a:pt x="25" y="0"/>
                    <a:pt x="28" y="1"/>
                    <a:pt x="31" y="2"/>
                  </a:cubicBezTo>
                  <a:cubicBezTo>
                    <a:pt x="34" y="3"/>
                    <a:pt x="36" y="4"/>
                    <a:pt x="37" y="6"/>
                  </a:cubicBezTo>
                  <a:cubicBezTo>
                    <a:pt x="39" y="9"/>
                    <a:pt x="40" y="11"/>
                    <a:pt x="41" y="14"/>
                  </a:cubicBezTo>
                  <a:cubicBezTo>
                    <a:pt x="41" y="17"/>
                    <a:pt x="42" y="20"/>
                    <a:pt x="42" y="23"/>
                  </a:cubicBezTo>
                  <a:cubicBezTo>
                    <a:pt x="42" y="51"/>
                    <a:pt x="42" y="51"/>
                    <a:pt x="42" y="51"/>
                  </a:cubicBezTo>
                  <a:cubicBezTo>
                    <a:pt x="30" y="51"/>
                    <a:pt x="30" y="51"/>
                    <a:pt x="30" y="51"/>
                  </a:cubicBezTo>
                  <a:cubicBezTo>
                    <a:pt x="30" y="25"/>
                    <a:pt x="30" y="25"/>
                    <a:pt x="30" y="25"/>
                  </a:cubicBezTo>
                  <a:cubicBezTo>
                    <a:pt x="30" y="22"/>
                    <a:pt x="30" y="20"/>
                    <a:pt x="30" y="18"/>
                  </a:cubicBezTo>
                  <a:cubicBezTo>
                    <a:pt x="29" y="16"/>
                    <a:pt x="29" y="15"/>
                    <a:pt x="28" y="13"/>
                  </a:cubicBezTo>
                  <a:cubicBezTo>
                    <a:pt x="27" y="12"/>
                    <a:pt x="26" y="11"/>
                    <a:pt x="25" y="11"/>
                  </a:cubicBezTo>
                  <a:cubicBezTo>
                    <a:pt x="23" y="10"/>
                    <a:pt x="22" y="10"/>
                    <a:pt x="20" y="10"/>
                  </a:cubicBezTo>
                  <a:cubicBezTo>
                    <a:pt x="18" y="10"/>
                    <a:pt x="17" y="10"/>
                    <a:pt x="15" y="10"/>
                  </a:cubicBezTo>
                  <a:cubicBezTo>
                    <a:pt x="13" y="11"/>
                    <a:pt x="12" y="11"/>
                    <a:pt x="11" y="11"/>
                  </a:cubicBezTo>
                  <a:cubicBezTo>
                    <a:pt x="11" y="51"/>
                    <a:pt x="11" y="51"/>
                    <a:pt x="11" y="51"/>
                  </a:cubicBezTo>
                  <a:cubicBezTo>
                    <a:pt x="0" y="51"/>
                    <a:pt x="0" y="51"/>
                    <a:pt x="0" y="51"/>
                  </a:cubicBezTo>
                  <a:lnTo>
                    <a:pt x="0"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en-US">
                <a:latin typeface="+mn-lt"/>
                <a:cs typeface="+mn-cs"/>
              </a:endParaRPr>
            </a:p>
          </p:txBody>
        </p:sp>
        <p:sp>
          <p:nvSpPr>
            <p:cNvPr id="44" name="Freeform 29"/>
            <p:cNvSpPr>
              <a:spLocks/>
            </p:cNvSpPr>
            <p:nvPr/>
          </p:nvSpPr>
          <p:spPr bwMode="auto">
            <a:xfrm>
              <a:off x="7567388" y="4943171"/>
              <a:ext cx="188913" cy="422275"/>
            </a:xfrm>
            <a:custGeom>
              <a:avLst/>
              <a:gdLst>
                <a:gd name="T0" fmla="*/ 0 w 31"/>
                <a:gd name="T1" fmla="*/ 2 h 67"/>
                <a:gd name="T2" fmla="*/ 11 w 31"/>
                <a:gd name="T3" fmla="*/ 0 h 67"/>
                <a:gd name="T4" fmla="*/ 11 w 31"/>
                <a:gd name="T5" fmla="*/ 15 h 67"/>
                <a:gd name="T6" fmla="*/ 29 w 31"/>
                <a:gd name="T7" fmla="*/ 15 h 67"/>
                <a:gd name="T8" fmla="*/ 29 w 31"/>
                <a:gd name="T9" fmla="*/ 25 h 67"/>
                <a:gd name="T10" fmla="*/ 11 w 31"/>
                <a:gd name="T11" fmla="*/ 25 h 67"/>
                <a:gd name="T12" fmla="*/ 11 w 31"/>
                <a:gd name="T13" fmla="*/ 45 h 67"/>
                <a:gd name="T14" fmla="*/ 13 w 31"/>
                <a:gd name="T15" fmla="*/ 54 h 67"/>
                <a:gd name="T16" fmla="*/ 20 w 31"/>
                <a:gd name="T17" fmla="*/ 57 h 67"/>
                <a:gd name="T18" fmla="*/ 25 w 31"/>
                <a:gd name="T19" fmla="*/ 56 h 67"/>
                <a:gd name="T20" fmla="*/ 29 w 31"/>
                <a:gd name="T21" fmla="*/ 55 h 67"/>
                <a:gd name="T22" fmla="*/ 31 w 31"/>
                <a:gd name="T23" fmla="*/ 64 h 67"/>
                <a:gd name="T24" fmla="*/ 26 w 31"/>
                <a:gd name="T25" fmla="*/ 66 h 67"/>
                <a:gd name="T26" fmla="*/ 18 w 31"/>
                <a:gd name="T27" fmla="*/ 67 h 67"/>
                <a:gd name="T28" fmla="*/ 9 w 31"/>
                <a:gd name="T29" fmla="*/ 65 h 67"/>
                <a:gd name="T30" fmla="*/ 3 w 31"/>
                <a:gd name="T31" fmla="*/ 61 h 67"/>
                <a:gd name="T32" fmla="*/ 0 w 31"/>
                <a:gd name="T33" fmla="*/ 54 h 67"/>
                <a:gd name="T34" fmla="*/ 0 w 31"/>
                <a:gd name="T35" fmla="*/ 45 h 67"/>
                <a:gd name="T36" fmla="*/ 0 w 31"/>
                <a:gd name="T37" fmla="*/ 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1" h="67">
                  <a:moveTo>
                    <a:pt x="0" y="2"/>
                  </a:moveTo>
                  <a:cubicBezTo>
                    <a:pt x="11" y="0"/>
                    <a:pt x="11" y="0"/>
                    <a:pt x="11" y="0"/>
                  </a:cubicBezTo>
                  <a:cubicBezTo>
                    <a:pt x="11" y="15"/>
                    <a:pt x="11" y="15"/>
                    <a:pt x="11" y="15"/>
                  </a:cubicBezTo>
                  <a:cubicBezTo>
                    <a:pt x="29" y="15"/>
                    <a:pt x="29" y="15"/>
                    <a:pt x="29" y="15"/>
                  </a:cubicBezTo>
                  <a:cubicBezTo>
                    <a:pt x="29" y="25"/>
                    <a:pt x="29" y="25"/>
                    <a:pt x="29" y="25"/>
                  </a:cubicBezTo>
                  <a:cubicBezTo>
                    <a:pt x="11" y="25"/>
                    <a:pt x="11" y="25"/>
                    <a:pt x="11" y="25"/>
                  </a:cubicBezTo>
                  <a:cubicBezTo>
                    <a:pt x="11" y="45"/>
                    <a:pt x="11" y="45"/>
                    <a:pt x="11" y="45"/>
                  </a:cubicBezTo>
                  <a:cubicBezTo>
                    <a:pt x="11" y="49"/>
                    <a:pt x="12" y="52"/>
                    <a:pt x="13" y="54"/>
                  </a:cubicBezTo>
                  <a:cubicBezTo>
                    <a:pt x="14" y="56"/>
                    <a:pt x="17" y="57"/>
                    <a:pt x="20" y="57"/>
                  </a:cubicBezTo>
                  <a:cubicBezTo>
                    <a:pt x="22" y="57"/>
                    <a:pt x="24" y="56"/>
                    <a:pt x="25" y="56"/>
                  </a:cubicBezTo>
                  <a:cubicBezTo>
                    <a:pt x="27" y="55"/>
                    <a:pt x="28" y="55"/>
                    <a:pt x="29" y="55"/>
                  </a:cubicBezTo>
                  <a:cubicBezTo>
                    <a:pt x="31" y="64"/>
                    <a:pt x="31" y="64"/>
                    <a:pt x="31" y="64"/>
                  </a:cubicBezTo>
                  <a:cubicBezTo>
                    <a:pt x="30" y="64"/>
                    <a:pt x="28" y="65"/>
                    <a:pt x="26" y="66"/>
                  </a:cubicBezTo>
                  <a:cubicBezTo>
                    <a:pt x="24" y="66"/>
                    <a:pt x="21" y="67"/>
                    <a:pt x="18" y="67"/>
                  </a:cubicBezTo>
                  <a:cubicBezTo>
                    <a:pt x="14" y="67"/>
                    <a:pt x="11" y="66"/>
                    <a:pt x="9" y="65"/>
                  </a:cubicBezTo>
                  <a:cubicBezTo>
                    <a:pt x="7" y="64"/>
                    <a:pt x="5" y="63"/>
                    <a:pt x="3" y="61"/>
                  </a:cubicBezTo>
                  <a:cubicBezTo>
                    <a:pt x="2" y="59"/>
                    <a:pt x="1" y="57"/>
                    <a:pt x="0" y="54"/>
                  </a:cubicBezTo>
                  <a:cubicBezTo>
                    <a:pt x="0" y="52"/>
                    <a:pt x="0" y="49"/>
                    <a:pt x="0" y="45"/>
                  </a:cubicBezTo>
                  <a:lnTo>
                    <a:pt x="0"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en-US">
                <a:latin typeface="+mn-lt"/>
                <a:cs typeface="+mn-cs"/>
              </a:endParaRPr>
            </a:p>
          </p:txBody>
        </p:sp>
        <p:sp>
          <p:nvSpPr>
            <p:cNvPr id="45" name="Freeform 30"/>
            <p:cNvSpPr>
              <a:spLocks/>
            </p:cNvSpPr>
            <p:nvPr/>
          </p:nvSpPr>
          <p:spPr bwMode="auto">
            <a:xfrm>
              <a:off x="7792813" y="5263846"/>
              <a:ext cx="92075" cy="101600"/>
            </a:xfrm>
            <a:custGeom>
              <a:avLst/>
              <a:gdLst>
                <a:gd name="T0" fmla="*/ 15 w 15"/>
                <a:gd name="T1" fmla="*/ 8 h 16"/>
                <a:gd name="T2" fmla="*/ 13 w 15"/>
                <a:gd name="T3" fmla="*/ 14 h 16"/>
                <a:gd name="T4" fmla="*/ 8 w 15"/>
                <a:gd name="T5" fmla="*/ 16 h 16"/>
                <a:gd name="T6" fmla="*/ 2 w 15"/>
                <a:gd name="T7" fmla="*/ 14 h 16"/>
                <a:gd name="T8" fmla="*/ 0 w 15"/>
                <a:gd name="T9" fmla="*/ 8 h 16"/>
                <a:gd name="T10" fmla="*/ 2 w 15"/>
                <a:gd name="T11" fmla="*/ 3 h 16"/>
                <a:gd name="T12" fmla="*/ 8 w 15"/>
                <a:gd name="T13" fmla="*/ 0 h 16"/>
                <a:gd name="T14" fmla="*/ 13 w 15"/>
                <a:gd name="T15" fmla="*/ 3 h 16"/>
                <a:gd name="T16" fmla="*/ 15 w 15"/>
                <a:gd name="T17" fmla="*/ 8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16">
                  <a:moveTo>
                    <a:pt x="15" y="8"/>
                  </a:moveTo>
                  <a:cubicBezTo>
                    <a:pt x="15" y="10"/>
                    <a:pt x="14" y="12"/>
                    <a:pt x="13" y="14"/>
                  </a:cubicBezTo>
                  <a:cubicBezTo>
                    <a:pt x="11" y="15"/>
                    <a:pt x="10" y="16"/>
                    <a:pt x="8" y="16"/>
                  </a:cubicBezTo>
                  <a:cubicBezTo>
                    <a:pt x="5" y="16"/>
                    <a:pt x="4" y="15"/>
                    <a:pt x="2" y="14"/>
                  </a:cubicBezTo>
                  <a:cubicBezTo>
                    <a:pt x="1" y="12"/>
                    <a:pt x="0" y="10"/>
                    <a:pt x="0" y="8"/>
                  </a:cubicBezTo>
                  <a:cubicBezTo>
                    <a:pt x="0" y="6"/>
                    <a:pt x="1" y="4"/>
                    <a:pt x="2" y="3"/>
                  </a:cubicBezTo>
                  <a:cubicBezTo>
                    <a:pt x="4" y="1"/>
                    <a:pt x="5" y="0"/>
                    <a:pt x="8" y="0"/>
                  </a:cubicBezTo>
                  <a:cubicBezTo>
                    <a:pt x="10" y="0"/>
                    <a:pt x="11" y="1"/>
                    <a:pt x="13" y="3"/>
                  </a:cubicBezTo>
                  <a:cubicBezTo>
                    <a:pt x="14" y="4"/>
                    <a:pt x="15" y="6"/>
                    <a:pt x="1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en-US">
                <a:latin typeface="+mn-lt"/>
                <a:cs typeface="+mn-cs"/>
              </a:endParaRPr>
            </a:p>
          </p:txBody>
        </p:sp>
      </p:grpSp>
    </p:spTree>
    <p:extLst>
      <p:ext uri="{BB962C8B-B14F-4D97-AF65-F5344CB8AC3E}">
        <p14:creationId xmlns:p14="http://schemas.microsoft.com/office/powerpoint/2010/main" val="35590248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blank" preserve="1">
  <p:cSld name="Final Slide 2">
    <p:spTree>
      <p:nvGrpSpPr>
        <p:cNvPr id="1" name=""/>
        <p:cNvGrpSpPr/>
        <p:nvPr/>
      </p:nvGrpSpPr>
      <p:grpSpPr>
        <a:xfrm>
          <a:off x="0" y="0"/>
          <a:ext cx="0" cy="0"/>
          <a:chOff x="0" y="0"/>
          <a:chExt cx="0" cy="0"/>
        </a:xfrm>
      </p:grpSpPr>
      <p:graphicFrame>
        <p:nvGraphicFramePr>
          <p:cNvPr id="2" name="Object 20" hidden="1"/>
          <p:cNvGraphicFramePr>
            <a:graphicFrameLocks noChangeAspect="1"/>
          </p:cNvGraphicFramePr>
          <p:nvPr>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79545" name="think-cell Slide" r:id="rId8" imgW="360" imgH="360" progId="TCLayout.ActiveDocument.1">
                  <p:embed/>
                </p:oleObj>
              </mc:Choice>
              <mc:Fallback>
                <p:oleObj name="think-cell Slide" r:id="rId8" imgW="360" imgH="360" progId="TCLayout.ActiveDocument.1">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Rectangle 2"/>
          <p:cNvSpPr/>
          <p:nvPr userDrawn="1"/>
        </p:nvSpPr>
        <p:spPr>
          <a:xfrm>
            <a:off x="427038" y="1447800"/>
            <a:ext cx="4932362" cy="7699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lstStyle/>
          <a:p>
            <a:pPr algn="just" fontAlgn="auto">
              <a:spcBef>
                <a:spcPts val="0"/>
              </a:spcBef>
              <a:spcAft>
                <a:spcPts val="0"/>
              </a:spcAft>
              <a:defRPr/>
            </a:pPr>
            <a:r>
              <a:rPr lang="en-US" sz="900" dirty="0">
                <a:solidFill>
                  <a:schemeClr val="tx1"/>
                </a:solidFill>
              </a:rPr>
              <a:t>A global leader in consulting, technology services and digital transformation, Capgemini is at the forefront of innovation to address the entire breadth of clients’ opportunities in the evolving world of cloud, digital and platforms. </a:t>
            </a:r>
            <a:r>
              <a:rPr lang="en-GB" sz="900" dirty="0">
                <a:solidFill>
                  <a:schemeClr val="tx1"/>
                </a:solidFill>
              </a:rPr>
              <a:t>Building on its strong 50-year heritage and deep industry-specific expertise, Capgemini enables organizations to realize their business ambitions through an array of services </a:t>
            </a:r>
            <a:r>
              <a:rPr lang="en-US" sz="900" dirty="0">
                <a:solidFill>
                  <a:schemeClr val="tx1"/>
                </a:solidFill>
              </a:rPr>
              <a:t>from strategy to operations. Capgemini is driven by the conviction that the business value of technology comes from and through people. It is a multicultural company of 200,000 team members in over 40 countries. The Group reported 2016 global revenues of EUR 12.5 billion.</a:t>
            </a:r>
          </a:p>
        </p:txBody>
      </p:sp>
      <p:sp>
        <p:nvSpPr>
          <p:cNvPr id="4" name="Rectangle 3"/>
          <p:cNvSpPr/>
          <p:nvPr userDrawn="1"/>
        </p:nvSpPr>
        <p:spPr>
          <a:xfrm>
            <a:off x="427038" y="1068388"/>
            <a:ext cx="2219325" cy="2301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spAutoFit/>
          </a:bodyPr>
          <a:lstStyle/>
          <a:p>
            <a:pPr fontAlgn="auto">
              <a:lnSpc>
                <a:spcPts val="2000"/>
              </a:lnSpc>
              <a:spcBef>
                <a:spcPts val="0"/>
              </a:spcBef>
              <a:spcAft>
                <a:spcPts val="0"/>
              </a:spcAft>
              <a:defRPr/>
            </a:pPr>
            <a:r>
              <a:rPr lang="en-US" sz="1400" dirty="0">
                <a:solidFill>
                  <a:schemeClr val="accent1"/>
                </a:solidFill>
              </a:rPr>
              <a:t>About Capgemini</a:t>
            </a:r>
          </a:p>
        </p:txBody>
      </p:sp>
      <p:sp>
        <p:nvSpPr>
          <p:cNvPr id="5" name="Rectangle 4"/>
          <p:cNvSpPr/>
          <p:nvPr userDrawn="1"/>
        </p:nvSpPr>
        <p:spPr>
          <a:xfrm>
            <a:off x="427038" y="2797175"/>
            <a:ext cx="2057400" cy="406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lstStyle/>
          <a:p>
            <a:pPr algn="just" fontAlgn="auto">
              <a:lnSpc>
                <a:spcPts val="1200"/>
              </a:lnSpc>
              <a:spcBef>
                <a:spcPts val="0"/>
              </a:spcBef>
              <a:spcAft>
                <a:spcPts val="600"/>
              </a:spcAft>
              <a:defRPr/>
            </a:pPr>
            <a:r>
              <a:rPr lang="en-US" sz="900" dirty="0">
                <a:solidFill>
                  <a:schemeClr val="tx1"/>
                </a:solidFill>
              </a:rPr>
              <a:t>Learn more about us at</a:t>
            </a:r>
          </a:p>
          <a:p>
            <a:pPr algn="just" fontAlgn="auto">
              <a:lnSpc>
                <a:spcPts val="1200"/>
              </a:lnSpc>
              <a:spcBef>
                <a:spcPts val="0"/>
              </a:spcBef>
              <a:spcAft>
                <a:spcPts val="0"/>
              </a:spcAft>
              <a:defRPr/>
            </a:pPr>
            <a:r>
              <a:rPr lang="en-US" sz="1400" dirty="0">
                <a:solidFill>
                  <a:schemeClr val="accent2"/>
                </a:solidFill>
              </a:rPr>
              <a:t>www.capgemini.com</a:t>
            </a:r>
          </a:p>
        </p:txBody>
      </p:sp>
      <p:pic>
        <p:nvPicPr>
          <p:cNvPr id="6" name="Picture 2" descr="D:\My Work\Template\Icons\Social Media\LinkedIN.png">
            <a:hlinkClick r:id="rId10"/>
          </p:cNvPr>
          <p:cNvPicPr>
            <a:picLocks noChangeAspect="1" noChangeArrowheads="1"/>
          </p:cNvPicPr>
          <p:nvPr userDrawn="1"/>
        </p:nvPicPr>
        <p:blipFill>
          <a:blip r:embed="rId11" cstate="print">
            <a:duotone>
              <a:schemeClr val="accent2">
                <a:shade val="45000"/>
                <a:satMod val="135000"/>
              </a:schemeClr>
              <a:prstClr val="white"/>
            </a:duotone>
            <a:extLst/>
          </a:blip>
          <a:srcRect/>
          <a:stretch>
            <a:fillRect/>
          </a:stretch>
        </p:blipFill>
        <p:spPr bwMode="auto">
          <a:xfrm>
            <a:off x="810097" y="4829457"/>
            <a:ext cx="333195" cy="333195"/>
          </a:xfrm>
          <a:prstGeom prst="rect">
            <a:avLst/>
          </a:prstGeom>
          <a:noFill/>
        </p:spPr>
      </p:pic>
      <p:pic>
        <p:nvPicPr>
          <p:cNvPr id="7" name="Picture 4" descr="D:\My Work\Template\Icons\Social Media\SlideShare.png">
            <a:hlinkClick r:id="rId12"/>
          </p:cNvPr>
          <p:cNvPicPr>
            <a:picLocks noChangeAspect="1" noChangeArrowheads="1"/>
          </p:cNvPicPr>
          <p:nvPr userDrawn="1"/>
        </p:nvPicPr>
        <p:blipFill>
          <a:blip r:embed="rId13" cstate="print">
            <a:duotone>
              <a:schemeClr val="accent2">
                <a:shade val="45000"/>
                <a:satMod val="135000"/>
              </a:schemeClr>
              <a:prstClr val="white"/>
            </a:duotone>
            <a:extLst/>
          </a:blip>
          <a:srcRect/>
          <a:stretch>
            <a:fillRect/>
          </a:stretch>
        </p:blipFill>
        <p:spPr bwMode="auto">
          <a:xfrm>
            <a:off x="1193474" y="4829457"/>
            <a:ext cx="333195" cy="333195"/>
          </a:xfrm>
          <a:prstGeom prst="rect">
            <a:avLst/>
          </a:prstGeom>
          <a:noFill/>
        </p:spPr>
      </p:pic>
      <p:pic>
        <p:nvPicPr>
          <p:cNvPr id="8" name="Picture 5" descr="D:\My Work\Template\Icons\Social Media\Twitter.png">
            <a:hlinkClick r:id="rId14"/>
          </p:cNvPr>
          <p:cNvPicPr>
            <a:picLocks noChangeAspect="1" noChangeArrowheads="1"/>
          </p:cNvPicPr>
          <p:nvPr userDrawn="1"/>
        </p:nvPicPr>
        <p:blipFill>
          <a:blip r:embed="rId15" cstate="print">
            <a:duotone>
              <a:schemeClr val="accent2">
                <a:shade val="45000"/>
                <a:satMod val="135000"/>
              </a:schemeClr>
              <a:prstClr val="white"/>
            </a:duotone>
            <a:extLst/>
          </a:blip>
          <a:srcRect/>
          <a:stretch>
            <a:fillRect/>
          </a:stretch>
        </p:blipFill>
        <p:spPr bwMode="auto">
          <a:xfrm>
            <a:off x="1576851" y="4829457"/>
            <a:ext cx="333195" cy="333195"/>
          </a:xfrm>
          <a:prstGeom prst="rect">
            <a:avLst/>
          </a:prstGeom>
          <a:noFill/>
        </p:spPr>
      </p:pic>
      <p:pic>
        <p:nvPicPr>
          <p:cNvPr id="9" name="Picture 6" descr="D:\My Work\Template\Icons\Social Media\YouTube.png">
            <a:hlinkClick r:id="rId16"/>
          </p:cNvPr>
          <p:cNvPicPr>
            <a:picLocks noChangeAspect="1" noChangeArrowheads="1"/>
          </p:cNvPicPr>
          <p:nvPr userDrawn="1"/>
        </p:nvPicPr>
        <p:blipFill>
          <a:blip r:embed="rId17" cstate="print">
            <a:duotone>
              <a:schemeClr val="accent2">
                <a:shade val="45000"/>
                <a:satMod val="135000"/>
              </a:schemeClr>
              <a:prstClr val="white"/>
            </a:duotone>
            <a:extLst/>
          </a:blip>
          <a:srcRect/>
          <a:stretch>
            <a:fillRect/>
          </a:stretch>
        </p:blipFill>
        <p:spPr bwMode="auto">
          <a:xfrm>
            <a:off x="1960227" y="4829457"/>
            <a:ext cx="333195" cy="333195"/>
          </a:xfrm>
          <a:prstGeom prst="rect">
            <a:avLst/>
          </a:prstGeom>
          <a:noFill/>
        </p:spPr>
      </p:pic>
      <p:pic>
        <p:nvPicPr>
          <p:cNvPr id="10" name="Picture 7" descr="D:\My Work\Template\Icons\Social Media\Facebook.png">
            <a:hlinkClick r:id="rId18"/>
          </p:cNvPr>
          <p:cNvPicPr>
            <a:picLocks noChangeAspect="1" noChangeArrowheads="1"/>
          </p:cNvPicPr>
          <p:nvPr userDrawn="1"/>
        </p:nvPicPr>
        <p:blipFill>
          <a:blip r:embed="rId19" cstate="print">
            <a:duotone>
              <a:schemeClr val="accent2">
                <a:shade val="45000"/>
                <a:satMod val="135000"/>
              </a:schemeClr>
              <a:prstClr val="white"/>
            </a:duotone>
            <a:extLst/>
          </a:blip>
          <a:srcRect/>
          <a:stretch>
            <a:fillRect/>
          </a:stretch>
        </p:blipFill>
        <p:spPr bwMode="auto">
          <a:xfrm>
            <a:off x="426720" y="4829457"/>
            <a:ext cx="333195" cy="333195"/>
          </a:xfrm>
          <a:prstGeom prst="rect">
            <a:avLst/>
          </a:prstGeom>
          <a:noFill/>
        </p:spPr>
      </p:pic>
      <p:sp>
        <p:nvSpPr>
          <p:cNvPr id="11" name="Rectangle 10"/>
          <p:cNvSpPr>
            <a:spLocks noChangeArrowheads="1"/>
          </p:cNvSpPr>
          <p:nvPr userDrawn="1"/>
        </p:nvSpPr>
        <p:spPr bwMode="auto">
          <a:xfrm>
            <a:off x="427038" y="5870575"/>
            <a:ext cx="41989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a:solidFill>
                  <a:schemeClr val="tx1"/>
                </a:solidFill>
                <a:latin typeface="Verdana" pitchFamily="34" charset="0"/>
              </a:defRPr>
            </a:lvl1pPr>
            <a:lvl2pPr marL="742950" indent="-285750">
              <a:defRPr>
                <a:solidFill>
                  <a:schemeClr val="tx1"/>
                </a:solidFill>
                <a:latin typeface="Verdana" pitchFamily="34" charset="0"/>
              </a:defRPr>
            </a:lvl2pPr>
            <a:lvl3pPr marL="1143000" indent="-228600">
              <a:defRPr>
                <a:solidFill>
                  <a:schemeClr val="tx1"/>
                </a:solidFill>
                <a:latin typeface="Verdana" pitchFamily="34" charset="0"/>
              </a:defRPr>
            </a:lvl3pPr>
            <a:lvl4pPr marL="1600200" indent="-228600">
              <a:defRPr>
                <a:solidFill>
                  <a:schemeClr val="tx1"/>
                </a:solidFill>
                <a:latin typeface="Verdana" pitchFamily="34" charset="0"/>
              </a:defRPr>
            </a:lvl4pPr>
            <a:lvl5pPr marL="2057400" indent="-228600">
              <a:defRPr>
                <a:solidFill>
                  <a:schemeClr val="tx1"/>
                </a:solidFill>
                <a:latin typeface="Verdana" pitchFamily="34" charset="0"/>
              </a:defRPr>
            </a:lvl5pPr>
            <a:lvl6pPr marL="2514600" indent="-228600" fontAlgn="base">
              <a:spcBef>
                <a:spcPct val="0"/>
              </a:spcBef>
              <a:spcAft>
                <a:spcPct val="0"/>
              </a:spcAft>
              <a:defRPr>
                <a:solidFill>
                  <a:schemeClr val="tx1"/>
                </a:solidFill>
                <a:latin typeface="Verdana" pitchFamily="34" charset="0"/>
              </a:defRPr>
            </a:lvl6pPr>
            <a:lvl7pPr marL="2971800" indent="-228600" fontAlgn="base">
              <a:spcBef>
                <a:spcPct val="0"/>
              </a:spcBef>
              <a:spcAft>
                <a:spcPct val="0"/>
              </a:spcAft>
              <a:defRPr>
                <a:solidFill>
                  <a:schemeClr val="tx1"/>
                </a:solidFill>
                <a:latin typeface="Verdana" pitchFamily="34" charset="0"/>
              </a:defRPr>
            </a:lvl7pPr>
            <a:lvl8pPr marL="3429000" indent="-228600" fontAlgn="base">
              <a:spcBef>
                <a:spcPct val="0"/>
              </a:spcBef>
              <a:spcAft>
                <a:spcPct val="0"/>
              </a:spcAft>
              <a:defRPr>
                <a:solidFill>
                  <a:schemeClr val="tx1"/>
                </a:solidFill>
                <a:latin typeface="Verdana" pitchFamily="34" charset="0"/>
              </a:defRPr>
            </a:lvl8pPr>
            <a:lvl9pPr marL="3886200" indent="-228600" fontAlgn="base">
              <a:spcBef>
                <a:spcPct val="0"/>
              </a:spcBef>
              <a:spcAft>
                <a:spcPct val="0"/>
              </a:spcAft>
              <a:defRPr>
                <a:solidFill>
                  <a:schemeClr val="tx1"/>
                </a:solidFill>
                <a:latin typeface="Verdana" pitchFamily="34" charset="0"/>
              </a:defRPr>
            </a:lvl9pPr>
          </a:lstStyle>
          <a:p>
            <a:pPr>
              <a:spcAft>
                <a:spcPts val="600"/>
              </a:spcAft>
            </a:pPr>
            <a:r>
              <a:rPr lang="en-US" altLang="en-US" sz="800"/>
              <a:t>This presentation contains information that may be privileged or confidential and is the property of the Capgemini Group.</a:t>
            </a:r>
            <a:br>
              <a:rPr lang="en-US" altLang="en-US" sz="800"/>
            </a:br>
            <a:r>
              <a:rPr lang="en-US" altLang="en-US" sz="800">
                <a:latin typeface="Arial" charset="0"/>
              </a:rPr>
              <a:t>Copyright © 2018 Capgemini. All rights reserved.</a:t>
            </a:r>
          </a:p>
        </p:txBody>
      </p:sp>
      <p:sp>
        <p:nvSpPr>
          <p:cNvPr id="12" name="Rectangle 11"/>
          <p:cNvSpPr>
            <a:spLocks noChangeArrowheads="1"/>
          </p:cNvSpPr>
          <p:nvPr>
            <p:custDataLst>
              <p:tags r:id="rId3"/>
            </p:custDataLst>
          </p:nvPr>
        </p:nvSpPr>
        <p:spPr bwMode="auto">
          <a:xfrm>
            <a:off x="6324600" y="1068388"/>
            <a:ext cx="2239963" cy="1030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Verdana" pitchFamily="34" charset="0"/>
              </a:defRPr>
            </a:lvl1pPr>
            <a:lvl2pPr marL="742950" indent="-285750">
              <a:defRPr>
                <a:solidFill>
                  <a:schemeClr val="tx1"/>
                </a:solidFill>
                <a:latin typeface="Verdana" pitchFamily="34" charset="0"/>
              </a:defRPr>
            </a:lvl2pPr>
            <a:lvl3pPr marL="1143000" indent="-228600">
              <a:defRPr>
                <a:solidFill>
                  <a:schemeClr val="tx1"/>
                </a:solidFill>
                <a:latin typeface="Verdana" pitchFamily="34" charset="0"/>
              </a:defRPr>
            </a:lvl3pPr>
            <a:lvl4pPr marL="1600200" indent="-228600">
              <a:defRPr>
                <a:solidFill>
                  <a:schemeClr val="tx1"/>
                </a:solidFill>
                <a:latin typeface="Verdana" pitchFamily="34" charset="0"/>
              </a:defRPr>
            </a:lvl4pPr>
            <a:lvl5pPr marL="2057400" indent="-228600">
              <a:defRPr>
                <a:solidFill>
                  <a:schemeClr val="tx1"/>
                </a:solidFill>
                <a:latin typeface="Verdana" pitchFamily="34" charset="0"/>
              </a:defRPr>
            </a:lvl5pPr>
            <a:lvl6pPr marL="2514600" indent="-228600" fontAlgn="base">
              <a:spcBef>
                <a:spcPct val="0"/>
              </a:spcBef>
              <a:spcAft>
                <a:spcPct val="0"/>
              </a:spcAft>
              <a:defRPr>
                <a:solidFill>
                  <a:schemeClr val="tx1"/>
                </a:solidFill>
                <a:latin typeface="Verdana" pitchFamily="34" charset="0"/>
              </a:defRPr>
            </a:lvl6pPr>
            <a:lvl7pPr marL="2971800" indent="-228600" fontAlgn="base">
              <a:spcBef>
                <a:spcPct val="0"/>
              </a:spcBef>
              <a:spcAft>
                <a:spcPct val="0"/>
              </a:spcAft>
              <a:defRPr>
                <a:solidFill>
                  <a:schemeClr val="tx1"/>
                </a:solidFill>
                <a:latin typeface="Verdana" pitchFamily="34" charset="0"/>
              </a:defRPr>
            </a:lvl7pPr>
            <a:lvl8pPr marL="3429000" indent="-228600" fontAlgn="base">
              <a:spcBef>
                <a:spcPct val="0"/>
              </a:spcBef>
              <a:spcAft>
                <a:spcPct val="0"/>
              </a:spcAft>
              <a:defRPr>
                <a:solidFill>
                  <a:schemeClr val="tx1"/>
                </a:solidFill>
                <a:latin typeface="Verdana" pitchFamily="34" charset="0"/>
              </a:defRPr>
            </a:lvl8pPr>
            <a:lvl9pPr marL="3886200" indent="-228600" fontAlgn="base">
              <a:spcBef>
                <a:spcPct val="0"/>
              </a:spcBef>
              <a:spcAft>
                <a:spcPct val="0"/>
              </a:spcAft>
              <a:defRPr>
                <a:solidFill>
                  <a:schemeClr val="tx1"/>
                </a:solidFill>
                <a:latin typeface="Verdana" pitchFamily="34" charset="0"/>
              </a:defRPr>
            </a:lvl9pPr>
          </a:lstStyle>
          <a:p>
            <a:pPr>
              <a:spcAft>
                <a:spcPts val="600"/>
              </a:spcAft>
            </a:pPr>
            <a:r>
              <a:rPr lang="en-US" altLang="en-US" sz="1200" b="1">
                <a:solidFill>
                  <a:schemeClr val="accent1"/>
                </a:solidFill>
              </a:rPr>
              <a:t>Name, Last Name</a:t>
            </a:r>
          </a:p>
          <a:p>
            <a:pPr>
              <a:lnSpc>
                <a:spcPts val="1200"/>
              </a:lnSpc>
            </a:pPr>
            <a:r>
              <a:rPr lang="en-US" altLang="en-US" sz="1000">
                <a:solidFill>
                  <a:schemeClr val="accent2"/>
                </a:solidFill>
              </a:rPr>
              <a:t>Title/Role</a:t>
            </a:r>
          </a:p>
          <a:p>
            <a:pPr>
              <a:lnSpc>
                <a:spcPts val="1200"/>
              </a:lnSpc>
            </a:pPr>
            <a:r>
              <a:rPr lang="en-US" altLang="en-US" sz="1000"/>
              <a:t>Capgemini Office (Optional)</a:t>
            </a:r>
          </a:p>
          <a:p>
            <a:pPr>
              <a:lnSpc>
                <a:spcPts val="1200"/>
              </a:lnSpc>
            </a:pPr>
            <a:r>
              <a:rPr lang="en-US" altLang="en-US" sz="1000"/>
              <a:t>Address Line 1</a:t>
            </a:r>
          </a:p>
          <a:p>
            <a:pPr>
              <a:lnSpc>
                <a:spcPts val="1200"/>
              </a:lnSpc>
            </a:pPr>
            <a:r>
              <a:rPr lang="en-US" altLang="en-US" sz="1000"/>
              <a:t>Address Line 2 </a:t>
            </a:r>
          </a:p>
          <a:p>
            <a:pPr>
              <a:lnSpc>
                <a:spcPts val="1200"/>
              </a:lnSpc>
            </a:pPr>
            <a:r>
              <a:rPr lang="en-US" altLang="en-US" sz="1000"/>
              <a:t>Address Line 3</a:t>
            </a:r>
          </a:p>
        </p:txBody>
      </p:sp>
      <p:sp>
        <p:nvSpPr>
          <p:cNvPr id="13" name="Rectangle 12"/>
          <p:cNvSpPr>
            <a:spLocks noChangeArrowheads="1"/>
          </p:cNvSpPr>
          <p:nvPr>
            <p:custDataLst>
              <p:tags r:id="rId4"/>
            </p:custDataLst>
          </p:nvPr>
        </p:nvSpPr>
        <p:spPr bwMode="auto">
          <a:xfrm>
            <a:off x="9499600" y="1068388"/>
            <a:ext cx="2239963" cy="1030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Verdana" pitchFamily="34" charset="0"/>
              </a:defRPr>
            </a:lvl1pPr>
            <a:lvl2pPr marL="742950" indent="-285750">
              <a:defRPr>
                <a:solidFill>
                  <a:schemeClr val="tx1"/>
                </a:solidFill>
                <a:latin typeface="Verdana" pitchFamily="34" charset="0"/>
              </a:defRPr>
            </a:lvl2pPr>
            <a:lvl3pPr marL="1143000" indent="-228600">
              <a:defRPr>
                <a:solidFill>
                  <a:schemeClr val="tx1"/>
                </a:solidFill>
                <a:latin typeface="Verdana" pitchFamily="34" charset="0"/>
              </a:defRPr>
            </a:lvl3pPr>
            <a:lvl4pPr marL="1600200" indent="-228600">
              <a:defRPr>
                <a:solidFill>
                  <a:schemeClr val="tx1"/>
                </a:solidFill>
                <a:latin typeface="Verdana" pitchFamily="34" charset="0"/>
              </a:defRPr>
            </a:lvl4pPr>
            <a:lvl5pPr marL="2057400" indent="-228600">
              <a:defRPr>
                <a:solidFill>
                  <a:schemeClr val="tx1"/>
                </a:solidFill>
                <a:latin typeface="Verdana" pitchFamily="34" charset="0"/>
              </a:defRPr>
            </a:lvl5pPr>
            <a:lvl6pPr marL="2514600" indent="-228600" fontAlgn="base">
              <a:spcBef>
                <a:spcPct val="0"/>
              </a:spcBef>
              <a:spcAft>
                <a:spcPct val="0"/>
              </a:spcAft>
              <a:defRPr>
                <a:solidFill>
                  <a:schemeClr val="tx1"/>
                </a:solidFill>
                <a:latin typeface="Verdana" pitchFamily="34" charset="0"/>
              </a:defRPr>
            </a:lvl6pPr>
            <a:lvl7pPr marL="2971800" indent="-228600" fontAlgn="base">
              <a:spcBef>
                <a:spcPct val="0"/>
              </a:spcBef>
              <a:spcAft>
                <a:spcPct val="0"/>
              </a:spcAft>
              <a:defRPr>
                <a:solidFill>
                  <a:schemeClr val="tx1"/>
                </a:solidFill>
                <a:latin typeface="Verdana" pitchFamily="34" charset="0"/>
              </a:defRPr>
            </a:lvl7pPr>
            <a:lvl8pPr marL="3429000" indent="-228600" fontAlgn="base">
              <a:spcBef>
                <a:spcPct val="0"/>
              </a:spcBef>
              <a:spcAft>
                <a:spcPct val="0"/>
              </a:spcAft>
              <a:defRPr>
                <a:solidFill>
                  <a:schemeClr val="tx1"/>
                </a:solidFill>
                <a:latin typeface="Verdana" pitchFamily="34" charset="0"/>
              </a:defRPr>
            </a:lvl8pPr>
            <a:lvl9pPr marL="3886200" indent="-228600" fontAlgn="base">
              <a:spcBef>
                <a:spcPct val="0"/>
              </a:spcBef>
              <a:spcAft>
                <a:spcPct val="0"/>
              </a:spcAft>
              <a:defRPr>
                <a:solidFill>
                  <a:schemeClr val="tx1"/>
                </a:solidFill>
                <a:latin typeface="Verdana" pitchFamily="34" charset="0"/>
              </a:defRPr>
            </a:lvl9pPr>
          </a:lstStyle>
          <a:p>
            <a:pPr>
              <a:spcAft>
                <a:spcPts val="600"/>
              </a:spcAft>
            </a:pPr>
            <a:r>
              <a:rPr lang="en-US" altLang="en-US" sz="1200" b="1">
                <a:solidFill>
                  <a:schemeClr val="accent1"/>
                </a:solidFill>
              </a:rPr>
              <a:t>Name, Last Name</a:t>
            </a:r>
          </a:p>
          <a:p>
            <a:pPr>
              <a:lnSpc>
                <a:spcPts val="1200"/>
              </a:lnSpc>
            </a:pPr>
            <a:r>
              <a:rPr lang="en-US" altLang="en-US" sz="1000">
                <a:solidFill>
                  <a:schemeClr val="accent2"/>
                </a:solidFill>
              </a:rPr>
              <a:t>Title/Role</a:t>
            </a:r>
          </a:p>
          <a:p>
            <a:pPr>
              <a:lnSpc>
                <a:spcPts val="1200"/>
              </a:lnSpc>
            </a:pPr>
            <a:r>
              <a:rPr lang="en-US" altLang="en-US" sz="1000"/>
              <a:t>Capgemini Office (Optional)</a:t>
            </a:r>
          </a:p>
          <a:p>
            <a:pPr>
              <a:lnSpc>
                <a:spcPts val="1200"/>
              </a:lnSpc>
            </a:pPr>
            <a:r>
              <a:rPr lang="en-US" altLang="en-US" sz="1000"/>
              <a:t>Address Line 1</a:t>
            </a:r>
          </a:p>
          <a:p>
            <a:pPr>
              <a:lnSpc>
                <a:spcPts val="1200"/>
              </a:lnSpc>
            </a:pPr>
            <a:r>
              <a:rPr lang="en-US" altLang="en-US" sz="1000"/>
              <a:t>Address Line 2 </a:t>
            </a:r>
          </a:p>
          <a:p>
            <a:pPr>
              <a:lnSpc>
                <a:spcPts val="1200"/>
              </a:lnSpc>
            </a:pPr>
            <a:r>
              <a:rPr lang="en-US" altLang="en-US" sz="1000"/>
              <a:t>Address Line 3</a:t>
            </a:r>
          </a:p>
        </p:txBody>
      </p:sp>
      <p:sp>
        <p:nvSpPr>
          <p:cNvPr id="14" name="Rectangle 13"/>
          <p:cNvSpPr>
            <a:spLocks noChangeArrowheads="1"/>
          </p:cNvSpPr>
          <p:nvPr>
            <p:custDataLst>
              <p:tags r:id="rId5"/>
            </p:custDataLst>
          </p:nvPr>
        </p:nvSpPr>
        <p:spPr bwMode="auto">
          <a:xfrm>
            <a:off x="6324600" y="2332038"/>
            <a:ext cx="2239963" cy="103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Verdana" pitchFamily="34" charset="0"/>
              </a:defRPr>
            </a:lvl1pPr>
            <a:lvl2pPr marL="742950" indent="-285750">
              <a:defRPr>
                <a:solidFill>
                  <a:schemeClr val="tx1"/>
                </a:solidFill>
                <a:latin typeface="Verdana" pitchFamily="34" charset="0"/>
              </a:defRPr>
            </a:lvl2pPr>
            <a:lvl3pPr marL="1143000" indent="-228600">
              <a:defRPr>
                <a:solidFill>
                  <a:schemeClr val="tx1"/>
                </a:solidFill>
                <a:latin typeface="Verdana" pitchFamily="34" charset="0"/>
              </a:defRPr>
            </a:lvl3pPr>
            <a:lvl4pPr marL="1600200" indent="-228600">
              <a:defRPr>
                <a:solidFill>
                  <a:schemeClr val="tx1"/>
                </a:solidFill>
                <a:latin typeface="Verdana" pitchFamily="34" charset="0"/>
              </a:defRPr>
            </a:lvl4pPr>
            <a:lvl5pPr marL="2057400" indent="-228600">
              <a:defRPr>
                <a:solidFill>
                  <a:schemeClr val="tx1"/>
                </a:solidFill>
                <a:latin typeface="Verdana" pitchFamily="34" charset="0"/>
              </a:defRPr>
            </a:lvl5pPr>
            <a:lvl6pPr marL="2514600" indent="-228600" fontAlgn="base">
              <a:spcBef>
                <a:spcPct val="0"/>
              </a:spcBef>
              <a:spcAft>
                <a:spcPct val="0"/>
              </a:spcAft>
              <a:defRPr>
                <a:solidFill>
                  <a:schemeClr val="tx1"/>
                </a:solidFill>
                <a:latin typeface="Verdana" pitchFamily="34" charset="0"/>
              </a:defRPr>
            </a:lvl6pPr>
            <a:lvl7pPr marL="2971800" indent="-228600" fontAlgn="base">
              <a:spcBef>
                <a:spcPct val="0"/>
              </a:spcBef>
              <a:spcAft>
                <a:spcPct val="0"/>
              </a:spcAft>
              <a:defRPr>
                <a:solidFill>
                  <a:schemeClr val="tx1"/>
                </a:solidFill>
                <a:latin typeface="Verdana" pitchFamily="34" charset="0"/>
              </a:defRPr>
            </a:lvl7pPr>
            <a:lvl8pPr marL="3429000" indent="-228600" fontAlgn="base">
              <a:spcBef>
                <a:spcPct val="0"/>
              </a:spcBef>
              <a:spcAft>
                <a:spcPct val="0"/>
              </a:spcAft>
              <a:defRPr>
                <a:solidFill>
                  <a:schemeClr val="tx1"/>
                </a:solidFill>
                <a:latin typeface="Verdana" pitchFamily="34" charset="0"/>
              </a:defRPr>
            </a:lvl8pPr>
            <a:lvl9pPr marL="3886200" indent="-228600" fontAlgn="base">
              <a:spcBef>
                <a:spcPct val="0"/>
              </a:spcBef>
              <a:spcAft>
                <a:spcPct val="0"/>
              </a:spcAft>
              <a:defRPr>
                <a:solidFill>
                  <a:schemeClr val="tx1"/>
                </a:solidFill>
                <a:latin typeface="Verdana" pitchFamily="34" charset="0"/>
              </a:defRPr>
            </a:lvl9pPr>
          </a:lstStyle>
          <a:p>
            <a:pPr>
              <a:spcAft>
                <a:spcPts val="600"/>
              </a:spcAft>
            </a:pPr>
            <a:r>
              <a:rPr lang="en-US" altLang="en-US" sz="1200" b="1">
                <a:solidFill>
                  <a:schemeClr val="accent1"/>
                </a:solidFill>
              </a:rPr>
              <a:t>Name, Last Name</a:t>
            </a:r>
          </a:p>
          <a:p>
            <a:pPr>
              <a:lnSpc>
                <a:spcPts val="1200"/>
              </a:lnSpc>
            </a:pPr>
            <a:r>
              <a:rPr lang="en-US" altLang="en-US" sz="1000">
                <a:solidFill>
                  <a:schemeClr val="accent2"/>
                </a:solidFill>
              </a:rPr>
              <a:t>Title/Role</a:t>
            </a:r>
          </a:p>
          <a:p>
            <a:pPr>
              <a:lnSpc>
                <a:spcPts val="1200"/>
              </a:lnSpc>
            </a:pPr>
            <a:r>
              <a:rPr lang="en-US" altLang="en-US" sz="1000"/>
              <a:t>Capgemini Office (Optional)</a:t>
            </a:r>
          </a:p>
          <a:p>
            <a:pPr>
              <a:lnSpc>
                <a:spcPts val="1200"/>
              </a:lnSpc>
            </a:pPr>
            <a:r>
              <a:rPr lang="en-US" altLang="en-US" sz="1000"/>
              <a:t>Address Line 1</a:t>
            </a:r>
          </a:p>
          <a:p>
            <a:pPr>
              <a:lnSpc>
                <a:spcPts val="1200"/>
              </a:lnSpc>
            </a:pPr>
            <a:r>
              <a:rPr lang="en-US" altLang="en-US" sz="1000"/>
              <a:t>Address Line 2 </a:t>
            </a:r>
          </a:p>
          <a:p>
            <a:pPr>
              <a:lnSpc>
                <a:spcPts val="1200"/>
              </a:lnSpc>
            </a:pPr>
            <a:r>
              <a:rPr lang="en-US" altLang="en-US" sz="1000"/>
              <a:t>Address Line 3</a:t>
            </a:r>
          </a:p>
        </p:txBody>
      </p:sp>
      <p:sp>
        <p:nvSpPr>
          <p:cNvPr id="15" name="Rectangle 14"/>
          <p:cNvSpPr>
            <a:spLocks noChangeArrowheads="1"/>
          </p:cNvSpPr>
          <p:nvPr>
            <p:custDataLst>
              <p:tags r:id="rId6"/>
            </p:custDataLst>
          </p:nvPr>
        </p:nvSpPr>
        <p:spPr bwMode="auto">
          <a:xfrm>
            <a:off x="9499600" y="2332038"/>
            <a:ext cx="2239963" cy="103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Verdana" pitchFamily="34" charset="0"/>
              </a:defRPr>
            </a:lvl1pPr>
            <a:lvl2pPr marL="742950" indent="-285750">
              <a:defRPr>
                <a:solidFill>
                  <a:schemeClr val="tx1"/>
                </a:solidFill>
                <a:latin typeface="Verdana" pitchFamily="34" charset="0"/>
              </a:defRPr>
            </a:lvl2pPr>
            <a:lvl3pPr marL="1143000" indent="-228600">
              <a:defRPr>
                <a:solidFill>
                  <a:schemeClr val="tx1"/>
                </a:solidFill>
                <a:latin typeface="Verdana" pitchFamily="34" charset="0"/>
              </a:defRPr>
            </a:lvl3pPr>
            <a:lvl4pPr marL="1600200" indent="-228600">
              <a:defRPr>
                <a:solidFill>
                  <a:schemeClr val="tx1"/>
                </a:solidFill>
                <a:latin typeface="Verdana" pitchFamily="34" charset="0"/>
              </a:defRPr>
            </a:lvl4pPr>
            <a:lvl5pPr marL="2057400" indent="-228600">
              <a:defRPr>
                <a:solidFill>
                  <a:schemeClr val="tx1"/>
                </a:solidFill>
                <a:latin typeface="Verdana" pitchFamily="34" charset="0"/>
              </a:defRPr>
            </a:lvl5pPr>
            <a:lvl6pPr marL="2514600" indent="-228600" fontAlgn="base">
              <a:spcBef>
                <a:spcPct val="0"/>
              </a:spcBef>
              <a:spcAft>
                <a:spcPct val="0"/>
              </a:spcAft>
              <a:defRPr>
                <a:solidFill>
                  <a:schemeClr val="tx1"/>
                </a:solidFill>
                <a:latin typeface="Verdana" pitchFamily="34" charset="0"/>
              </a:defRPr>
            </a:lvl6pPr>
            <a:lvl7pPr marL="2971800" indent="-228600" fontAlgn="base">
              <a:spcBef>
                <a:spcPct val="0"/>
              </a:spcBef>
              <a:spcAft>
                <a:spcPct val="0"/>
              </a:spcAft>
              <a:defRPr>
                <a:solidFill>
                  <a:schemeClr val="tx1"/>
                </a:solidFill>
                <a:latin typeface="Verdana" pitchFamily="34" charset="0"/>
              </a:defRPr>
            </a:lvl7pPr>
            <a:lvl8pPr marL="3429000" indent="-228600" fontAlgn="base">
              <a:spcBef>
                <a:spcPct val="0"/>
              </a:spcBef>
              <a:spcAft>
                <a:spcPct val="0"/>
              </a:spcAft>
              <a:defRPr>
                <a:solidFill>
                  <a:schemeClr val="tx1"/>
                </a:solidFill>
                <a:latin typeface="Verdana" pitchFamily="34" charset="0"/>
              </a:defRPr>
            </a:lvl8pPr>
            <a:lvl9pPr marL="3886200" indent="-228600" fontAlgn="base">
              <a:spcBef>
                <a:spcPct val="0"/>
              </a:spcBef>
              <a:spcAft>
                <a:spcPct val="0"/>
              </a:spcAft>
              <a:defRPr>
                <a:solidFill>
                  <a:schemeClr val="tx1"/>
                </a:solidFill>
                <a:latin typeface="Verdana" pitchFamily="34" charset="0"/>
              </a:defRPr>
            </a:lvl9pPr>
          </a:lstStyle>
          <a:p>
            <a:pPr>
              <a:spcAft>
                <a:spcPts val="600"/>
              </a:spcAft>
            </a:pPr>
            <a:r>
              <a:rPr lang="en-US" altLang="en-US" sz="1200" b="1">
                <a:solidFill>
                  <a:schemeClr val="accent1"/>
                </a:solidFill>
              </a:rPr>
              <a:t>Name, Last Name</a:t>
            </a:r>
          </a:p>
          <a:p>
            <a:pPr>
              <a:lnSpc>
                <a:spcPts val="1200"/>
              </a:lnSpc>
            </a:pPr>
            <a:r>
              <a:rPr lang="en-US" altLang="en-US" sz="1000">
                <a:solidFill>
                  <a:schemeClr val="accent2"/>
                </a:solidFill>
              </a:rPr>
              <a:t>Title/Role</a:t>
            </a:r>
          </a:p>
          <a:p>
            <a:pPr>
              <a:lnSpc>
                <a:spcPts val="1200"/>
              </a:lnSpc>
            </a:pPr>
            <a:r>
              <a:rPr lang="en-US" altLang="en-US" sz="1000"/>
              <a:t>Capgemini Office (Optional)</a:t>
            </a:r>
          </a:p>
          <a:p>
            <a:pPr>
              <a:lnSpc>
                <a:spcPts val="1200"/>
              </a:lnSpc>
            </a:pPr>
            <a:r>
              <a:rPr lang="en-US" altLang="en-US" sz="1000"/>
              <a:t>Address Line 1</a:t>
            </a:r>
          </a:p>
          <a:p>
            <a:pPr>
              <a:lnSpc>
                <a:spcPts val="1200"/>
              </a:lnSpc>
            </a:pPr>
            <a:r>
              <a:rPr lang="en-US" altLang="en-US" sz="1000"/>
              <a:t>Address Line 2 </a:t>
            </a:r>
          </a:p>
          <a:p>
            <a:pPr>
              <a:lnSpc>
                <a:spcPts val="1200"/>
              </a:lnSpc>
            </a:pPr>
            <a:r>
              <a:rPr lang="en-US" altLang="en-US" sz="1000"/>
              <a:t>Address Line 3</a:t>
            </a:r>
          </a:p>
        </p:txBody>
      </p:sp>
      <p:cxnSp>
        <p:nvCxnSpPr>
          <p:cNvPr id="16" name="Straight Connector 15"/>
          <p:cNvCxnSpPr/>
          <p:nvPr userDrawn="1"/>
        </p:nvCxnSpPr>
        <p:spPr>
          <a:xfrm flipV="1">
            <a:off x="6096000" y="1114425"/>
            <a:ext cx="0" cy="2276475"/>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7" name="Rectangle 16">
            <a:hlinkClick r:id="rId20"/>
          </p:cNvPr>
          <p:cNvSpPr/>
          <p:nvPr userDrawn="1"/>
        </p:nvSpPr>
        <p:spPr>
          <a:xfrm>
            <a:off x="1384300" y="2374900"/>
            <a:ext cx="2336800" cy="125413"/>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dirty="0"/>
          </a:p>
        </p:txBody>
      </p:sp>
      <p:sp>
        <p:nvSpPr>
          <p:cNvPr id="18" name="Rectangle 17">
            <a:hlinkClick r:id="rId21"/>
          </p:cNvPr>
          <p:cNvSpPr/>
          <p:nvPr userDrawn="1"/>
        </p:nvSpPr>
        <p:spPr>
          <a:xfrm>
            <a:off x="4625975" y="2374900"/>
            <a:ext cx="704850" cy="125413"/>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dirty="0"/>
          </a:p>
        </p:txBody>
      </p:sp>
      <p:sp>
        <p:nvSpPr>
          <p:cNvPr id="19" name="Rectangle 18">
            <a:hlinkClick r:id="rId22"/>
          </p:cNvPr>
          <p:cNvSpPr/>
          <p:nvPr userDrawn="1"/>
        </p:nvSpPr>
        <p:spPr>
          <a:xfrm>
            <a:off x="427038" y="3008313"/>
            <a:ext cx="1851025" cy="184150"/>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dirty="0"/>
          </a:p>
        </p:txBody>
      </p:sp>
      <p:sp>
        <p:nvSpPr>
          <p:cNvPr id="20" name="ZoneTexte 1"/>
          <p:cNvSpPr txBox="1">
            <a:spLocks noChangeArrowheads="1"/>
          </p:cNvSpPr>
          <p:nvPr userDrawn="1"/>
        </p:nvSpPr>
        <p:spPr bwMode="auto">
          <a:xfrm>
            <a:off x="419100" y="5205413"/>
            <a:ext cx="251936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rIns="0">
            <a:spAutoFit/>
          </a:bodyPr>
          <a:lstStyle>
            <a:lvl1pPr>
              <a:defRPr>
                <a:solidFill>
                  <a:schemeClr val="tx1"/>
                </a:solidFill>
                <a:latin typeface="Verdana" pitchFamily="34" charset="0"/>
              </a:defRPr>
            </a:lvl1pPr>
            <a:lvl2pPr marL="742950" indent="-285750">
              <a:defRPr>
                <a:solidFill>
                  <a:schemeClr val="tx1"/>
                </a:solidFill>
                <a:latin typeface="Verdana" pitchFamily="34" charset="0"/>
              </a:defRPr>
            </a:lvl2pPr>
            <a:lvl3pPr marL="1143000" indent="-228600">
              <a:defRPr>
                <a:solidFill>
                  <a:schemeClr val="tx1"/>
                </a:solidFill>
                <a:latin typeface="Verdana" pitchFamily="34" charset="0"/>
              </a:defRPr>
            </a:lvl3pPr>
            <a:lvl4pPr marL="1600200" indent="-228600">
              <a:defRPr>
                <a:solidFill>
                  <a:schemeClr val="tx1"/>
                </a:solidFill>
                <a:latin typeface="Verdana" pitchFamily="34" charset="0"/>
              </a:defRPr>
            </a:lvl4pPr>
            <a:lvl5pPr marL="2057400" indent="-228600">
              <a:defRPr>
                <a:solidFill>
                  <a:schemeClr val="tx1"/>
                </a:solidFill>
                <a:latin typeface="Verdana" pitchFamily="34" charset="0"/>
              </a:defRPr>
            </a:lvl5pPr>
            <a:lvl6pPr marL="2514600" indent="-228600" fontAlgn="base">
              <a:spcBef>
                <a:spcPct val="0"/>
              </a:spcBef>
              <a:spcAft>
                <a:spcPct val="0"/>
              </a:spcAft>
              <a:defRPr>
                <a:solidFill>
                  <a:schemeClr val="tx1"/>
                </a:solidFill>
                <a:latin typeface="Verdana" pitchFamily="34" charset="0"/>
              </a:defRPr>
            </a:lvl6pPr>
            <a:lvl7pPr marL="2971800" indent="-228600" fontAlgn="base">
              <a:spcBef>
                <a:spcPct val="0"/>
              </a:spcBef>
              <a:spcAft>
                <a:spcPct val="0"/>
              </a:spcAft>
              <a:defRPr>
                <a:solidFill>
                  <a:schemeClr val="tx1"/>
                </a:solidFill>
                <a:latin typeface="Verdana" pitchFamily="34" charset="0"/>
              </a:defRPr>
            </a:lvl7pPr>
            <a:lvl8pPr marL="3429000" indent="-228600" fontAlgn="base">
              <a:spcBef>
                <a:spcPct val="0"/>
              </a:spcBef>
              <a:spcAft>
                <a:spcPct val="0"/>
              </a:spcAft>
              <a:defRPr>
                <a:solidFill>
                  <a:schemeClr val="tx1"/>
                </a:solidFill>
                <a:latin typeface="Verdana" pitchFamily="34" charset="0"/>
              </a:defRPr>
            </a:lvl8pPr>
            <a:lvl9pPr marL="3886200" indent="-228600" fontAlgn="base">
              <a:spcBef>
                <a:spcPct val="0"/>
              </a:spcBef>
              <a:spcAft>
                <a:spcPct val="0"/>
              </a:spcAft>
              <a:defRPr>
                <a:solidFill>
                  <a:schemeClr val="tx1"/>
                </a:solidFill>
                <a:latin typeface="Verdana" pitchFamily="34" charset="0"/>
              </a:defRPr>
            </a:lvl9pPr>
          </a:lstStyle>
          <a:p>
            <a:r>
              <a:rPr lang="en-US" altLang="en-US" sz="1200" b="1">
                <a:solidFill>
                  <a:schemeClr val="accent1"/>
                </a:solidFill>
              </a:rPr>
              <a:t>People matter, results count.</a:t>
            </a:r>
          </a:p>
        </p:txBody>
      </p:sp>
    </p:spTree>
    <p:extLst>
      <p:ext uri="{BB962C8B-B14F-4D97-AF65-F5344CB8AC3E}">
        <p14:creationId xmlns:p14="http://schemas.microsoft.com/office/powerpoint/2010/main" val="14894372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vmlDrawing" Target="../drawings/vmlDrawing1.v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8" Type="http://schemas.openxmlformats.org/officeDocument/2006/relationships/vmlDrawing" Target="../drawings/vmlDrawing7.vml"/><Relationship Id="rId3" Type="http://schemas.openxmlformats.org/officeDocument/2006/relationships/slideLayout" Target="../slideLayouts/slideLayout12.xml"/><Relationship Id="rId7" Type="http://schemas.openxmlformats.org/officeDocument/2006/relationships/theme" Target="../theme/theme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image" Target="../media/image1.emf"/><Relationship Id="rId5" Type="http://schemas.openxmlformats.org/officeDocument/2006/relationships/slideLayout" Target="../slideLayouts/slideLayout14.xml"/><Relationship Id="rId10" Type="http://schemas.openxmlformats.org/officeDocument/2006/relationships/oleObject" Target="../embeddings/oleObject10.bin"/><Relationship Id="rId4" Type="http://schemas.openxmlformats.org/officeDocument/2006/relationships/slideLayout" Target="../slideLayouts/slideLayout13.xml"/><Relationship Id="rId9" Type="http://schemas.openxmlformats.org/officeDocument/2006/relationships/tags" Target="../tags/tag1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7" Type="http://schemas.openxmlformats.org/officeDocument/2006/relationships/image" Target="../media/image1.emf"/><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oleObject" Target="../embeddings/oleObject22.bin"/><Relationship Id="rId5" Type="http://schemas.openxmlformats.org/officeDocument/2006/relationships/tags" Target="../tags/tag25.xml"/><Relationship Id="rId4" Type="http://schemas.openxmlformats.org/officeDocument/2006/relationships/vmlDrawing" Target="../drawings/vmlDrawing14.v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1026" name="Object 20" hidden="1"/>
          <p:cNvGraphicFramePr>
            <a:graphicFrameLocks noChangeAspect="1"/>
          </p:cNvGraphicFramePr>
          <p:nvPr>
            <p:custDataLst>
              <p:tags r:id="rId1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730" name="think-cell Slide" r:id="rId13" imgW="360" imgH="360" progId="TCLayout.ActiveDocument.1">
                  <p:embed/>
                </p:oleObj>
              </mc:Choice>
              <mc:Fallback>
                <p:oleObj name="think-cell Slide" r:id="rId13" imgW="360" imgH="360" progId="TCLayout.ActiveDocument.1">
                  <p:embed/>
                  <p:pic>
                    <p:nvPicPr>
                      <p:cNvPr id="0" name="Object 20" hidden="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027" name="Groupe 1"/>
          <p:cNvGrpSpPr>
            <a:grpSpLocks/>
          </p:cNvGrpSpPr>
          <p:nvPr/>
        </p:nvGrpSpPr>
        <p:grpSpPr bwMode="auto">
          <a:xfrm>
            <a:off x="11501438" y="171450"/>
            <a:ext cx="419100" cy="388938"/>
            <a:chOff x="11501102" y="171573"/>
            <a:chExt cx="419436" cy="388988"/>
          </a:xfrm>
        </p:grpSpPr>
        <p:sp>
          <p:nvSpPr>
            <p:cNvPr id="1033" name="Freeform 13"/>
            <p:cNvSpPr>
              <a:spLocks/>
            </p:cNvSpPr>
            <p:nvPr userDrawn="1"/>
          </p:nvSpPr>
          <p:spPr bwMode="auto">
            <a:xfrm>
              <a:off x="11644642" y="334376"/>
              <a:ext cx="275896" cy="226185"/>
            </a:xfrm>
            <a:custGeom>
              <a:avLst/>
              <a:gdLst>
                <a:gd name="T0" fmla="*/ 125 w 188"/>
                <a:gd name="T1" fmla="*/ 107 h 154"/>
                <a:gd name="T2" fmla="*/ 188 w 188"/>
                <a:gd name="T3" fmla="*/ 43 h 154"/>
                <a:gd name="T4" fmla="*/ 141 w 188"/>
                <a:gd name="T5" fmla="*/ 0 h 154"/>
                <a:gd name="T6" fmla="*/ 49 w 188"/>
                <a:gd name="T7" fmla="*/ 99 h 154"/>
                <a:gd name="T8" fmla="*/ 0 w 188"/>
                <a:gd name="T9" fmla="*/ 144 h 154"/>
                <a:gd name="T10" fmla="*/ 37 w 188"/>
                <a:gd name="T11" fmla="*/ 154 h 154"/>
                <a:gd name="T12" fmla="*/ 125 w 188"/>
                <a:gd name="T13" fmla="*/ 125 h 154"/>
                <a:gd name="T14" fmla="*/ 81 w 188"/>
                <a:gd name="T15" fmla="*/ 86 h 154"/>
                <a:gd name="T16" fmla="*/ 125 w 188"/>
                <a:gd name="T17" fmla="*/ 107 h 15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34" name="Freeform 14"/>
            <p:cNvSpPr>
              <a:spLocks/>
            </p:cNvSpPr>
            <p:nvPr userDrawn="1"/>
          </p:nvSpPr>
          <p:spPr bwMode="auto">
            <a:xfrm>
              <a:off x="11501102" y="171573"/>
              <a:ext cx="419436" cy="356676"/>
            </a:xfrm>
            <a:custGeom>
              <a:avLst/>
              <a:gdLst>
                <a:gd name="T0" fmla="*/ 286 w 286"/>
                <a:gd name="T1" fmla="*/ 152 h 243"/>
                <a:gd name="T2" fmla="*/ 237 w 286"/>
                <a:gd name="T3" fmla="*/ 51 h 243"/>
                <a:gd name="T4" fmla="*/ 160 w 286"/>
                <a:gd name="T5" fmla="*/ 3 h 243"/>
                <a:gd name="T6" fmla="*/ 153 w 286"/>
                <a:gd name="T7" fmla="*/ 0 h 243"/>
                <a:gd name="T8" fmla="*/ 153 w 286"/>
                <a:gd name="T9" fmla="*/ 0 h 243"/>
                <a:gd name="T10" fmla="*/ 0 w 286"/>
                <a:gd name="T11" fmla="*/ 158 h 243"/>
                <a:gd name="T12" fmla="*/ 53 w 286"/>
                <a:gd name="T13" fmla="*/ 236 h 243"/>
                <a:gd name="T14" fmla="*/ 107 w 286"/>
                <a:gd name="T15" fmla="*/ 237 h 243"/>
                <a:gd name="T16" fmla="*/ 147 w 286"/>
                <a:gd name="T17" fmla="*/ 210 h 243"/>
                <a:gd name="T18" fmla="*/ 239 w 286"/>
                <a:gd name="T19" fmla="*/ 111 h 243"/>
                <a:gd name="T20" fmla="*/ 286 w 286"/>
                <a:gd name="T21" fmla="*/ 154 h 243"/>
                <a:gd name="T22" fmla="*/ 286 w 286"/>
                <a:gd name="T23" fmla="*/ 152 h 24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1028" name="Retângulo 43"/>
          <p:cNvSpPr>
            <a:spLocks noChangeArrowheads="1"/>
          </p:cNvSpPr>
          <p:nvPr/>
        </p:nvSpPr>
        <p:spPr bwMode="auto">
          <a:xfrm>
            <a:off x="11752263" y="6650038"/>
            <a:ext cx="176212" cy="12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defRPr>
                <a:solidFill>
                  <a:schemeClr val="tx1"/>
                </a:solidFill>
                <a:latin typeface="Verdana" pitchFamily="34" charset="0"/>
              </a:defRPr>
            </a:lvl1pPr>
            <a:lvl2pPr marL="742950" indent="-285750">
              <a:defRPr>
                <a:solidFill>
                  <a:schemeClr val="tx1"/>
                </a:solidFill>
                <a:latin typeface="Verdana" pitchFamily="34" charset="0"/>
              </a:defRPr>
            </a:lvl2pPr>
            <a:lvl3pPr marL="1143000" indent="-228600">
              <a:defRPr>
                <a:solidFill>
                  <a:schemeClr val="tx1"/>
                </a:solidFill>
                <a:latin typeface="Verdana" pitchFamily="34" charset="0"/>
              </a:defRPr>
            </a:lvl3pPr>
            <a:lvl4pPr marL="1600200" indent="-228600">
              <a:defRPr>
                <a:solidFill>
                  <a:schemeClr val="tx1"/>
                </a:solidFill>
                <a:latin typeface="Verdana" pitchFamily="34" charset="0"/>
              </a:defRPr>
            </a:lvl4pPr>
            <a:lvl5pPr marL="2057400" indent="-228600">
              <a:defRPr>
                <a:solidFill>
                  <a:schemeClr val="tx1"/>
                </a:solidFill>
                <a:latin typeface="Verdana" pitchFamily="34" charset="0"/>
              </a:defRPr>
            </a:lvl5pPr>
            <a:lvl6pPr marL="2514600" indent="-228600" fontAlgn="base">
              <a:spcBef>
                <a:spcPct val="0"/>
              </a:spcBef>
              <a:spcAft>
                <a:spcPct val="0"/>
              </a:spcAft>
              <a:defRPr>
                <a:solidFill>
                  <a:schemeClr val="tx1"/>
                </a:solidFill>
                <a:latin typeface="Verdana" pitchFamily="34" charset="0"/>
              </a:defRPr>
            </a:lvl6pPr>
            <a:lvl7pPr marL="2971800" indent="-228600" fontAlgn="base">
              <a:spcBef>
                <a:spcPct val="0"/>
              </a:spcBef>
              <a:spcAft>
                <a:spcPct val="0"/>
              </a:spcAft>
              <a:defRPr>
                <a:solidFill>
                  <a:schemeClr val="tx1"/>
                </a:solidFill>
                <a:latin typeface="Verdana" pitchFamily="34" charset="0"/>
              </a:defRPr>
            </a:lvl7pPr>
            <a:lvl8pPr marL="3429000" indent="-228600" fontAlgn="base">
              <a:spcBef>
                <a:spcPct val="0"/>
              </a:spcBef>
              <a:spcAft>
                <a:spcPct val="0"/>
              </a:spcAft>
              <a:defRPr>
                <a:solidFill>
                  <a:schemeClr val="tx1"/>
                </a:solidFill>
                <a:latin typeface="Verdana" pitchFamily="34" charset="0"/>
              </a:defRPr>
            </a:lvl8pPr>
            <a:lvl9pPr marL="3886200" indent="-228600" fontAlgn="base">
              <a:spcBef>
                <a:spcPct val="0"/>
              </a:spcBef>
              <a:spcAft>
                <a:spcPct val="0"/>
              </a:spcAft>
              <a:defRPr>
                <a:solidFill>
                  <a:schemeClr val="tx1"/>
                </a:solidFill>
                <a:latin typeface="Verdana" pitchFamily="34" charset="0"/>
              </a:defRPr>
            </a:lvl9pPr>
          </a:lstStyle>
          <a:p>
            <a:pPr algn="r"/>
            <a:fld id="{2DE120E7-5811-4A53-9BF4-EE94A6DC465C}" type="slidenum">
              <a:rPr lang="en-US" altLang="en-US" sz="800">
                <a:solidFill>
                  <a:srgbClr val="A6A6A6"/>
                </a:solidFill>
              </a:rPr>
              <a:pPr algn="r"/>
              <a:t>‹#›</a:t>
            </a:fld>
            <a:endParaRPr lang="en-US" altLang="en-US" sz="800">
              <a:solidFill>
                <a:srgbClr val="A6A6A6"/>
              </a:solidFill>
            </a:endParaRPr>
          </a:p>
        </p:txBody>
      </p:sp>
      <p:sp>
        <p:nvSpPr>
          <p:cNvPr id="6" name="Text Placeholder 7">
            <a:extLst/>
          </p:cNvPr>
          <p:cNvSpPr txBox="1">
            <a:spLocks/>
          </p:cNvSpPr>
          <p:nvPr/>
        </p:nvSpPr>
        <p:spPr>
          <a:xfrm>
            <a:off x="9017000" y="6650038"/>
            <a:ext cx="2663825" cy="123825"/>
          </a:xfrm>
          <a:prstGeom prst="rect">
            <a:avLst/>
          </a:prstGeom>
        </p:spPr>
        <p:txBody>
          <a:bodyPr lIns="0" tIns="0" rIns="0" bIns="0" anchor="ct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fontAlgn="auto">
              <a:spcAft>
                <a:spcPts val="0"/>
              </a:spcAft>
              <a:defRPr/>
            </a:pPr>
            <a:r>
              <a:rPr lang="en-US" dirty="0">
                <a:solidFill>
                  <a:schemeClr val="bg1">
                    <a:lumMod val="65000"/>
                  </a:schemeClr>
                </a:solidFill>
              </a:rPr>
              <a:t>© Capgemini 2018. All rights reserved  </a:t>
            </a:r>
            <a:r>
              <a:rPr lang="en-US" dirty="0">
                <a:solidFill>
                  <a:schemeClr val="accent2"/>
                </a:solidFill>
              </a:rPr>
              <a:t>|</a:t>
            </a:r>
          </a:p>
        </p:txBody>
      </p:sp>
      <p:sp>
        <p:nvSpPr>
          <p:cNvPr id="8" name="Text Placeholder 7">
            <a:extLst/>
          </p:cNvPr>
          <p:cNvSpPr txBox="1">
            <a:spLocks/>
          </p:cNvSpPr>
          <p:nvPr/>
        </p:nvSpPr>
        <p:spPr>
          <a:xfrm>
            <a:off x="227013" y="6650038"/>
            <a:ext cx="4716462" cy="123825"/>
          </a:xfrm>
          <a:prstGeom prst="rect">
            <a:avLst/>
          </a:prstGeom>
        </p:spPr>
        <p:txBody>
          <a:bodyPr wrap="none" lIns="0" tIns="0" rIns="0" bIns="0" anchor="ct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defRPr/>
            </a:pPr>
            <a:r>
              <a:rPr lang="en-US" dirty="0">
                <a:solidFill>
                  <a:schemeClr val="bg1">
                    <a:lumMod val="65000"/>
                  </a:schemeClr>
                </a:solidFill>
              </a:rPr>
              <a:t>Presentation Title | Author | Date</a:t>
            </a:r>
          </a:p>
        </p:txBody>
      </p:sp>
      <p:sp>
        <p:nvSpPr>
          <p:cNvPr id="1031" name="Espace réservé du texte 3"/>
          <p:cNvSpPr>
            <a:spLocks noGrp="1"/>
          </p:cNvSpPr>
          <p:nvPr>
            <p:ph type="body" idx="1"/>
          </p:nvPr>
        </p:nvSpPr>
        <p:spPr bwMode="auto">
          <a:xfrm>
            <a:off x="227013" y="1816100"/>
            <a:ext cx="11699875" cy="4465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fr-FR" altLang="en-US"/>
              <a:t>Modifiez les styles du texte du masque</a:t>
            </a:r>
          </a:p>
          <a:p>
            <a:pPr lvl="1"/>
            <a:r>
              <a:rPr lang="fr-FR" altLang="en-US"/>
              <a:t>Deuxième niveau</a:t>
            </a:r>
          </a:p>
          <a:p>
            <a:pPr lvl="2"/>
            <a:r>
              <a:rPr lang="fr-FR" altLang="en-US"/>
              <a:t>Troisième niveau</a:t>
            </a:r>
          </a:p>
          <a:p>
            <a:pPr lvl="3"/>
            <a:r>
              <a:rPr lang="fr-FR" altLang="en-US"/>
              <a:t>Quatrième niveau</a:t>
            </a:r>
          </a:p>
          <a:p>
            <a:pPr lvl="4"/>
            <a:r>
              <a:rPr lang="fr-FR" altLang="en-US"/>
              <a:t>Cinquième niveau</a:t>
            </a:r>
            <a:endParaRPr lang="en-US" altLang="en-US"/>
          </a:p>
        </p:txBody>
      </p:sp>
      <p:sp>
        <p:nvSpPr>
          <p:cNvPr id="1032" name="Espace réservé du titre 8"/>
          <p:cNvSpPr>
            <a:spLocks noGrp="1"/>
          </p:cNvSpPr>
          <p:nvPr>
            <p:ph type="title"/>
          </p:nvPr>
        </p:nvSpPr>
        <p:spPr bwMode="auto">
          <a:xfrm>
            <a:off x="227013" y="0"/>
            <a:ext cx="11125200" cy="110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lvl="0"/>
            <a:r>
              <a:rPr lang="fr-FR" altLang="en-US"/>
              <a:t>Click to insert title</a:t>
            </a:r>
            <a:endParaRPr lang="en-US" altLang="en-US"/>
          </a:p>
        </p:txBody>
      </p:sp>
    </p:spTree>
  </p:cSld>
  <p:clrMap bg1="lt1" tx1="dk1" bg2="lt2" tx2="dk2" accent1="accent1" accent2="accent2" accent3="accent3" accent4="accent4" accent5="accent5" accent6="accent6" hlink="hlink" folHlink="folHlink"/>
  <p:sldLayoutIdLst>
    <p:sldLayoutId id="2147483894" r:id="rId1"/>
    <p:sldLayoutId id="2147483895" r:id="rId2"/>
    <p:sldLayoutId id="2147483896" r:id="rId3"/>
    <p:sldLayoutId id="2147483897" r:id="rId4"/>
    <p:sldLayoutId id="2147483898" r:id="rId5"/>
    <p:sldLayoutId id="2147483899" r:id="rId6"/>
    <p:sldLayoutId id="2147483900" r:id="rId7"/>
    <p:sldLayoutId id="2147483901" r:id="rId8"/>
    <p:sldLayoutId id="2147483914" r:id="rId9"/>
  </p:sldLayoutIdLst>
  <p:txStyles>
    <p:titleStyle>
      <a:lvl1pPr algn="l" rtl="0" fontAlgn="base">
        <a:lnSpc>
          <a:spcPct val="90000"/>
        </a:lnSpc>
        <a:spcBef>
          <a:spcPct val="0"/>
        </a:spcBef>
        <a:spcAft>
          <a:spcPct val="0"/>
        </a:spcAft>
        <a:defRPr lang="en-US" sz="3000" kern="1200" dirty="0">
          <a:solidFill>
            <a:schemeClr val="accent1"/>
          </a:solidFill>
          <a:latin typeface="+mj-lt"/>
          <a:ea typeface="+mj-ea"/>
          <a:cs typeface="+mj-cs"/>
        </a:defRPr>
      </a:lvl1pPr>
      <a:lvl2pPr algn="l" rtl="0" fontAlgn="base">
        <a:lnSpc>
          <a:spcPct val="90000"/>
        </a:lnSpc>
        <a:spcBef>
          <a:spcPct val="0"/>
        </a:spcBef>
        <a:spcAft>
          <a:spcPct val="0"/>
        </a:spcAft>
        <a:defRPr sz="3000">
          <a:solidFill>
            <a:schemeClr val="accent1"/>
          </a:solidFill>
          <a:latin typeface="Verdana" pitchFamily="34" charset="0"/>
        </a:defRPr>
      </a:lvl2pPr>
      <a:lvl3pPr algn="l" rtl="0" fontAlgn="base">
        <a:lnSpc>
          <a:spcPct val="90000"/>
        </a:lnSpc>
        <a:spcBef>
          <a:spcPct val="0"/>
        </a:spcBef>
        <a:spcAft>
          <a:spcPct val="0"/>
        </a:spcAft>
        <a:defRPr sz="3000">
          <a:solidFill>
            <a:schemeClr val="accent1"/>
          </a:solidFill>
          <a:latin typeface="Verdana" pitchFamily="34" charset="0"/>
        </a:defRPr>
      </a:lvl3pPr>
      <a:lvl4pPr algn="l" rtl="0" fontAlgn="base">
        <a:lnSpc>
          <a:spcPct val="90000"/>
        </a:lnSpc>
        <a:spcBef>
          <a:spcPct val="0"/>
        </a:spcBef>
        <a:spcAft>
          <a:spcPct val="0"/>
        </a:spcAft>
        <a:defRPr sz="3000">
          <a:solidFill>
            <a:schemeClr val="accent1"/>
          </a:solidFill>
          <a:latin typeface="Verdana" pitchFamily="34" charset="0"/>
        </a:defRPr>
      </a:lvl4pPr>
      <a:lvl5pPr algn="l" rtl="0" fontAlgn="base">
        <a:lnSpc>
          <a:spcPct val="90000"/>
        </a:lnSpc>
        <a:spcBef>
          <a:spcPct val="0"/>
        </a:spcBef>
        <a:spcAft>
          <a:spcPct val="0"/>
        </a:spcAft>
        <a:defRPr sz="3000">
          <a:solidFill>
            <a:schemeClr val="accent1"/>
          </a:solidFill>
          <a:latin typeface="Verdana" pitchFamily="34" charset="0"/>
        </a:defRPr>
      </a:lvl5pPr>
      <a:lvl6pPr marL="457200" algn="l" rtl="0" fontAlgn="base">
        <a:lnSpc>
          <a:spcPct val="90000"/>
        </a:lnSpc>
        <a:spcBef>
          <a:spcPct val="0"/>
        </a:spcBef>
        <a:spcAft>
          <a:spcPct val="0"/>
        </a:spcAft>
        <a:defRPr sz="3000">
          <a:solidFill>
            <a:schemeClr val="accent1"/>
          </a:solidFill>
          <a:latin typeface="Verdana" pitchFamily="34" charset="0"/>
        </a:defRPr>
      </a:lvl6pPr>
      <a:lvl7pPr marL="914400" algn="l" rtl="0" fontAlgn="base">
        <a:lnSpc>
          <a:spcPct val="90000"/>
        </a:lnSpc>
        <a:spcBef>
          <a:spcPct val="0"/>
        </a:spcBef>
        <a:spcAft>
          <a:spcPct val="0"/>
        </a:spcAft>
        <a:defRPr sz="3000">
          <a:solidFill>
            <a:schemeClr val="accent1"/>
          </a:solidFill>
          <a:latin typeface="Verdana" pitchFamily="34" charset="0"/>
        </a:defRPr>
      </a:lvl7pPr>
      <a:lvl8pPr marL="1371600" algn="l" rtl="0" fontAlgn="base">
        <a:lnSpc>
          <a:spcPct val="90000"/>
        </a:lnSpc>
        <a:spcBef>
          <a:spcPct val="0"/>
        </a:spcBef>
        <a:spcAft>
          <a:spcPct val="0"/>
        </a:spcAft>
        <a:defRPr sz="3000">
          <a:solidFill>
            <a:schemeClr val="accent1"/>
          </a:solidFill>
          <a:latin typeface="Verdana" pitchFamily="34" charset="0"/>
        </a:defRPr>
      </a:lvl8pPr>
      <a:lvl9pPr marL="1828800" algn="l" rtl="0" fontAlgn="base">
        <a:lnSpc>
          <a:spcPct val="90000"/>
        </a:lnSpc>
        <a:spcBef>
          <a:spcPct val="0"/>
        </a:spcBef>
        <a:spcAft>
          <a:spcPct val="0"/>
        </a:spcAft>
        <a:defRPr sz="3000">
          <a:solidFill>
            <a:schemeClr val="accent1"/>
          </a:solidFill>
          <a:latin typeface="Verdana" pitchFamily="34" charset="0"/>
        </a:defRPr>
      </a:lvl9pPr>
    </p:titleStyle>
    <p:bodyStyle>
      <a:lvl1pPr algn="l" rtl="0" fontAlgn="base">
        <a:lnSpc>
          <a:spcPct val="90000"/>
        </a:lnSpc>
        <a:spcBef>
          <a:spcPts val="1000"/>
        </a:spcBef>
        <a:spcAft>
          <a:spcPct val="0"/>
        </a:spcAft>
        <a:buFont typeface="Arial" charset="0"/>
        <a:defRPr sz="2000" kern="1200">
          <a:solidFill>
            <a:schemeClr val="tx1"/>
          </a:solidFill>
          <a:latin typeface="+mj-lt"/>
          <a:ea typeface="+mn-ea"/>
          <a:cs typeface="+mn-cs"/>
        </a:defRPr>
      </a:lvl1pPr>
      <a:lvl2pPr marL="266700" indent="-177800" algn="l" rtl="0" fontAlgn="base">
        <a:lnSpc>
          <a:spcPct val="90000"/>
        </a:lnSpc>
        <a:spcBef>
          <a:spcPts val="500"/>
        </a:spcBef>
        <a:spcAft>
          <a:spcPct val="0"/>
        </a:spcAft>
        <a:buClr>
          <a:schemeClr val="accent1"/>
        </a:buClr>
        <a:buFont typeface="Wingdings" pitchFamily="2" charset="2"/>
        <a:buChar char="§"/>
        <a:defRPr kern="1200">
          <a:solidFill>
            <a:schemeClr val="tx1"/>
          </a:solidFill>
          <a:latin typeface="+mj-lt"/>
          <a:ea typeface="+mn-ea"/>
          <a:cs typeface="+mn-cs"/>
        </a:defRPr>
      </a:lvl2pPr>
      <a:lvl3pPr marL="444500" indent="-177800" algn="l" rtl="0" fontAlgn="base">
        <a:lnSpc>
          <a:spcPct val="90000"/>
        </a:lnSpc>
        <a:spcBef>
          <a:spcPts val="500"/>
        </a:spcBef>
        <a:spcAft>
          <a:spcPct val="0"/>
        </a:spcAft>
        <a:buClr>
          <a:schemeClr val="accent2"/>
        </a:buClr>
        <a:buFont typeface="Arial" charset="0"/>
        <a:buChar char="•"/>
        <a:defRPr sz="1600" kern="1200">
          <a:solidFill>
            <a:schemeClr val="tx1"/>
          </a:solidFill>
          <a:latin typeface="+mj-lt"/>
          <a:ea typeface="+mn-ea"/>
          <a:cs typeface="+mn-cs"/>
        </a:defRPr>
      </a:lvl3pPr>
      <a:lvl4pPr marL="622300" indent="-177800" algn="l" rtl="0" fontAlgn="base">
        <a:lnSpc>
          <a:spcPct val="90000"/>
        </a:lnSpc>
        <a:spcBef>
          <a:spcPts val="500"/>
        </a:spcBef>
        <a:spcAft>
          <a:spcPct val="0"/>
        </a:spcAft>
        <a:buClr>
          <a:srgbClr val="2B143D"/>
        </a:buClr>
        <a:buFont typeface="Verdana" pitchFamily="34" charset="0"/>
        <a:buChar char="‒"/>
        <a:defRPr sz="1400" kern="1200">
          <a:solidFill>
            <a:schemeClr val="tx1"/>
          </a:solidFill>
          <a:latin typeface="+mj-lt"/>
          <a:ea typeface="+mn-ea"/>
          <a:cs typeface="+mn-cs"/>
        </a:defRPr>
      </a:lvl4pPr>
      <a:lvl5pPr marL="812800" indent="-190500" algn="l" rtl="0" fontAlgn="base">
        <a:lnSpc>
          <a:spcPct val="90000"/>
        </a:lnSpc>
        <a:spcBef>
          <a:spcPts val="500"/>
        </a:spcBef>
        <a:spcAft>
          <a:spcPct val="0"/>
        </a:spcAft>
        <a:buClr>
          <a:srgbClr val="95E616"/>
        </a:buClr>
        <a:buFont typeface="Arial"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aphicFrame>
        <p:nvGraphicFramePr>
          <p:cNvPr id="3074" name="Object 20" hidden="1"/>
          <p:cNvGraphicFramePr>
            <a:graphicFrameLocks noChangeAspect="1"/>
          </p:cNvGraphicFramePr>
          <p:nvPr>
            <p:custDataLst>
              <p:tags r:id="rId9"/>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3770" name="think-cell Slide" r:id="rId10" imgW="360" imgH="360" progId="TCLayout.ActiveDocument.1">
                  <p:embed/>
                </p:oleObj>
              </mc:Choice>
              <mc:Fallback>
                <p:oleObj name="think-cell Slide" r:id="rId10" imgW="360" imgH="360" progId="TCLayout.ActiveDocument.1">
                  <p:embed/>
                  <p:pic>
                    <p:nvPicPr>
                      <p:cNvPr id="0" name="Object 20" hidden="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906" r:id="rId1"/>
    <p:sldLayoutId id="2147483907" r:id="rId2"/>
    <p:sldLayoutId id="2147483908" r:id="rId3"/>
    <p:sldLayoutId id="2147483909" r:id="rId4"/>
    <p:sldLayoutId id="2147483912" r:id="rId5"/>
    <p:sldLayoutId id="2147483913" r:id="rId6"/>
  </p:sldLayoutIdLst>
  <p:txStyles>
    <p:titleStyle>
      <a:lvl1pPr algn="l" rtl="0" fontAlgn="base">
        <a:lnSpc>
          <a:spcPct val="90000"/>
        </a:lnSpc>
        <a:spcBef>
          <a:spcPct val="0"/>
        </a:spcBef>
        <a:spcAft>
          <a:spcPct val="0"/>
        </a:spcAft>
        <a:defRPr lang="en-US" sz="3000" kern="1200" dirty="0">
          <a:solidFill>
            <a:schemeClr val="accent1"/>
          </a:solidFill>
          <a:latin typeface="+mj-lt"/>
          <a:ea typeface="+mj-ea"/>
          <a:cs typeface="+mj-cs"/>
        </a:defRPr>
      </a:lvl1pPr>
      <a:lvl2pPr algn="l" rtl="0" fontAlgn="base">
        <a:lnSpc>
          <a:spcPct val="90000"/>
        </a:lnSpc>
        <a:spcBef>
          <a:spcPct val="0"/>
        </a:spcBef>
        <a:spcAft>
          <a:spcPct val="0"/>
        </a:spcAft>
        <a:defRPr sz="3000">
          <a:solidFill>
            <a:schemeClr val="accent1"/>
          </a:solidFill>
          <a:latin typeface="Verdana" pitchFamily="34" charset="0"/>
        </a:defRPr>
      </a:lvl2pPr>
      <a:lvl3pPr algn="l" rtl="0" fontAlgn="base">
        <a:lnSpc>
          <a:spcPct val="90000"/>
        </a:lnSpc>
        <a:spcBef>
          <a:spcPct val="0"/>
        </a:spcBef>
        <a:spcAft>
          <a:spcPct val="0"/>
        </a:spcAft>
        <a:defRPr sz="3000">
          <a:solidFill>
            <a:schemeClr val="accent1"/>
          </a:solidFill>
          <a:latin typeface="Verdana" pitchFamily="34" charset="0"/>
        </a:defRPr>
      </a:lvl3pPr>
      <a:lvl4pPr algn="l" rtl="0" fontAlgn="base">
        <a:lnSpc>
          <a:spcPct val="90000"/>
        </a:lnSpc>
        <a:spcBef>
          <a:spcPct val="0"/>
        </a:spcBef>
        <a:spcAft>
          <a:spcPct val="0"/>
        </a:spcAft>
        <a:defRPr sz="3000">
          <a:solidFill>
            <a:schemeClr val="accent1"/>
          </a:solidFill>
          <a:latin typeface="Verdana" pitchFamily="34" charset="0"/>
        </a:defRPr>
      </a:lvl4pPr>
      <a:lvl5pPr algn="l" rtl="0" fontAlgn="base">
        <a:lnSpc>
          <a:spcPct val="90000"/>
        </a:lnSpc>
        <a:spcBef>
          <a:spcPct val="0"/>
        </a:spcBef>
        <a:spcAft>
          <a:spcPct val="0"/>
        </a:spcAft>
        <a:defRPr sz="3000">
          <a:solidFill>
            <a:schemeClr val="accent1"/>
          </a:solidFill>
          <a:latin typeface="Verdana" pitchFamily="34" charset="0"/>
        </a:defRPr>
      </a:lvl5pPr>
      <a:lvl6pPr marL="457200" algn="l" rtl="0" fontAlgn="base">
        <a:lnSpc>
          <a:spcPct val="90000"/>
        </a:lnSpc>
        <a:spcBef>
          <a:spcPct val="0"/>
        </a:spcBef>
        <a:spcAft>
          <a:spcPct val="0"/>
        </a:spcAft>
        <a:defRPr sz="3000">
          <a:solidFill>
            <a:schemeClr val="accent1"/>
          </a:solidFill>
          <a:latin typeface="Verdana" pitchFamily="34" charset="0"/>
        </a:defRPr>
      </a:lvl6pPr>
      <a:lvl7pPr marL="914400" algn="l" rtl="0" fontAlgn="base">
        <a:lnSpc>
          <a:spcPct val="90000"/>
        </a:lnSpc>
        <a:spcBef>
          <a:spcPct val="0"/>
        </a:spcBef>
        <a:spcAft>
          <a:spcPct val="0"/>
        </a:spcAft>
        <a:defRPr sz="3000">
          <a:solidFill>
            <a:schemeClr val="accent1"/>
          </a:solidFill>
          <a:latin typeface="Verdana" pitchFamily="34" charset="0"/>
        </a:defRPr>
      </a:lvl7pPr>
      <a:lvl8pPr marL="1371600" algn="l" rtl="0" fontAlgn="base">
        <a:lnSpc>
          <a:spcPct val="90000"/>
        </a:lnSpc>
        <a:spcBef>
          <a:spcPct val="0"/>
        </a:spcBef>
        <a:spcAft>
          <a:spcPct val="0"/>
        </a:spcAft>
        <a:defRPr sz="3000">
          <a:solidFill>
            <a:schemeClr val="accent1"/>
          </a:solidFill>
          <a:latin typeface="Verdana" pitchFamily="34" charset="0"/>
        </a:defRPr>
      </a:lvl8pPr>
      <a:lvl9pPr marL="1828800" algn="l" rtl="0" fontAlgn="base">
        <a:lnSpc>
          <a:spcPct val="90000"/>
        </a:lnSpc>
        <a:spcBef>
          <a:spcPct val="0"/>
        </a:spcBef>
        <a:spcAft>
          <a:spcPct val="0"/>
        </a:spcAft>
        <a:defRPr sz="3000">
          <a:solidFill>
            <a:schemeClr val="accent1"/>
          </a:solidFill>
          <a:latin typeface="Verdana" pitchFamily="34" charset="0"/>
        </a:defRPr>
      </a:lvl9pPr>
    </p:titleStyle>
    <p:bodyStyle>
      <a:lvl1pPr algn="l" rtl="0" fontAlgn="base">
        <a:lnSpc>
          <a:spcPct val="90000"/>
        </a:lnSpc>
        <a:spcBef>
          <a:spcPts val="1000"/>
        </a:spcBef>
        <a:spcAft>
          <a:spcPct val="0"/>
        </a:spcAft>
        <a:buFont typeface="Arial" charset="0"/>
        <a:defRPr sz="2000" kern="1200">
          <a:solidFill>
            <a:schemeClr val="tx1"/>
          </a:solidFill>
          <a:latin typeface="+mj-lt"/>
          <a:ea typeface="+mn-ea"/>
          <a:cs typeface="+mn-cs"/>
        </a:defRPr>
      </a:lvl1pPr>
      <a:lvl2pPr marL="539750" indent="-179388" algn="l" rtl="0" fontAlgn="base">
        <a:lnSpc>
          <a:spcPct val="90000"/>
        </a:lnSpc>
        <a:spcBef>
          <a:spcPts val="500"/>
        </a:spcBef>
        <a:spcAft>
          <a:spcPct val="0"/>
        </a:spcAft>
        <a:buClr>
          <a:schemeClr val="accent1"/>
        </a:buClr>
        <a:buFont typeface="Arial" charset="0"/>
        <a:buChar char="•"/>
        <a:defRPr kern="1200">
          <a:solidFill>
            <a:schemeClr val="tx1"/>
          </a:solidFill>
          <a:latin typeface="+mj-lt"/>
          <a:ea typeface="+mn-ea"/>
          <a:cs typeface="+mn-cs"/>
        </a:defRPr>
      </a:lvl2pPr>
      <a:lvl3pPr marL="900113" indent="-179388" algn="l" rtl="0" fontAlgn="base">
        <a:lnSpc>
          <a:spcPct val="90000"/>
        </a:lnSpc>
        <a:spcBef>
          <a:spcPts val="500"/>
        </a:spcBef>
        <a:spcAft>
          <a:spcPct val="0"/>
        </a:spcAft>
        <a:buClr>
          <a:schemeClr val="accent2"/>
        </a:buClr>
        <a:buFont typeface="Arial" charset="0"/>
        <a:buChar char="•"/>
        <a:defRPr sz="1600" kern="1200">
          <a:solidFill>
            <a:schemeClr val="tx1"/>
          </a:solidFill>
          <a:latin typeface="+mj-lt"/>
          <a:ea typeface="+mn-ea"/>
          <a:cs typeface="+mn-cs"/>
        </a:defRPr>
      </a:lvl3pPr>
      <a:lvl4pPr marL="1260475" indent="-179388" algn="l" rtl="0" fontAlgn="base">
        <a:lnSpc>
          <a:spcPct val="90000"/>
        </a:lnSpc>
        <a:spcBef>
          <a:spcPts val="500"/>
        </a:spcBef>
        <a:spcAft>
          <a:spcPct val="0"/>
        </a:spcAft>
        <a:buClr>
          <a:srgbClr val="2B143D"/>
        </a:buClr>
        <a:buFont typeface="Arial" charset="0"/>
        <a:buChar char="•"/>
        <a:defRPr sz="1400" kern="1200">
          <a:solidFill>
            <a:schemeClr val="tx1"/>
          </a:solidFill>
          <a:latin typeface="+mj-lt"/>
          <a:ea typeface="+mn-ea"/>
          <a:cs typeface="+mn-cs"/>
        </a:defRPr>
      </a:lvl4pPr>
      <a:lvl5pPr marL="1620838" indent="-179388" algn="l" rtl="0" fontAlgn="base">
        <a:lnSpc>
          <a:spcPct val="90000"/>
        </a:lnSpc>
        <a:spcBef>
          <a:spcPts val="500"/>
        </a:spcBef>
        <a:spcAft>
          <a:spcPct val="0"/>
        </a:spcAft>
        <a:buClr>
          <a:srgbClr val="95E616"/>
        </a:buClr>
        <a:buFont typeface="Arial"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aphicFrame>
        <p:nvGraphicFramePr>
          <p:cNvPr id="4098" name="Object 20" hidden="1"/>
          <p:cNvGraphicFramePr>
            <a:graphicFrameLocks noChangeAspect="1"/>
          </p:cNvGraphicFramePr>
          <p:nvPr>
            <p:custDataLst>
              <p:tags r:id="rId5"/>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4794" name="think-cell Slide" r:id="rId6" imgW="360" imgH="360" progId="TCLayout.ActiveDocument.1">
                  <p:embed/>
                </p:oleObj>
              </mc:Choice>
              <mc:Fallback>
                <p:oleObj name="think-cell Slide" r:id="rId6" imgW="360" imgH="360" progId="TCLayout.ActiveDocument.1">
                  <p:embed/>
                  <p:pic>
                    <p:nvPicPr>
                      <p:cNvPr id="0" name="Object 20" hidden="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910" r:id="rId1"/>
    <p:sldLayoutId id="2147483911" r:id="rId2"/>
  </p:sldLayoutIdLst>
  <p:txStyles>
    <p:titleStyle>
      <a:lvl1pPr algn="l" rtl="0" fontAlgn="base">
        <a:lnSpc>
          <a:spcPct val="90000"/>
        </a:lnSpc>
        <a:spcBef>
          <a:spcPct val="0"/>
        </a:spcBef>
        <a:spcAft>
          <a:spcPct val="0"/>
        </a:spcAft>
        <a:defRPr lang="en-US" sz="3000" kern="1200" dirty="0">
          <a:solidFill>
            <a:schemeClr val="accent1"/>
          </a:solidFill>
          <a:latin typeface="+mj-lt"/>
          <a:ea typeface="+mj-ea"/>
          <a:cs typeface="+mj-cs"/>
        </a:defRPr>
      </a:lvl1pPr>
      <a:lvl2pPr algn="l" rtl="0" fontAlgn="base">
        <a:lnSpc>
          <a:spcPct val="90000"/>
        </a:lnSpc>
        <a:spcBef>
          <a:spcPct val="0"/>
        </a:spcBef>
        <a:spcAft>
          <a:spcPct val="0"/>
        </a:spcAft>
        <a:defRPr sz="3000">
          <a:solidFill>
            <a:schemeClr val="accent1"/>
          </a:solidFill>
          <a:latin typeface="Verdana" pitchFamily="34" charset="0"/>
        </a:defRPr>
      </a:lvl2pPr>
      <a:lvl3pPr algn="l" rtl="0" fontAlgn="base">
        <a:lnSpc>
          <a:spcPct val="90000"/>
        </a:lnSpc>
        <a:spcBef>
          <a:spcPct val="0"/>
        </a:spcBef>
        <a:spcAft>
          <a:spcPct val="0"/>
        </a:spcAft>
        <a:defRPr sz="3000">
          <a:solidFill>
            <a:schemeClr val="accent1"/>
          </a:solidFill>
          <a:latin typeface="Verdana" pitchFamily="34" charset="0"/>
        </a:defRPr>
      </a:lvl3pPr>
      <a:lvl4pPr algn="l" rtl="0" fontAlgn="base">
        <a:lnSpc>
          <a:spcPct val="90000"/>
        </a:lnSpc>
        <a:spcBef>
          <a:spcPct val="0"/>
        </a:spcBef>
        <a:spcAft>
          <a:spcPct val="0"/>
        </a:spcAft>
        <a:defRPr sz="3000">
          <a:solidFill>
            <a:schemeClr val="accent1"/>
          </a:solidFill>
          <a:latin typeface="Verdana" pitchFamily="34" charset="0"/>
        </a:defRPr>
      </a:lvl4pPr>
      <a:lvl5pPr algn="l" rtl="0" fontAlgn="base">
        <a:lnSpc>
          <a:spcPct val="90000"/>
        </a:lnSpc>
        <a:spcBef>
          <a:spcPct val="0"/>
        </a:spcBef>
        <a:spcAft>
          <a:spcPct val="0"/>
        </a:spcAft>
        <a:defRPr sz="3000">
          <a:solidFill>
            <a:schemeClr val="accent1"/>
          </a:solidFill>
          <a:latin typeface="Verdana" pitchFamily="34" charset="0"/>
        </a:defRPr>
      </a:lvl5pPr>
      <a:lvl6pPr marL="457200" algn="l" rtl="0" fontAlgn="base">
        <a:lnSpc>
          <a:spcPct val="90000"/>
        </a:lnSpc>
        <a:spcBef>
          <a:spcPct val="0"/>
        </a:spcBef>
        <a:spcAft>
          <a:spcPct val="0"/>
        </a:spcAft>
        <a:defRPr sz="3000">
          <a:solidFill>
            <a:schemeClr val="accent1"/>
          </a:solidFill>
          <a:latin typeface="Verdana" pitchFamily="34" charset="0"/>
        </a:defRPr>
      </a:lvl6pPr>
      <a:lvl7pPr marL="914400" algn="l" rtl="0" fontAlgn="base">
        <a:lnSpc>
          <a:spcPct val="90000"/>
        </a:lnSpc>
        <a:spcBef>
          <a:spcPct val="0"/>
        </a:spcBef>
        <a:spcAft>
          <a:spcPct val="0"/>
        </a:spcAft>
        <a:defRPr sz="3000">
          <a:solidFill>
            <a:schemeClr val="accent1"/>
          </a:solidFill>
          <a:latin typeface="Verdana" pitchFamily="34" charset="0"/>
        </a:defRPr>
      </a:lvl7pPr>
      <a:lvl8pPr marL="1371600" algn="l" rtl="0" fontAlgn="base">
        <a:lnSpc>
          <a:spcPct val="90000"/>
        </a:lnSpc>
        <a:spcBef>
          <a:spcPct val="0"/>
        </a:spcBef>
        <a:spcAft>
          <a:spcPct val="0"/>
        </a:spcAft>
        <a:defRPr sz="3000">
          <a:solidFill>
            <a:schemeClr val="accent1"/>
          </a:solidFill>
          <a:latin typeface="Verdana" pitchFamily="34" charset="0"/>
        </a:defRPr>
      </a:lvl8pPr>
      <a:lvl9pPr marL="1828800" algn="l" rtl="0" fontAlgn="base">
        <a:lnSpc>
          <a:spcPct val="90000"/>
        </a:lnSpc>
        <a:spcBef>
          <a:spcPct val="0"/>
        </a:spcBef>
        <a:spcAft>
          <a:spcPct val="0"/>
        </a:spcAft>
        <a:defRPr sz="3000">
          <a:solidFill>
            <a:schemeClr val="accent1"/>
          </a:solidFill>
          <a:latin typeface="Verdana" pitchFamily="34" charset="0"/>
        </a:defRPr>
      </a:lvl9pPr>
    </p:titleStyle>
    <p:bodyStyle>
      <a:lvl1pPr algn="l" rtl="0" fontAlgn="base">
        <a:lnSpc>
          <a:spcPct val="90000"/>
        </a:lnSpc>
        <a:spcBef>
          <a:spcPts val="1000"/>
        </a:spcBef>
        <a:spcAft>
          <a:spcPct val="0"/>
        </a:spcAft>
        <a:buFont typeface="Arial" charset="0"/>
        <a:defRPr sz="2000" kern="1200">
          <a:solidFill>
            <a:schemeClr val="tx1"/>
          </a:solidFill>
          <a:latin typeface="+mj-lt"/>
          <a:ea typeface="+mn-ea"/>
          <a:cs typeface="+mn-cs"/>
        </a:defRPr>
      </a:lvl1pPr>
      <a:lvl2pPr marL="539750" indent="-179388" algn="l" rtl="0" fontAlgn="base">
        <a:lnSpc>
          <a:spcPct val="90000"/>
        </a:lnSpc>
        <a:spcBef>
          <a:spcPts val="500"/>
        </a:spcBef>
        <a:spcAft>
          <a:spcPct val="0"/>
        </a:spcAft>
        <a:buClr>
          <a:schemeClr val="accent1"/>
        </a:buClr>
        <a:buFont typeface="Arial" charset="0"/>
        <a:buChar char="•"/>
        <a:defRPr kern="1200">
          <a:solidFill>
            <a:schemeClr val="tx1"/>
          </a:solidFill>
          <a:latin typeface="+mj-lt"/>
          <a:ea typeface="+mn-ea"/>
          <a:cs typeface="+mn-cs"/>
        </a:defRPr>
      </a:lvl2pPr>
      <a:lvl3pPr marL="900113" indent="-179388" algn="l" rtl="0" fontAlgn="base">
        <a:lnSpc>
          <a:spcPct val="90000"/>
        </a:lnSpc>
        <a:spcBef>
          <a:spcPts val="500"/>
        </a:spcBef>
        <a:spcAft>
          <a:spcPct val="0"/>
        </a:spcAft>
        <a:buClr>
          <a:schemeClr val="accent2"/>
        </a:buClr>
        <a:buFont typeface="Arial" charset="0"/>
        <a:buChar char="•"/>
        <a:defRPr sz="1600" kern="1200">
          <a:solidFill>
            <a:schemeClr val="tx1"/>
          </a:solidFill>
          <a:latin typeface="+mj-lt"/>
          <a:ea typeface="+mn-ea"/>
          <a:cs typeface="+mn-cs"/>
        </a:defRPr>
      </a:lvl3pPr>
      <a:lvl4pPr marL="1260475" indent="-179388" algn="l" rtl="0" fontAlgn="base">
        <a:lnSpc>
          <a:spcPct val="90000"/>
        </a:lnSpc>
        <a:spcBef>
          <a:spcPts val="500"/>
        </a:spcBef>
        <a:spcAft>
          <a:spcPct val="0"/>
        </a:spcAft>
        <a:buClr>
          <a:srgbClr val="2B143D"/>
        </a:buClr>
        <a:buFont typeface="Arial" charset="0"/>
        <a:buChar char="•"/>
        <a:defRPr sz="1400" kern="1200">
          <a:solidFill>
            <a:schemeClr val="tx1"/>
          </a:solidFill>
          <a:latin typeface="+mj-lt"/>
          <a:ea typeface="+mn-ea"/>
          <a:cs typeface="+mn-cs"/>
        </a:defRPr>
      </a:lvl4pPr>
      <a:lvl5pPr marL="1620838" indent="-179388" algn="l" rtl="0" fontAlgn="base">
        <a:lnSpc>
          <a:spcPct val="90000"/>
        </a:lnSpc>
        <a:spcBef>
          <a:spcPts val="500"/>
        </a:spcBef>
        <a:spcAft>
          <a:spcPct val="0"/>
        </a:spcAft>
        <a:buClr>
          <a:srgbClr val="95E616"/>
        </a:buClr>
        <a:buFont typeface="Arial"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3.png"/><Relationship Id="rId2" Type="http://schemas.openxmlformats.org/officeDocument/2006/relationships/diagramData" Target="../diagrams/data1.xml"/><Relationship Id="rId1" Type="http://schemas.openxmlformats.org/officeDocument/2006/relationships/slideLayout" Target="../slideLayouts/slideLayout1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package" Target="../embeddings/Microsoft_Visio_Drawing21111111.vsdx"/><Relationship Id="rId2" Type="http://schemas.openxmlformats.org/officeDocument/2006/relationships/slideLayout" Target="../slideLayouts/slideLayout9.xml"/><Relationship Id="rId1" Type="http://schemas.openxmlformats.org/officeDocument/2006/relationships/vmlDrawing" Target="../drawings/vmlDrawing17.vml"/><Relationship Id="rId4" Type="http://schemas.openxmlformats.org/officeDocument/2006/relationships/image" Target="../media/image18.e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9.xml"/><Relationship Id="rId1" Type="http://schemas.openxmlformats.org/officeDocument/2006/relationships/vmlDrawing" Target="../drawings/vmlDrawing18.vml"/><Relationship Id="rId4" Type="http://schemas.openxmlformats.org/officeDocument/2006/relationships/image" Target="../media/image20.e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5016500" y="3644900"/>
            <a:ext cx="6899275" cy="1449388"/>
          </a:xfrm>
        </p:spPr>
        <p:txBody>
          <a:bodyPr/>
          <a:lstStyle/>
          <a:p>
            <a:pPr fontAlgn="auto">
              <a:spcAft>
                <a:spcPts val="0"/>
              </a:spcAft>
              <a:defRPr/>
            </a:pPr>
            <a:r>
              <a:rPr lang="en-GB" dirty="0"/>
              <a:t>MUFG </a:t>
            </a:r>
            <a:r>
              <a:rPr lang="en-GB" dirty="0" smtClean="0"/>
              <a:t>Branch</a:t>
            </a:r>
            <a:br>
              <a:rPr lang="en-GB" dirty="0" smtClean="0"/>
            </a:br>
            <a:r>
              <a:rPr lang="en-GB" dirty="0" smtClean="0"/>
              <a:t/>
            </a:r>
            <a:br>
              <a:rPr lang="en-GB" dirty="0" smtClean="0"/>
            </a:br>
            <a:r>
              <a:rPr lang="en-GB" dirty="0" smtClean="0"/>
              <a:t>BTMU Projects Overview</a:t>
            </a:r>
            <a:endParaRPr lang="en-GB" dirty="0"/>
          </a:p>
        </p:txBody>
      </p:sp>
      <p:sp>
        <p:nvSpPr>
          <p:cNvPr id="5" name="Subtitle 4"/>
          <p:cNvSpPr>
            <a:spLocks noGrp="1"/>
          </p:cNvSpPr>
          <p:nvPr>
            <p:ph type="subTitle" idx="1"/>
          </p:nvPr>
        </p:nvSpPr>
        <p:spPr>
          <a:xfrm>
            <a:off x="5016500" y="5237163"/>
            <a:ext cx="6899275" cy="1223962"/>
          </a:xfrm>
        </p:spPr>
        <p:txBody>
          <a:bodyPr/>
          <a:lstStyle/>
          <a:p>
            <a:pPr>
              <a:defRPr/>
            </a:pPr>
            <a:r>
              <a:rPr lang="en-US" dirty="0" smtClean="0"/>
              <a:t>03 Apr </a:t>
            </a:r>
            <a:r>
              <a:rPr lang="en-US" dirty="0"/>
              <a:t>2019</a:t>
            </a:r>
          </a:p>
        </p:txBody>
      </p:sp>
      <p:pic>
        <p:nvPicPr>
          <p:cNvPr id="6" name="Picture 2" descr="image0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83595" y="570840"/>
            <a:ext cx="2793363" cy="862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Placeholder 4"/>
          <p:cNvSpPr>
            <a:spLocks noGrp="1"/>
          </p:cNvSpPr>
          <p:nvPr>
            <p:ph type="body" sz="quarter" idx="11"/>
          </p:nvPr>
        </p:nvSpPr>
        <p:spPr bwMode="auto">
          <a:xfrm>
            <a:off x="460375" y="434975"/>
            <a:ext cx="5419725" cy="19018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Agenda</a:t>
            </a:r>
            <a:endParaRPr lang="en-GB" altLang="en-US"/>
          </a:p>
        </p:txBody>
      </p:sp>
      <p:graphicFrame>
        <p:nvGraphicFramePr>
          <p:cNvPr id="4" name="Diagram 3"/>
          <p:cNvGraphicFramePr/>
          <p:nvPr>
            <p:extLst>
              <p:ext uri="{D42A27DB-BD31-4B8C-83A1-F6EECF244321}">
                <p14:modId xmlns:p14="http://schemas.microsoft.com/office/powerpoint/2010/main" val="1871570222"/>
              </p:ext>
            </p:extLst>
          </p:nvPr>
        </p:nvGraphicFramePr>
        <p:xfrm>
          <a:off x="4876800" y="2438400"/>
          <a:ext cx="5943600" cy="409347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2" descr="image00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601200" y="51954"/>
            <a:ext cx="1806151" cy="557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0565988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0800" y="2819401"/>
            <a:ext cx="10363200" cy="1002135"/>
          </a:xfrm>
        </p:spPr>
        <p:txBody>
          <a:bodyPr/>
          <a:lstStyle/>
          <a:p>
            <a:pPr algn="ctr"/>
            <a:r>
              <a:rPr lang="en-US" dirty="0"/>
              <a:t>AML CLEANSLATE</a:t>
            </a:r>
          </a:p>
        </p:txBody>
      </p:sp>
    </p:spTree>
    <p:extLst>
      <p:ext uri="{BB962C8B-B14F-4D97-AF65-F5344CB8AC3E}">
        <p14:creationId xmlns:p14="http://schemas.microsoft.com/office/powerpoint/2010/main" val="248817441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ounded Rectangle 33"/>
          <p:cNvSpPr/>
          <p:nvPr/>
        </p:nvSpPr>
        <p:spPr>
          <a:xfrm>
            <a:off x="8432800" y="2333612"/>
            <a:ext cx="3454400" cy="3363178"/>
          </a:xfrm>
          <a:prstGeom prst="roundRect">
            <a:avLst>
              <a:gd name="adj" fmla="val 1448"/>
            </a:avLst>
          </a:prstGeom>
          <a:solidFill>
            <a:srgbClr val="E6E8F2"/>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ea typeface="+mn-ea"/>
              <a:cs typeface="+mn-cs"/>
            </a:endParaRPr>
          </a:p>
        </p:txBody>
      </p:sp>
      <p:sp>
        <p:nvSpPr>
          <p:cNvPr id="37" name="Rounded Rectangle 36"/>
          <p:cNvSpPr/>
          <p:nvPr/>
        </p:nvSpPr>
        <p:spPr>
          <a:xfrm>
            <a:off x="197548" y="1342128"/>
            <a:ext cx="11904000" cy="602958"/>
          </a:xfrm>
          <a:prstGeom prst="roundRect">
            <a:avLst>
              <a:gd name="adj" fmla="val 1448"/>
            </a:avLst>
          </a:prstGeom>
          <a:solidFill>
            <a:srgbClr val="E6E8F2"/>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ea typeface="+mn-ea"/>
              <a:cs typeface="+mn-cs"/>
            </a:endParaRPr>
          </a:p>
        </p:txBody>
      </p:sp>
      <p:sp>
        <p:nvSpPr>
          <p:cNvPr id="38" name="Round Same Side Corner Rectangle 37"/>
          <p:cNvSpPr/>
          <p:nvPr/>
        </p:nvSpPr>
        <p:spPr>
          <a:xfrm>
            <a:off x="178581" y="1143000"/>
            <a:ext cx="4679161" cy="201922"/>
          </a:xfrm>
          <a:prstGeom prst="round2SameRect">
            <a:avLst/>
          </a:prstGeom>
          <a:solidFill>
            <a:srgbClr val="00A1E4"/>
          </a:solidFill>
          <a:ln w="25400" cap="flat" cmpd="sng" algn="ctr">
            <a:noFill/>
            <a:prstDash val="solid"/>
          </a:ln>
          <a:effectLst>
            <a:outerShdw blurRad="50800" dist="38100" dir="2700000" algn="tl" rotWithShape="0">
              <a:prstClr val="black">
                <a:alpha val="40000"/>
              </a:prst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white"/>
                </a:solidFill>
                <a:effectLst/>
                <a:uLnTx/>
                <a:uFillTx/>
                <a:ea typeface="+mn-ea"/>
                <a:cs typeface="+mn-cs"/>
              </a:rPr>
              <a:t>Objective</a:t>
            </a:r>
          </a:p>
        </p:txBody>
      </p:sp>
      <p:sp>
        <p:nvSpPr>
          <p:cNvPr id="39" name="Rounded Rectangle 38"/>
          <p:cNvSpPr/>
          <p:nvPr/>
        </p:nvSpPr>
        <p:spPr>
          <a:xfrm>
            <a:off x="178581" y="2333612"/>
            <a:ext cx="3987020" cy="3363178"/>
          </a:xfrm>
          <a:prstGeom prst="roundRect">
            <a:avLst>
              <a:gd name="adj" fmla="val 1448"/>
            </a:avLst>
          </a:prstGeom>
          <a:solidFill>
            <a:srgbClr val="E6E8F2"/>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ea typeface="+mn-ea"/>
              <a:cs typeface="+mn-cs"/>
            </a:endParaRPr>
          </a:p>
        </p:txBody>
      </p:sp>
      <p:sp>
        <p:nvSpPr>
          <p:cNvPr id="40" name="Round Same Side Corner Rectangle 39"/>
          <p:cNvSpPr/>
          <p:nvPr/>
        </p:nvSpPr>
        <p:spPr>
          <a:xfrm>
            <a:off x="197549" y="1981200"/>
            <a:ext cx="3968052" cy="303954"/>
          </a:xfrm>
          <a:prstGeom prst="round2SameRect">
            <a:avLst/>
          </a:prstGeom>
          <a:solidFill>
            <a:srgbClr val="00A0D6"/>
          </a:solidFill>
          <a:ln w="25400" cap="flat" cmpd="sng" algn="ctr">
            <a:noFill/>
            <a:prstDash val="solid"/>
          </a:ln>
          <a:effectLst>
            <a:outerShdw blurRad="50800" dist="38100" dir="2700000" algn="tl" rotWithShape="0">
              <a:prstClr val="black">
                <a:alpha val="40000"/>
              </a:prst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white"/>
                </a:solidFill>
                <a:effectLst/>
                <a:uLnTx/>
                <a:uFillTx/>
                <a:ea typeface="+mn-ea"/>
                <a:cs typeface="+mn-cs"/>
              </a:rPr>
              <a:t>Project Scope</a:t>
            </a:r>
          </a:p>
        </p:txBody>
      </p:sp>
      <p:sp>
        <p:nvSpPr>
          <p:cNvPr id="41" name="TextBox 40"/>
          <p:cNvSpPr txBox="1"/>
          <p:nvPr/>
        </p:nvSpPr>
        <p:spPr>
          <a:xfrm>
            <a:off x="239349" y="2285154"/>
            <a:ext cx="3926251" cy="2490169"/>
          </a:xfrm>
          <a:prstGeom prst="rect">
            <a:avLst/>
          </a:prstGeom>
          <a:solidFill>
            <a:srgbClr val="E6E8F2"/>
          </a:solidFill>
        </p:spPr>
        <p:txBody>
          <a:bodyPr wrap="square" rtlCol="0">
            <a:spAutoFit/>
          </a:bodyPr>
          <a:lstStyle>
            <a:defPPr>
              <a:defRPr lang="en-US"/>
            </a:defPPr>
            <a:lvl1pPr marL="171450" indent="-171450">
              <a:lnSpc>
                <a:spcPts val="1000"/>
              </a:lnSpc>
              <a:buFont typeface="Arial" panose="020B0604020202020204" pitchFamily="34" charset="0"/>
              <a:buChar char="•"/>
              <a:defRPr sz="1000">
                <a:latin typeface="Candara" panose="020E0502030303020204" pitchFamily="34" charset="0"/>
              </a:defRPr>
            </a:lvl1pPr>
          </a:lstStyle>
          <a:p>
            <a:pPr marL="88900" lvl="1" indent="-88900">
              <a:lnSpc>
                <a:spcPct val="115000"/>
              </a:lnSpc>
              <a:spcBef>
                <a:spcPts val="200"/>
              </a:spcBef>
              <a:spcAft>
                <a:spcPts val="200"/>
              </a:spcAft>
              <a:buClr>
                <a:prstClr val="black"/>
              </a:buClr>
              <a:buSzPct val="100000"/>
              <a:buFont typeface="Arial" panose="020B0604020202020204" pitchFamily="34" charset="0"/>
              <a:buChar char="•"/>
              <a:defRPr/>
            </a:pPr>
            <a:r>
              <a:rPr lang="en-US" sz="1100" dirty="0"/>
              <a:t>The data needed by the new SAS platform will be consolidated by EDW instead of AML hub. N-Tier tool will be used for data reconciliation within EDW. </a:t>
            </a:r>
          </a:p>
          <a:p>
            <a:pPr marL="88900" lvl="1" indent="-88900">
              <a:lnSpc>
                <a:spcPct val="115000"/>
              </a:lnSpc>
              <a:spcBef>
                <a:spcPts val="200"/>
              </a:spcBef>
              <a:spcAft>
                <a:spcPts val="200"/>
              </a:spcAft>
              <a:buClr>
                <a:prstClr val="black"/>
              </a:buClr>
              <a:buSzPct val="100000"/>
              <a:buFont typeface="Arial" panose="020B0604020202020204" pitchFamily="34" charset="0"/>
              <a:buChar char="•"/>
              <a:defRPr/>
            </a:pPr>
            <a:r>
              <a:rPr lang="en-US" sz="1100" dirty="0"/>
              <a:t>Creating the new dashboard will include:</a:t>
            </a:r>
          </a:p>
          <a:p>
            <a:pPr marL="88900" lvl="1" indent="-88900">
              <a:lnSpc>
                <a:spcPct val="115000"/>
              </a:lnSpc>
              <a:spcBef>
                <a:spcPts val="200"/>
              </a:spcBef>
              <a:spcAft>
                <a:spcPts val="200"/>
              </a:spcAft>
              <a:buClr>
                <a:prstClr val="black"/>
              </a:buClr>
              <a:buSzPct val="100000"/>
              <a:buFont typeface="Arial" panose="020B0604020202020204" pitchFamily="34" charset="0"/>
              <a:buChar char="•"/>
              <a:defRPr/>
            </a:pPr>
            <a:r>
              <a:rPr lang="en-US" sz="1100" dirty="0"/>
              <a:t>Reconciling AML platform data between new hops /systems not currently covered by the dashboard</a:t>
            </a:r>
          </a:p>
          <a:p>
            <a:pPr marL="88900" lvl="1" indent="-88900">
              <a:lnSpc>
                <a:spcPct val="115000"/>
              </a:lnSpc>
              <a:spcBef>
                <a:spcPts val="200"/>
              </a:spcBef>
              <a:spcAft>
                <a:spcPts val="200"/>
              </a:spcAft>
              <a:buClr>
                <a:prstClr val="black"/>
              </a:buClr>
              <a:buSzPct val="100000"/>
              <a:buFont typeface="Arial" panose="020B0604020202020204" pitchFamily="34" charset="0"/>
              <a:buChar char="•"/>
              <a:defRPr/>
            </a:pPr>
            <a:r>
              <a:rPr lang="en-US" sz="1100" dirty="0"/>
              <a:t>Introducing new data checks across the new systems like Trend check, Filter trend</a:t>
            </a:r>
          </a:p>
          <a:p>
            <a:pPr marL="88900" lvl="1" indent="-88900">
              <a:lnSpc>
                <a:spcPct val="115000"/>
              </a:lnSpc>
              <a:spcBef>
                <a:spcPts val="200"/>
              </a:spcBef>
              <a:spcAft>
                <a:spcPts val="200"/>
              </a:spcAft>
              <a:buClr>
                <a:prstClr val="black"/>
              </a:buClr>
              <a:buSzPct val="100000"/>
              <a:buFont typeface="Arial" panose="020B0604020202020204" pitchFamily="34" charset="0"/>
              <a:buChar char="•"/>
              <a:defRPr/>
            </a:pPr>
            <a:r>
              <a:rPr lang="en-US" sz="1100" dirty="0"/>
              <a:t>To support n-Tier and </a:t>
            </a:r>
            <a:r>
              <a:rPr lang="en-US" sz="1100" dirty="0" err="1"/>
              <a:t>QlikView</a:t>
            </a:r>
            <a:r>
              <a:rPr lang="en-US" sz="1100" dirty="0"/>
              <a:t> enhancements.</a:t>
            </a:r>
          </a:p>
          <a:p>
            <a:pPr marL="88900" lvl="1" indent="-88900">
              <a:lnSpc>
                <a:spcPct val="115000"/>
              </a:lnSpc>
              <a:spcBef>
                <a:spcPts val="200"/>
              </a:spcBef>
              <a:spcAft>
                <a:spcPts val="200"/>
              </a:spcAft>
              <a:buClr>
                <a:prstClr val="black"/>
              </a:buClr>
              <a:buSzPct val="100000"/>
              <a:buFont typeface="Arial" panose="020B0604020202020204" pitchFamily="34" charset="0"/>
              <a:buChar char="•"/>
              <a:defRPr/>
            </a:pPr>
            <a:r>
              <a:rPr lang="en-US" sz="1100" dirty="0"/>
              <a:t>Creating the connectivity between the dashboards (</a:t>
            </a:r>
            <a:r>
              <a:rPr lang="en-US" sz="1100" dirty="0" err="1"/>
              <a:t>QlikView</a:t>
            </a:r>
            <a:r>
              <a:rPr lang="en-US" sz="1100" dirty="0"/>
              <a:t> and n-Tier) to be more users friendly.</a:t>
            </a:r>
          </a:p>
        </p:txBody>
      </p:sp>
      <p:sp>
        <p:nvSpPr>
          <p:cNvPr id="42" name="Rounded Rectangle 41"/>
          <p:cNvSpPr/>
          <p:nvPr/>
        </p:nvSpPr>
        <p:spPr>
          <a:xfrm>
            <a:off x="4267200" y="2285154"/>
            <a:ext cx="4014351" cy="3411636"/>
          </a:xfrm>
          <a:prstGeom prst="roundRect">
            <a:avLst>
              <a:gd name="adj" fmla="val 1448"/>
            </a:avLst>
          </a:prstGeom>
          <a:solidFill>
            <a:srgbClr val="E6E8F2"/>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ea typeface="+mn-ea"/>
              <a:cs typeface="+mn-cs"/>
            </a:endParaRPr>
          </a:p>
        </p:txBody>
      </p:sp>
      <p:sp>
        <p:nvSpPr>
          <p:cNvPr id="43" name="Round Same Side Corner Rectangle 42"/>
          <p:cNvSpPr/>
          <p:nvPr/>
        </p:nvSpPr>
        <p:spPr>
          <a:xfrm>
            <a:off x="4267200" y="1989538"/>
            <a:ext cx="4014351" cy="295616"/>
          </a:xfrm>
          <a:prstGeom prst="round2SameRect">
            <a:avLst/>
          </a:prstGeom>
          <a:solidFill>
            <a:srgbClr val="00A0D6"/>
          </a:solidFill>
          <a:ln w="25400" cap="flat" cmpd="sng" algn="ctr">
            <a:noFill/>
            <a:prstDash val="solid"/>
          </a:ln>
          <a:effectLst>
            <a:outerShdw blurRad="50800" dist="38100" dir="2700000" algn="tl" rotWithShape="0">
              <a:prstClr val="black">
                <a:alpha val="40000"/>
              </a:prst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white"/>
                </a:solidFill>
                <a:effectLst/>
                <a:uLnTx/>
                <a:uFillTx/>
                <a:ea typeface="+mn-ea"/>
                <a:cs typeface="+mn-cs"/>
              </a:rPr>
              <a:t>ETL Solution</a:t>
            </a:r>
          </a:p>
        </p:txBody>
      </p:sp>
      <p:sp>
        <p:nvSpPr>
          <p:cNvPr id="44" name="TextBox 43"/>
          <p:cNvSpPr txBox="1"/>
          <p:nvPr/>
        </p:nvSpPr>
        <p:spPr>
          <a:xfrm>
            <a:off x="4470400" y="2301938"/>
            <a:ext cx="3352800" cy="3022879"/>
          </a:xfrm>
          <a:prstGeom prst="rect">
            <a:avLst/>
          </a:prstGeom>
          <a:noFill/>
        </p:spPr>
        <p:txBody>
          <a:bodyPr wrap="square" rtlCol="0">
            <a:spAutoFit/>
          </a:bodyPr>
          <a:lstStyle>
            <a:defPPr>
              <a:defRPr lang="en-US"/>
            </a:defPPr>
            <a:lvl1pPr marL="171450" indent="-171450">
              <a:lnSpc>
                <a:spcPts val="1000"/>
              </a:lnSpc>
              <a:buFont typeface="Arial" panose="020B0604020202020204" pitchFamily="34" charset="0"/>
              <a:buChar char="•"/>
              <a:defRPr sz="1000">
                <a:latin typeface="Candara" panose="020E0502030303020204" pitchFamily="34" charset="0"/>
              </a:defRPr>
            </a:lvl1pPr>
          </a:lstStyle>
          <a:p>
            <a:pPr marL="88900" lvl="1" indent="-88900">
              <a:lnSpc>
                <a:spcPct val="115000"/>
              </a:lnSpc>
              <a:spcBef>
                <a:spcPts val="200"/>
              </a:spcBef>
              <a:spcAft>
                <a:spcPts val="200"/>
              </a:spcAft>
              <a:buClr>
                <a:prstClr val="black"/>
              </a:buClr>
              <a:buSzPct val="100000"/>
              <a:buFont typeface="Arial" panose="020B0604020202020204" pitchFamily="34" charset="0"/>
              <a:buChar char="•"/>
              <a:defRPr/>
            </a:pPr>
            <a:r>
              <a:rPr lang="en-US" sz="1100" dirty="0"/>
              <a:t>We have created the Mapping specs and Unit test scripts.</a:t>
            </a:r>
          </a:p>
          <a:p>
            <a:pPr marL="88900" lvl="1" indent="-88900">
              <a:lnSpc>
                <a:spcPct val="115000"/>
              </a:lnSpc>
              <a:spcBef>
                <a:spcPts val="200"/>
              </a:spcBef>
              <a:spcAft>
                <a:spcPts val="200"/>
              </a:spcAft>
              <a:buClr>
                <a:prstClr val="black"/>
              </a:buClr>
              <a:buSzPct val="100000"/>
              <a:buFont typeface="Arial" panose="020B0604020202020204" pitchFamily="34" charset="0"/>
              <a:buChar char="•"/>
              <a:defRPr/>
            </a:pPr>
            <a:r>
              <a:rPr lang="en-US" sz="1100" dirty="0"/>
              <a:t>We started working on the ETL activities which from EDW core to EDW out and EDW Out to Out files for all the categories like Account, Account Balance ,Party, Address, </a:t>
            </a:r>
            <a:r>
              <a:rPr lang="en-US" sz="1100" dirty="0" err="1"/>
              <a:t>Cashflow</a:t>
            </a:r>
            <a:r>
              <a:rPr lang="en-US" sz="1100" dirty="0"/>
              <a:t>, GPP, EPP and BESS</a:t>
            </a:r>
          </a:p>
          <a:p>
            <a:pPr marL="88900" lvl="1" indent="-88900">
              <a:lnSpc>
                <a:spcPct val="115000"/>
              </a:lnSpc>
              <a:spcBef>
                <a:spcPts val="200"/>
              </a:spcBef>
              <a:spcAft>
                <a:spcPts val="200"/>
              </a:spcAft>
              <a:buClr>
                <a:prstClr val="black"/>
              </a:buClr>
              <a:buSzPct val="100000"/>
              <a:buFont typeface="Arial" panose="020B0604020202020204" pitchFamily="34" charset="0"/>
              <a:buChar char="•"/>
              <a:defRPr/>
            </a:pPr>
            <a:r>
              <a:rPr lang="en-US" sz="1100" dirty="0"/>
              <a:t>We have captured the artifacts and created the test cases.</a:t>
            </a:r>
          </a:p>
          <a:p>
            <a:pPr marL="88900" lvl="1" indent="-88900">
              <a:lnSpc>
                <a:spcPct val="115000"/>
              </a:lnSpc>
              <a:spcBef>
                <a:spcPts val="200"/>
              </a:spcBef>
              <a:spcAft>
                <a:spcPts val="200"/>
              </a:spcAft>
              <a:buClr>
                <a:prstClr val="black"/>
              </a:buClr>
              <a:buSzPct val="100000"/>
              <a:buFont typeface="Arial" panose="020B0604020202020204" pitchFamily="34" charset="0"/>
              <a:buChar char="•"/>
              <a:defRPr/>
            </a:pPr>
            <a:r>
              <a:rPr lang="en-US" sz="1100" dirty="0"/>
              <a:t>We have created the Review documents for all the mappings.</a:t>
            </a:r>
          </a:p>
          <a:p>
            <a:pPr marL="88900" lvl="1" indent="-88900">
              <a:lnSpc>
                <a:spcPct val="115000"/>
              </a:lnSpc>
              <a:spcBef>
                <a:spcPts val="200"/>
              </a:spcBef>
              <a:spcAft>
                <a:spcPts val="200"/>
              </a:spcAft>
              <a:buClr>
                <a:prstClr val="black"/>
              </a:buClr>
              <a:buSzPct val="100000"/>
              <a:buFont typeface="Arial" panose="020B0604020202020204" pitchFamily="34" charset="0"/>
              <a:buChar char="•"/>
              <a:defRPr/>
            </a:pPr>
            <a:r>
              <a:rPr lang="en-US" sz="1100" dirty="0"/>
              <a:t>We had a multiple review sessions with Manas and Jeff, we have implemented the suggestions given by Jeff.</a:t>
            </a:r>
            <a:endParaRPr lang="en-US" altLang="en-US" sz="1100" dirty="0">
              <a:solidFill>
                <a:srgbClr val="000000"/>
              </a:solidFill>
            </a:endParaRPr>
          </a:p>
        </p:txBody>
      </p:sp>
      <p:sp>
        <p:nvSpPr>
          <p:cNvPr id="45" name="Round Same Side Corner Rectangle 44"/>
          <p:cNvSpPr/>
          <p:nvPr/>
        </p:nvSpPr>
        <p:spPr>
          <a:xfrm>
            <a:off x="8432800" y="1989538"/>
            <a:ext cx="3454400" cy="295616"/>
          </a:xfrm>
          <a:prstGeom prst="round2SameRect">
            <a:avLst/>
          </a:prstGeom>
          <a:solidFill>
            <a:srgbClr val="00A0D6"/>
          </a:solidFill>
          <a:ln w="25400" cap="flat" cmpd="sng" algn="ctr">
            <a:noFill/>
            <a:prstDash val="solid"/>
          </a:ln>
          <a:effectLst>
            <a:outerShdw blurRad="50800" dist="38100" dir="2700000" algn="tl" rotWithShape="0">
              <a:prstClr val="black">
                <a:alpha val="40000"/>
              </a:prst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lang="en-US" sz="1200" b="1" kern="0" dirty="0">
                <a:solidFill>
                  <a:prstClr val="white"/>
                </a:solidFill>
              </a:rPr>
              <a:t>N</a:t>
            </a:r>
            <a:r>
              <a:rPr kumimoji="0" lang="en-US" sz="1200" b="1" i="0" u="none" strike="noStrike" kern="0" cap="none" spc="0" normalizeH="0" baseline="0" noProof="0" dirty="0">
                <a:ln>
                  <a:noFill/>
                </a:ln>
                <a:solidFill>
                  <a:prstClr val="white"/>
                </a:solidFill>
                <a:effectLst/>
                <a:uLnTx/>
                <a:uFillTx/>
                <a:ea typeface="+mn-ea"/>
                <a:cs typeface="+mn-cs"/>
              </a:rPr>
              <a:t>-Tier </a:t>
            </a:r>
          </a:p>
        </p:txBody>
      </p:sp>
      <p:sp>
        <p:nvSpPr>
          <p:cNvPr id="46" name="TextBox 45"/>
          <p:cNvSpPr txBox="1"/>
          <p:nvPr/>
        </p:nvSpPr>
        <p:spPr>
          <a:xfrm>
            <a:off x="8413136" y="2427947"/>
            <a:ext cx="3454400" cy="3074175"/>
          </a:xfrm>
          <a:prstGeom prst="rect">
            <a:avLst/>
          </a:prstGeom>
          <a:noFill/>
        </p:spPr>
        <p:txBody>
          <a:bodyPr wrap="square" rtlCol="0">
            <a:spAutoFit/>
          </a:bodyPr>
          <a:lstStyle>
            <a:defPPr>
              <a:defRPr lang="en-US"/>
            </a:defPPr>
            <a:lvl1pPr marL="171450" indent="-171450">
              <a:lnSpc>
                <a:spcPts val="1000"/>
              </a:lnSpc>
              <a:buFont typeface="Arial" panose="020B0604020202020204" pitchFamily="34" charset="0"/>
              <a:buChar char="•"/>
              <a:defRPr sz="1000">
                <a:latin typeface="Candara" panose="020E0502030303020204" pitchFamily="34" charset="0"/>
              </a:defRPr>
            </a:lvl1pPr>
          </a:lstStyle>
          <a:p>
            <a:pPr marL="88900" lvl="1" indent="-88900">
              <a:lnSpc>
                <a:spcPct val="115000"/>
              </a:lnSpc>
              <a:spcBef>
                <a:spcPts val="200"/>
              </a:spcBef>
              <a:spcAft>
                <a:spcPts val="200"/>
              </a:spcAft>
              <a:buClr>
                <a:prstClr val="black"/>
              </a:buClr>
              <a:buSzPct val="100000"/>
              <a:buFont typeface="Arial" panose="020B0604020202020204" pitchFamily="34" charset="0"/>
              <a:buChar char="•"/>
              <a:defRPr/>
            </a:pPr>
            <a:r>
              <a:rPr lang="en-US" sz="1100" dirty="0"/>
              <a:t>We have created the n-tier objects for all the categories. </a:t>
            </a:r>
            <a:r>
              <a:rPr lang="en-US" sz="1100" dirty="0" smtClean="0"/>
              <a:t>Development has completed and we have migrated the code to SIT and SIT testing completed.</a:t>
            </a:r>
            <a:endParaRPr lang="en-US" sz="1100" dirty="0"/>
          </a:p>
          <a:p>
            <a:pPr marL="88900" lvl="1" indent="-88900">
              <a:lnSpc>
                <a:spcPct val="115000"/>
              </a:lnSpc>
              <a:spcBef>
                <a:spcPts val="200"/>
              </a:spcBef>
              <a:spcAft>
                <a:spcPts val="200"/>
              </a:spcAft>
              <a:buClr>
                <a:prstClr val="black"/>
              </a:buClr>
              <a:buSzPct val="100000"/>
              <a:buFont typeface="Arial" panose="020B0604020202020204" pitchFamily="34" charset="0"/>
              <a:buChar char="•"/>
              <a:defRPr/>
            </a:pPr>
            <a:r>
              <a:rPr lang="en-US" sz="1100" dirty="0"/>
              <a:t>We have started testing the objects for all the categories, which we had multiple review sessions with Ben.</a:t>
            </a:r>
          </a:p>
          <a:p>
            <a:pPr marL="88900" lvl="1" indent="-88900">
              <a:lnSpc>
                <a:spcPct val="115000"/>
              </a:lnSpc>
              <a:spcBef>
                <a:spcPts val="200"/>
              </a:spcBef>
              <a:spcAft>
                <a:spcPts val="200"/>
              </a:spcAft>
              <a:buClr>
                <a:prstClr val="black"/>
              </a:buClr>
              <a:buSzPct val="100000"/>
              <a:buFont typeface="Arial" panose="020B0604020202020204" pitchFamily="34" charset="0"/>
              <a:buChar char="•"/>
              <a:defRPr/>
            </a:pPr>
            <a:r>
              <a:rPr lang="en-US" sz="1100" dirty="0"/>
              <a:t>The suggestions which were provided by Ben and team we are implementing for all the categories.</a:t>
            </a:r>
          </a:p>
          <a:p>
            <a:pPr marL="88900" lvl="1" indent="-88900">
              <a:lnSpc>
                <a:spcPct val="115000"/>
              </a:lnSpc>
              <a:spcBef>
                <a:spcPts val="200"/>
              </a:spcBef>
              <a:spcAft>
                <a:spcPts val="200"/>
              </a:spcAft>
              <a:buClr>
                <a:prstClr val="black"/>
              </a:buClr>
              <a:buSzPct val="100000"/>
              <a:buFont typeface="Arial" panose="020B0604020202020204" pitchFamily="34" charset="0"/>
              <a:buChar char="•"/>
              <a:defRPr/>
            </a:pPr>
            <a:r>
              <a:rPr lang="en-US" sz="1100" dirty="0" smtClean="0"/>
              <a:t>We completed SIT successfully</a:t>
            </a:r>
          </a:p>
          <a:p>
            <a:pPr marL="88900" lvl="1" indent="-88900">
              <a:lnSpc>
                <a:spcPct val="115000"/>
              </a:lnSpc>
              <a:spcBef>
                <a:spcPts val="200"/>
              </a:spcBef>
              <a:spcAft>
                <a:spcPts val="200"/>
              </a:spcAft>
              <a:buClr>
                <a:prstClr val="black"/>
              </a:buClr>
              <a:buSzPct val="100000"/>
              <a:buFont typeface="Arial" panose="020B0604020202020204" pitchFamily="34" charset="0"/>
              <a:buChar char="•"/>
              <a:defRPr/>
            </a:pPr>
            <a:r>
              <a:rPr lang="en-US" sz="1100" dirty="0"/>
              <a:t>Currently </a:t>
            </a:r>
            <a:r>
              <a:rPr lang="en-US" sz="1100" dirty="0" smtClean="0"/>
              <a:t>UAT is in-progress.</a:t>
            </a:r>
            <a:endParaRPr lang="en-US" sz="1100" dirty="0"/>
          </a:p>
          <a:p>
            <a:pPr marL="88900" lvl="1" indent="-88900">
              <a:lnSpc>
                <a:spcPct val="115000"/>
              </a:lnSpc>
              <a:spcBef>
                <a:spcPts val="200"/>
              </a:spcBef>
              <a:spcAft>
                <a:spcPts val="200"/>
              </a:spcAft>
              <a:buClr>
                <a:prstClr val="black"/>
              </a:buClr>
              <a:buSzPct val="100000"/>
              <a:buFont typeface="Arial" panose="020B0604020202020204" pitchFamily="34" charset="0"/>
              <a:buChar char="•"/>
              <a:defRPr/>
            </a:pPr>
            <a:r>
              <a:rPr lang="en-US" sz="1100" dirty="0"/>
              <a:t>We have started capturing the results and preparing artifacts for the test cases.</a:t>
            </a:r>
            <a:endParaRPr lang="en-US" altLang="en-US" sz="1100" dirty="0"/>
          </a:p>
        </p:txBody>
      </p:sp>
      <p:sp>
        <p:nvSpPr>
          <p:cNvPr id="49" name="TextBox 48"/>
          <p:cNvSpPr txBox="1"/>
          <p:nvPr/>
        </p:nvSpPr>
        <p:spPr>
          <a:xfrm>
            <a:off x="267377" y="1344922"/>
            <a:ext cx="11834171" cy="600164"/>
          </a:xfrm>
          <a:prstGeom prst="rect">
            <a:avLst/>
          </a:prstGeom>
          <a:noFill/>
        </p:spPr>
        <p:txBody>
          <a:bodyPr wrap="square" rtlCol="0">
            <a:spAutoFit/>
          </a:bodyPr>
          <a:lstStyle>
            <a:defPPr>
              <a:defRPr lang="en-US"/>
            </a:defPPr>
            <a:lvl1pPr marL="171450" indent="-171450">
              <a:lnSpc>
                <a:spcPts val="1000"/>
              </a:lnSpc>
              <a:buFont typeface="Arial" panose="020B0604020202020204" pitchFamily="34" charset="0"/>
              <a:buChar char="•"/>
              <a:defRPr sz="1000">
                <a:latin typeface="Candara" panose="020E0502030303020204" pitchFamily="34" charset="0"/>
              </a:defRPr>
            </a:lvl1pPr>
          </a:lstStyle>
          <a:p>
            <a:pPr marL="0" indent="0">
              <a:lnSpc>
                <a:spcPct val="100000"/>
              </a:lnSpc>
              <a:spcBef>
                <a:spcPts val="360"/>
              </a:spcBef>
              <a:spcAft>
                <a:spcPct val="30000"/>
              </a:spcAft>
              <a:buClr>
                <a:srgbClr val="A11133"/>
              </a:buClr>
              <a:buNone/>
              <a:defRPr/>
            </a:pPr>
            <a:r>
              <a:rPr lang="en-US" sz="1100" dirty="0">
                <a:latin typeface="+mn-lt"/>
              </a:rPr>
              <a:t>As the current system of Actimize going to expire, the key goal of the project is to provide data required for the SAS AML platform and to enhance and improve the Branch’s (BTMU-NY) BSA/AML Compliance Program.</a:t>
            </a:r>
            <a:r>
              <a:rPr lang="en-US" sz="1100" i="1" dirty="0">
                <a:latin typeface="+mn-lt"/>
              </a:rPr>
              <a:t>  </a:t>
            </a:r>
            <a:r>
              <a:rPr lang="en-US" sz="1100" dirty="0">
                <a:latin typeface="+mn-lt"/>
              </a:rPr>
              <a:t>AML Cleanslate was started in Dec 2017, the project was divided into 2 sub projects (Data track and Platform track</a:t>
            </a:r>
            <a:r>
              <a:rPr lang="en-US" sz="1100" dirty="0" smtClean="0">
                <a:latin typeface="+mn-lt"/>
              </a:rPr>
              <a:t>).</a:t>
            </a:r>
            <a:endParaRPr lang="en-US" altLang="en-US" sz="1100" dirty="0">
              <a:solidFill>
                <a:srgbClr val="3F3F3F"/>
              </a:solidFill>
              <a:latin typeface="+mn-lt"/>
              <a:cs typeface="Arial" panose="020B0604020202020204" pitchFamily="34" charset="0"/>
            </a:endParaRPr>
          </a:p>
        </p:txBody>
      </p:sp>
      <p:sp>
        <p:nvSpPr>
          <p:cNvPr id="15" name="Round Same Side Corner Rectangle 14"/>
          <p:cNvSpPr/>
          <p:nvPr/>
        </p:nvSpPr>
        <p:spPr>
          <a:xfrm>
            <a:off x="203201" y="5715000"/>
            <a:ext cx="4679161" cy="201922"/>
          </a:xfrm>
          <a:prstGeom prst="round2SameRect">
            <a:avLst/>
          </a:prstGeom>
          <a:solidFill>
            <a:srgbClr val="00A1E4"/>
          </a:solidFill>
          <a:ln w="25400" cap="flat" cmpd="sng" algn="ctr">
            <a:noFill/>
            <a:prstDash val="solid"/>
          </a:ln>
          <a:effectLst>
            <a:outerShdw blurRad="50800" dist="38100" dir="2700000" algn="tl" rotWithShape="0">
              <a:prstClr val="black">
                <a:alpha val="40000"/>
              </a:prst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smtClean="0">
                <a:ln>
                  <a:noFill/>
                </a:ln>
                <a:solidFill>
                  <a:prstClr val="white"/>
                </a:solidFill>
                <a:effectLst/>
                <a:uLnTx/>
                <a:uFillTx/>
                <a:ea typeface="+mn-ea"/>
                <a:cs typeface="+mn-cs"/>
              </a:rPr>
              <a:t>Technologies</a:t>
            </a:r>
            <a:endParaRPr kumimoji="0" lang="en-US" sz="1200" b="1" i="0" u="none" strike="noStrike" kern="0" cap="none" spc="0" normalizeH="0" baseline="0" noProof="0" dirty="0">
              <a:ln>
                <a:noFill/>
              </a:ln>
              <a:solidFill>
                <a:prstClr val="white"/>
              </a:solidFill>
              <a:effectLst/>
              <a:uLnTx/>
              <a:uFillTx/>
              <a:ea typeface="+mn-ea"/>
              <a:cs typeface="+mn-cs"/>
            </a:endParaRPr>
          </a:p>
        </p:txBody>
      </p:sp>
      <p:sp>
        <p:nvSpPr>
          <p:cNvPr id="16" name="TextBox 15"/>
          <p:cNvSpPr txBox="1"/>
          <p:nvPr/>
        </p:nvSpPr>
        <p:spPr>
          <a:xfrm>
            <a:off x="291997" y="5916922"/>
            <a:ext cx="11834171" cy="261610"/>
          </a:xfrm>
          <a:prstGeom prst="rect">
            <a:avLst/>
          </a:prstGeom>
          <a:noFill/>
        </p:spPr>
        <p:txBody>
          <a:bodyPr wrap="square" rtlCol="0">
            <a:spAutoFit/>
          </a:bodyPr>
          <a:lstStyle>
            <a:defPPr>
              <a:defRPr lang="en-US"/>
            </a:defPPr>
            <a:lvl1pPr marL="171450" indent="-171450">
              <a:lnSpc>
                <a:spcPts val="1000"/>
              </a:lnSpc>
              <a:buFont typeface="Arial" panose="020B0604020202020204" pitchFamily="34" charset="0"/>
              <a:buChar char="•"/>
              <a:defRPr sz="1000">
                <a:latin typeface="Candara" panose="020E0502030303020204" pitchFamily="34" charset="0"/>
              </a:defRPr>
            </a:lvl1pPr>
          </a:lstStyle>
          <a:p>
            <a:pPr marL="0" indent="0">
              <a:lnSpc>
                <a:spcPct val="100000"/>
              </a:lnSpc>
              <a:spcBef>
                <a:spcPts val="360"/>
              </a:spcBef>
              <a:spcAft>
                <a:spcPct val="30000"/>
              </a:spcAft>
              <a:buClr>
                <a:srgbClr val="A11133"/>
              </a:buClr>
              <a:buNone/>
              <a:defRPr/>
            </a:pPr>
            <a:r>
              <a:rPr lang="en-US" altLang="en-US" sz="1100" dirty="0" smtClean="0">
                <a:solidFill>
                  <a:srgbClr val="3F3F3F"/>
                </a:solidFill>
                <a:latin typeface="+mn-lt"/>
                <a:cs typeface="Arial" panose="020B0604020202020204" pitchFamily="34" charset="0"/>
              </a:rPr>
              <a:t>Informatica Power center, IDQ, N-tier, DB2, Tidal, </a:t>
            </a:r>
            <a:r>
              <a:rPr lang="en-US" altLang="en-US" sz="1100" dirty="0" err="1" smtClean="0">
                <a:solidFill>
                  <a:srgbClr val="3F3F3F"/>
                </a:solidFill>
                <a:latin typeface="+mn-lt"/>
                <a:cs typeface="Arial" panose="020B0604020202020204" pitchFamily="34" charset="0"/>
              </a:rPr>
              <a:t>Autosys</a:t>
            </a:r>
            <a:endParaRPr lang="en-US" altLang="en-US" sz="1100" dirty="0">
              <a:solidFill>
                <a:srgbClr val="3F3F3F"/>
              </a:solidFill>
              <a:latin typeface="+mn-lt"/>
              <a:cs typeface="Arial" panose="020B0604020202020204" pitchFamily="34" charset="0"/>
            </a:endParaRPr>
          </a:p>
        </p:txBody>
      </p:sp>
      <p:sp>
        <p:nvSpPr>
          <p:cNvPr id="29" name="Title 3"/>
          <p:cNvSpPr txBox="1">
            <a:spLocks/>
          </p:cNvSpPr>
          <p:nvPr/>
        </p:nvSpPr>
        <p:spPr>
          <a:xfrm>
            <a:off x="304800" y="228600"/>
            <a:ext cx="11125200" cy="457200"/>
          </a:xfrm>
          <a:prstGeom prst="rect">
            <a:avLst/>
          </a:prstGeom>
        </p:spPr>
        <p:txBody>
          <a:bodyPr anchor="t"/>
          <a:lstStyle>
            <a:lvl1pPr algn="l" rtl="0" fontAlgn="base">
              <a:lnSpc>
                <a:spcPct val="90000"/>
              </a:lnSpc>
              <a:spcBef>
                <a:spcPct val="0"/>
              </a:spcBef>
              <a:spcAft>
                <a:spcPct val="0"/>
              </a:spcAft>
              <a:defRPr lang="en-US" sz="3000" kern="1200">
                <a:solidFill>
                  <a:schemeClr val="accent1"/>
                </a:solidFill>
                <a:latin typeface="+mj-lt"/>
                <a:ea typeface="+mj-ea"/>
                <a:cs typeface="+mj-cs"/>
              </a:defRPr>
            </a:lvl1pPr>
            <a:lvl2pPr algn="l" rtl="0" fontAlgn="base">
              <a:lnSpc>
                <a:spcPct val="90000"/>
              </a:lnSpc>
              <a:spcBef>
                <a:spcPct val="0"/>
              </a:spcBef>
              <a:spcAft>
                <a:spcPct val="0"/>
              </a:spcAft>
              <a:defRPr sz="3000">
                <a:solidFill>
                  <a:schemeClr val="accent1"/>
                </a:solidFill>
                <a:latin typeface="Verdana" pitchFamily="34" charset="0"/>
              </a:defRPr>
            </a:lvl2pPr>
            <a:lvl3pPr algn="l" rtl="0" fontAlgn="base">
              <a:lnSpc>
                <a:spcPct val="90000"/>
              </a:lnSpc>
              <a:spcBef>
                <a:spcPct val="0"/>
              </a:spcBef>
              <a:spcAft>
                <a:spcPct val="0"/>
              </a:spcAft>
              <a:defRPr sz="3000">
                <a:solidFill>
                  <a:schemeClr val="accent1"/>
                </a:solidFill>
                <a:latin typeface="Verdana" pitchFamily="34" charset="0"/>
              </a:defRPr>
            </a:lvl3pPr>
            <a:lvl4pPr algn="l" rtl="0" fontAlgn="base">
              <a:lnSpc>
                <a:spcPct val="90000"/>
              </a:lnSpc>
              <a:spcBef>
                <a:spcPct val="0"/>
              </a:spcBef>
              <a:spcAft>
                <a:spcPct val="0"/>
              </a:spcAft>
              <a:defRPr sz="3000">
                <a:solidFill>
                  <a:schemeClr val="accent1"/>
                </a:solidFill>
                <a:latin typeface="Verdana" pitchFamily="34" charset="0"/>
              </a:defRPr>
            </a:lvl4pPr>
            <a:lvl5pPr algn="l" rtl="0" fontAlgn="base">
              <a:lnSpc>
                <a:spcPct val="90000"/>
              </a:lnSpc>
              <a:spcBef>
                <a:spcPct val="0"/>
              </a:spcBef>
              <a:spcAft>
                <a:spcPct val="0"/>
              </a:spcAft>
              <a:defRPr sz="3000">
                <a:solidFill>
                  <a:schemeClr val="accent1"/>
                </a:solidFill>
                <a:latin typeface="Verdana" pitchFamily="34" charset="0"/>
              </a:defRPr>
            </a:lvl5pPr>
            <a:lvl6pPr marL="457200" algn="l" rtl="0" fontAlgn="base">
              <a:lnSpc>
                <a:spcPct val="90000"/>
              </a:lnSpc>
              <a:spcBef>
                <a:spcPct val="0"/>
              </a:spcBef>
              <a:spcAft>
                <a:spcPct val="0"/>
              </a:spcAft>
              <a:defRPr sz="3000">
                <a:solidFill>
                  <a:schemeClr val="accent1"/>
                </a:solidFill>
                <a:latin typeface="Verdana" pitchFamily="34" charset="0"/>
              </a:defRPr>
            </a:lvl6pPr>
            <a:lvl7pPr marL="914400" algn="l" rtl="0" fontAlgn="base">
              <a:lnSpc>
                <a:spcPct val="90000"/>
              </a:lnSpc>
              <a:spcBef>
                <a:spcPct val="0"/>
              </a:spcBef>
              <a:spcAft>
                <a:spcPct val="0"/>
              </a:spcAft>
              <a:defRPr sz="3000">
                <a:solidFill>
                  <a:schemeClr val="accent1"/>
                </a:solidFill>
                <a:latin typeface="Verdana" pitchFamily="34" charset="0"/>
              </a:defRPr>
            </a:lvl7pPr>
            <a:lvl8pPr marL="1371600" algn="l" rtl="0" fontAlgn="base">
              <a:lnSpc>
                <a:spcPct val="90000"/>
              </a:lnSpc>
              <a:spcBef>
                <a:spcPct val="0"/>
              </a:spcBef>
              <a:spcAft>
                <a:spcPct val="0"/>
              </a:spcAft>
              <a:defRPr sz="3000">
                <a:solidFill>
                  <a:schemeClr val="accent1"/>
                </a:solidFill>
                <a:latin typeface="Verdana" pitchFamily="34" charset="0"/>
              </a:defRPr>
            </a:lvl8pPr>
            <a:lvl9pPr marL="1828800" algn="l" rtl="0" fontAlgn="base">
              <a:lnSpc>
                <a:spcPct val="90000"/>
              </a:lnSpc>
              <a:spcBef>
                <a:spcPct val="0"/>
              </a:spcBef>
              <a:spcAft>
                <a:spcPct val="0"/>
              </a:spcAft>
              <a:defRPr sz="3000">
                <a:solidFill>
                  <a:schemeClr val="accent1"/>
                </a:solidFill>
                <a:latin typeface="Verdana" pitchFamily="34" charset="0"/>
              </a:defRPr>
            </a:lvl9pPr>
          </a:lstStyle>
          <a:p>
            <a:pPr algn="ctr">
              <a:lnSpc>
                <a:spcPct val="100000"/>
              </a:lnSpc>
            </a:pPr>
            <a:r>
              <a:rPr lang="en-US" altLang="en-US" dirty="0" smtClean="0"/>
              <a:t>AML Cleanslate Project</a:t>
            </a:r>
            <a:endParaRPr lang="en-US" altLang="en-US" dirty="0"/>
          </a:p>
        </p:txBody>
      </p:sp>
    </p:spTree>
    <p:extLst>
      <p:ext uri="{BB962C8B-B14F-4D97-AF65-F5344CB8AC3E}">
        <p14:creationId xmlns:p14="http://schemas.microsoft.com/office/powerpoint/2010/main" val="234444541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2" descr="image0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01200" y="51954"/>
            <a:ext cx="1806151" cy="557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itle 3"/>
          <p:cNvSpPr>
            <a:spLocks noGrp="1"/>
          </p:cNvSpPr>
          <p:nvPr>
            <p:ph type="title"/>
          </p:nvPr>
        </p:nvSpPr>
        <p:spPr>
          <a:xfrm>
            <a:off x="457200" y="304800"/>
            <a:ext cx="11125200" cy="457200"/>
          </a:xfrm>
        </p:spPr>
        <p:txBody>
          <a:bodyPr anchor="t"/>
          <a:lstStyle/>
          <a:p>
            <a:pPr algn="ctr">
              <a:lnSpc>
                <a:spcPct val="100000"/>
              </a:lnSpc>
            </a:pPr>
            <a:r>
              <a:rPr lang="en-US" altLang="en-US" dirty="0" smtClean="0"/>
              <a:t>AML Project Architecture</a:t>
            </a:r>
            <a:endParaRPr lang="en-GB" altLang="en-US" dirty="0"/>
          </a:p>
        </p:txBody>
      </p:sp>
      <p:pic>
        <p:nvPicPr>
          <p:cNvPr id="4" name="Picture 39" descr="image001">
            <a:extLst>
              <a:ext uri="{FF2B5EF4-FFF2-40B4-BE49-F238E27FC236}">
                <a16:creationId xmlns="" xmlns:a16="http://schemas.microsoft.com/office/drawing/2014/main" id="{7CA47E1E-AF8C-4850-A889-B3244546E8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1066800"/>
            <a:ext cx="8931720" cy="509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6196284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2" descr="image0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01200" y="51954"/>
            <a:ext cx="1806151" cy="557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itle 3"/>
          <p:cNvSpPr>
            <a:spLocks noGrp="1"/>
          </p:cNvSpPr>
          <p:nvPr>
            <p:ph type="title"/>
          </p:nvPr>
        </p:nvSpPr>
        <p:spPr>
          <a:xfrm>
            <a:off x="457200" y="304800"/>
            <a:ext cx="11125200" cy="457200"/>
          </a:xfrm>
        </p:spPr>
        <p:txBody>
          <a:bodyPr anchor="t"/>
          <a:lstStyle/>
          <a:p>
            <a:pPr algn="ctr">
              <a:lnSpc>
                <a:spcPct val="100000"/>
              </a:lnSpc>
            </a:pPr>
            <a:r>
              <a:rPr lang="en-US" altLang="en-US" dirty="0" smtClean="0"/>
              <a:t>AML Data Flow Diagram</a:t>
            </a:r>
            <a:endParaRPr lang="en-GB" altLang="en-US" dirty="0"/>
          </a:p>
        </p:txBody>
      </p:sp>
      <p:pic>
        <p:nvPicPr>
          <p:cNvPr id="5" name="Picture 41" descr="image002">
            <a:extLst>
              <a:ext uri="{FF2B5EF4-FFF2-40B4-BE49-F238E27FC236}">
                <a16:creationId xmlns="" xmlns:a16="http://schemas.microsoft.com/office/drawing/2014/main" id="{A6CA4890-203F-40C5-9151-0CCAC00698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1" y="1295400"/>
            <a:ext cx="9513674"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3197081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2" descr="image0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01200" y="51954"/>
            <a:ext cx="1806151" cy="557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itle 3"/>
          <p:cNvSpPr>
            <a:spLocks noGrp="1"/>
          </p:cNvSpPr>
          <p:nvPr>
            <p:ph type="title"/>
          </p:nvPr>
        </p:nvSpPr>
        <p:spPr>
          <a:xfrm>
            <a:off x="-457200" y="330776"/>
            <a:ext cx="10744200" cy="431223"/>
          </a:xfrm>
        </p:spPr>
        <p:txBody>
          <a:bodyPr anchor="t"/>
          <a:lstStyle/>
          <a:p>
            <a:pPr algn="ctr">
              <a:lnSpc>
                <a:spcPct val="100000"/>
              </a:lnSpc>
            </a:pPr>
            <a:r>
              <a:rPr lang="en-US" altLang="en-US" dirty="0" smtClean="0"/>
              <a:t>Different Source Systems &amp; Transactions</a:t>
            </a:r>
            <a:endParaRPr lang="en-GB" altLang="en-US" dirty="0"/>
          </a:p>
        </p:txBody>
      </p:sp>
      <p:graphicFrame>
        <p:nvGraphicFramePr>
          <p:cNvPr id="6" name="Table 5">
            <a:extLst>
              <a:ext uri="{FF2B5EF4-FFF2-40B4-BE49-F238E27FC236}">
                <a16:creationId xmlns="" xmlns:a16="http://schemas.microsoft.com/office/drawing/2014/main" id="{89FEE9B6-968E-49E4-B927-F998DD97BC34}"/>
              </a:ext>
            </a:extLst>
          </p:cNvPr>
          <p:cNvGraphicFramePr>
            <a:graphicFrameLocks noGrp="1"/>
          </p:cNvGraphicFramePr>
          <p:nvPr>
            <p:extLst>
              <p:ext uri="{D42A27DB-BD31-4B8C-83A1-F6EECF244321}">
                <p14:modId xmlns:p14="http://schemas.microsoft.com/office/powerpoint/2010/main" val="3628818229"/>
              </p:ext>
            </p:extLst>
          </p:nvPr>
        </p:nvGraphicFramePr>
        <p:xfrm>
          <a:off x="761999" y="1524000"/>
          <a:ext cx="8763001" cy="4419601"/>
        </p:xfrm>
        <a:graphic>
          <a:graphicData uri="http://schemas.openxmlformats.org/drawingml/2006/table">
            <a:tbl>
              <a:tblPr firstRow="1" firstCol="1" bandRow="1">
                <a:tableStyleId>{5C22544A-7EE6-4342-B048-85BDC9FD1C3A}</a:tableStyleId>
              </a:tblPr>
              <a:tblGrid>
                <a:gridCol w="3530932">
                  <a:extLst>
                    <a:ext uri="{9D8B030D-6E8A-4147-A177-3AD203B41FA5}">
                      <a16:colId xmlns="" xmlns:a16="http://schemas.microsoft.com/office/drawing/2014/main" val="3141658183"/>
                    </a:ext>
                  </a:extLst>
                </a:gridCol>
                <a:gridCol w="2916235">
                  <a:extLst>
                    <a:ext uri="{9D8B030D-6E8A-4147-A177-3AD203B41FA5}">
                      <a16:colId xmlns="" xmlns:a16="http://schemas.microsoft.com/office/drawing/2014/main" val="261226401"/>
                    </a:ext>
                  </a:extLst>
                </a:gridCol>
                <a:gridCol w="2315834">
                  <a:extLst>
                    <a:ext uri="{9D8B030D-6E8A-4147-A177-3AD203B41FA5}">
                      <a16:colId xmlns="" xmlns:a16="http://schemas.microsoft.com/office/drawing/2014/main" val="1955803249"/>
                    </a:ext>
                  </a:extLst>
                </a:gridCol>
              </a:tblGrid>
              <a:tr h="441851">
                <a:tc>
                  <a:txBody>
                    <a:bodyPr/>
                    <a:lstStyle/>
                    <a:p>
                      <a:pPr marL="0" marR="0">
                        <a:lnSpc>
                          <a:spcPct val="115000"/>
                        </a:lnSpc>
                        <a:spcBef>
                          <a:spcPts val="0"/>
                        </a:spcBef>
                        <a:spcAft>
                          <a:spcPts val="1000"/>
                        </a:spcAft>
                      </a:pPr>
                      <a:r>
                        <a:rPr lang="en-US" sz="1200" dirty="0">
                          <a:effectLst/>
                        </a:rPr>
                        <a:t>Product Types</a:t>
                      </a:r>
                      <a:endParaRPr lang="en-US" sz="1100" dirty="0">
                        <a:effectLst/>
                        <a:latin typeface="Calibri" panose="020F0502020204030204" pitchFamily="34" charset="0"/>
                        <a:ea typeface="Calibri" panose="020F0502020204030204" pitchFamily="34" charset="0"/>
                      </a:endParaRPr>
                    </a:p>
                  </a:txBody>
                  <a:tcPr marL="68580" marR="68580" marT="0" marB="0" anchor="ctr">
                    <a:solidFill>
                      <a:schemeClr val="tx1">
                        <a:lumMod val="50000"/>
                        <a:lumOff val="50000"/>
                      </a:schemeClr>
                    </a:solidFill>
                  </a:tcPr>
                </a:tc>
                <a:tc>
                  <a:txBody>
                    <a:bodyPr/>
                    <a:lstStyle/>
                    <a:p>
                      <a:pPr marL="0" marR="0">
                        <a:lnSpc>
                          <a:spcPct val="115000"/>
                        </a:lnSpc>
                        <a:spcBef>
                          <a:spcPts val="0"/>
                        </a:spcBef>
                        <a:spcAft>
                          <a:spcPts val="1000"/>
                        </a:spcAft>
                      </a:pPr>
                      <a:r>
                        <a:rPr lang="en-US" sz="1200" dirty="0">
                          <a:effectLst/>
                        </a:rPr>
                        <a:t>Entity Type</a:t>
                      </a:r>
                      <a:endParaRPr lang="en-US" sz="1100" dirty="0">
                        <a:effectLst/>
                        <a:latin typeface="Calibri" panose="020F0502020204030204" pitchFamily="34" charset="0"/>
                        <a:ea typeface="Calibri" panose="020F0502020204030204" pitchFamily="34" charset="0"/>
                      </a:endParaRPr>
                    </a:p>
                  </a:txBody>
                  <a:tcPr marL="68580" marR="68580" marT="0" marB="0" anchor="ctr">
                    <a:solidFill>
                      <a:schemeClr val="tx1">
                        <a:lumMod val="50000"/>
                        <a:lumOff val="50000"/>
                      </a:schemeClr>
                    </a:solidFill>
                  </a:tcPr>
                </a:tc>
                <a:tc>
                  <a:txBody>
                    <a:bodyPr/>
                    <a:lstStyle/>
                    <a:p>
                      <a:pPr marL="0" marR="0">
                        <a:lnSpc>
                          <a:spcPct val="115000"/>
                        </a:lnSpc>
                        <a:spcBef>
                          <a:spcPts val="0"/>
                        </a:spcBef>
                        <a:spcAft>
                          <a:spcPts val="1000"/>
                        </a:spcAft>
                      </a:pPr>
                      <a:r>
                        <a:rPr lang="en-US" sz="1200" dirty="0">
                          <a:effectLst/>
                        </a:rPr>
                        <a:t>Source System</a:t>
                      </a:r>
                      <a:endParaRPr lang="en-US" sz="1100" dirty="0">
                        <a:effectLst/>
                        <a:latin typeface="Calibri" panose="020F0502020204030204" pitchFamily="34" charset="0"/>
                        <a:ea typeface="Calibri" panose="020F0502020204030204" pitchFamily="34" charset="0"/>
                      </a:endParaRPr>
                    </a:p>
                  </a:txBody>
                  <a:tcPr marL="68580" marR="68580" marT="0" marB="0" anchor="ctr">
                    <a:solidFill>
                      <a:schemeClr val="tx1">
                        <a:lumMod val="50000"/>
                        <a:lumOff val="50000"/>
                      </a:schemeClr>
                    </a:solidFill>
                  </a:tcPr>
                </a:tc>
                <a:extLst>
                  <a:ext uri="{0D108BD9-81ED-4DB2-BD59-A6C34878D82A}">
                    <a16:rowId xmlns="" xmlns:a16="http://schemas.microsoft.com/office/drawing/2014/main" val="117869558"/>
                  </a:ext>
                </a:extLst>
              </a:tr>
              <a:tr h="441851">
                <a:tc>
                  <a:txBody>
                    <a:bodyPr/>
                    <a:lstStyle/>
                    <a:p>
                      <a:pPr marL="0" marR="0">
                        <a:lnSpc>
                          <a:spcPct val="115000"/>
                        </a:lnSpc>
                        <a:spcBef>
                          <a:spcPts val="0"/>
                        </a:spcBef>
                        <a:spcAft>
                          <a:spcPts val="1000"/>
                        </a:spcAft>
                      </a:pPr>
                      <a:r>
                        <a:rPr lang="en-US" sz="1100" dirty="0">
                          <a:effectLst/>
                        </a:rPr>
                        <a:t>Deposits, Loan Deals</a:t>
                      </a:r>
                      <a:endParaRPr lang="en-US" sz="1100" dirty="0">
                        <a:effectLst/>
                        <a:latin typeface="Calibri" panose="020F0502020204030204" pitchFamily="34" charset="0"/>
                        <a:ea typeface="Calibri" panose="020F0502020204030204" pitchFamily="34" charset="0"/>
                      </a:endParaRPr>
                    </a:p>
                  </a:txBody>
                  <a:tcPr marL="68580" marR="68580" marT="0" marB="0" anchor="ctr">
                    <a:solidFill>
                      <a:schemeClr val="accent2"/>
                    </a:solidFill>
                  </a:tcPr>
                </a:tc>
                <a:tc>
                  <a:txBody>
                    <a:bodyPr/>
                    <a:lstStyle/>
                    <a:p>
                      <a:pPr marL="0" marR="0">
                        <a:lnSpc>
                          <a:spcPct val="115000"/>
                        </a:lnSpc>
                        <a:spcBef>
                          <a:spcPts val="0"/>
                        </a:spcBef>
                        <a:spcAft>
                          <a:spcPts val="1000"/>
                        </a:spcAft>
                      </a:pPr>
                      <a:r>
                        <a:rPr lang="en-US" sz="1100" dirty="0">
                          <a:effectLst/>
                        </a:rPr>
                        <a:t>Account</a:t>
                      </a:r>
                      <a:endParaRPr lang="en-US" sz="1100" dirty="0">
                        <a:effectLst/>
                        <a:latin typeface="Calibri" panose="020F0502020204030204" pitchFamily="34" charset="0"/>
                        <a:ea typeface="Calibri" panose="020F0502020204030204" pitchFamily="34" charset="0"/>
                      </a:endParaRPr>
                    </a:p>
                  </a:txBody>
                  <a:tcPr marL="68580" marR="68580" marT="0" marB="0" anchor="ctr">
                    <a:solidFill>
                      <a:schemeClr val="bg1"/>
                    </a:solidFill>
                  </a:tcPr>
                </a:tc>
                <a:tc>
                  <a:txBody>
                    <a:bodyPr/>
                    <a:lstStyle/>
                    <a:p>
                      <a:pPr marL="0" marR="0">
                        <a:lnSpc>
                          <a:spcPct val="115000"/>
                        </a:lnSpc>
                        <a:spcBef>
                          <a:spcPts val="0"/>
                        </a:spcBef>
                        <a:spcAft>
                          <a:spcPts val="1000"/>
                        </a:spcAft>
                      </a:pPr>
                      <a:r>
                        <a:rPr lang="en-US" sz="1100" dirty="0">
                          <a:effectLst/>
                        </a:rPr>
                        <a:t>OVS (Overseas)</a:t>
                      </a:r>
                      <a:endParaRPr lang="en-US" sz="1100" dirty="0">
                        <a:effectLst/>
                        <a:latin typeface="Calibri" panose="020F0502020204030204" pitchFamily="34" charset="0"/>
                        <a:ea typeface="Calibri" panose="020F0502020204030204" pitchFamily="34" charset="0"/>
                      </a:endParaRPr>
                    </a:p>
                  </a:txBody>
                  <a:tcPr marL="68580" marR="68580" marT="0" marB="0" anchor="ctr">
                    <a:solidFill>
                      <a:schemeClr val="bg1"/>
                    </a:solidFill>
                  </a:tcPr>
                </a:tc>
                <a:extLst>
                  <a:ext uri="{0D108BD9-81ED-4DB2-BD59-A6C34878D82A}">
                    <a16:rowId xmlns="" xmlns:a16="http://schemas.microsoft.com/office/drawing/2014/main" val="2993587833"/>
                  </a:ext>
                </a:extLst>
              </a:tr>
              <a:tr h="441851">
                <a:tc>
                  <a:txBody>
                    <a:bodyPr/>
                    <a:lstStyle/>
                    <a:p>
                      <a:pPr marL="0" marR="0">
                        <a:lnSpc>
                          <a:spcPct val="115000"/>
                        </a:lnSpc>
                        <a:spcBef>
                          <a:spcPts val="0"/>
                        </a:spcBef>
                        <a:spcAft>
                          <a:spcPts val="1000"/>
                        </a:spcAft>
                      </a:pPr>
                      <a:r>
                        <a:rPr lang="en-US" sz="1100" dirty="0">
                          <a:effectLst/>
                        </a:rPr>
                        <a:t>Deposits ,Loans</a:t>
                      </a:r>
                      <a:endParaRPr lang="en-US" sz="1100" dirty="0">
                        <a:effectLst/>
                        <a:latin typeface="Calibri" panose="020F0502020204030204" pitchFamily="34" charset="0"/>
                        <a:ea typeface="Calibri" panose="020F0502020204030204" pitchFamily="34" charset="0"/>
                      </a:endParaRPr>
                    </a:p>
                  </a:txBody>
                  <a:tcPr marL="68580" marR="68580" marT="0" marB="0" anchor="ctr">
                    <a:solidFill>
                      <a:schemeClr val="accent2"/>
                    </a:solidFill>
                  </a:tcPr>
                </a:tc>
                <a:tc>
                  <a:txBody>
                    <a:bodyPr/>
                    <a:lstStyle/>
                    <a:p>
                      <a:pPr marL="0" marR="0">
                        <a:lnSpc>
                          <a:spcPct val="115000"/>
                        </a:lnSpc>
                        <a:spcBef>
                          <a:spcPts val="0"/>
                        </a:spcBef>
                        <a:spcAft>
                          <a:spcPts val="1000"/>
                        </a:spcAft>
                      </a:pPr>
                      <a:r>
                        <a:rPr lang="en-US" sz="1100" dirty="0">
                          <a:effectLst/>
                        </a:rPr>
                        <a:t>Transaction</a:t>
                      </a:r>
                      <a:endParaRPr lang="en-US" sz="1100" dirty="0">
                        <a:effectLst/>
                        <a:latin typeface="Calibri" panose="020F0502020204030204" pitchFamily="34" charset="0"/>
                        <a:ea typeface="Calibri" panose="020F0502020204030204" pitchFamily="34" charset="0"/>
                      </a:endParaRPr>
                    </a:p>
                  </a:txBody>
                  <a:tcPr marL="68580" marR="68580" marT="0" marB="0" anchor="ctr">
                    <a:solidFill>
                      <a:schemeClr val="bg1"/>
                    </a:solidFill>
                  </a:tcPr>
                </a:tc>
                <a:tc>
                  <a:txBody>
                    <a:bodyPr/>
                    <a:lstStyle/>
                    <a:p>
                      <a:pPr marL="0" marR="0">
                        <a:lnSpc>
                          <a:spcPct val="115000"/>
                        </a:lnSpc>
                        <a:spcBef>
                          <a:spcPts val="0"/>
                        </a:spcBef>
                        <a:spcAft>
                          <a:spcPts val="1000"/>
                        </a:spcAft>
                      </a:pPr>
                      <a:r>
                        <a:rPr lang="en-US" sz="1100" dirty="0">
                          <a:effectLst/>
                        </a:rPr>
                        <a:t>OVS (Overseas)</a:t>
                      </a:r>
                      <a:endParaRPr lang="en-US" sz="1100" dirty="0">
                        <a:effectLst/>
                        <a:latin typeface="Calibri" panose="020F0502020204030204" pitchFamily="34" charset="0"/>
                        <a:ea typeface="Calibri" panose="020F0502020204030204" pitchFamily="34" charset="0"/>
                      </a:endParaRPr>
                    </a:p>
                  </a:txBody>
                  <a:tcPr marL="68580" marR="68580" marT="0" marB="0" anchor="ctr">
                    <a:solidFill>
                      <a:schemeClr val="bg1"/>
                    </a:solidFill>
                  </a:tcPr>
                </a:tc>
                <a:extLst>
                  <a:ext uri="{0D108BD9-81ED-4DB2-BD59-A6C34878D82A}">
                    <a16:rowId xmlns="" xmlns:a16="http://schemas.microsoft.com/office/drawing/2014/main" val="4197337071"/>
                  </a:ext>
                </a:extLst>
              </a:tr>
              <a:tr h="441851">
                <a:tc>
                  <a:txBody>
                    <a:bodyPr/>
                    <a:lstStyle/>
                    <a:p>
                      <a:pPr marL="0" marR="0">
                        <a:lnSpc>
                          <a:spcPct val="115000"/>
                        </a:lnSpc>
                        <a:spcBef>
                          <a:spcPts val="0"/>
                        </a:spcBef>
                        <a:spcAft>
                          <a:spcPts val="1000"/>
                        </a:spcAft>
                      </a:pPr>
                      <a:r>
                        <a:rPr lang="en-US" sz="1100" dirty="0">
                          <a:effectLst/>
                        </a:rPr>
                        <a:t>Checks (lock box , RDC)</a:t>
                      </a:r>
                      <a:endParaRPr lang="en-US" sz="1100" dirty="0">
                        <a:effectLst/>
                        <a:latin typeface="Calibri" panose="020F0502020204030204" pitchFamily="34" charset="0"/>
                        <a:ea typeface="Calibri" panose="020F0502020204030204" pitchFamily="34" charset="0"/>
                      </a:endParaRPr>
                    </a:p>
                  </a:txBody>
                  <a:tcPr marL="68580" marR="68580" marT="0" marB="0" anchor="ctr">
                    <a:solidFill>
                      <a:schemeClr val="accent2"/>
                    </a:solidFill>
                  </a:tcPr>
                </a:tc>
                <a:tc>
                  <a:txBody>
                    <a:bodyPr/>
                    <a:lstStyle/>
                    <a:p>
                      <a:pPr marL="0" marR="0">
                        <a:lnSpc>
                          <a:spcPct val="115000"/>
                        </a:lnSpc>
                        <a:spcBef>
                          <a:spcPts val="0"/>
                        </a:spcBef>
                        <a:spcAft>
                          <a:spcPts val="1000"/>
                        </a:spcAft>
                      </a:pPr>
                      <a:r>
                        <a:rPr lang="en-US" sz="1100" dirty="0">
                          <a:effectLst/>
                        </a:rPr>
                        <a:t>Transaction</a:t>
                      </a:r>
                      <a:endParaRPr lang="en-US" sz="1100" dirty="0">
                        <a:effectLst/>
                        <a:latin typeface="Calibri" panose="020F0502020204030204" pitchFamily="34" charset="0"/>
                        <a:ea typeface="Calibri" panose="020F0502020204030204" pitchFamily="34" charset="0"/>
                      </a:endParaRPr>
                    </a:p>
                  </a:txBody>
                  <a:tcPr marL="68580" marR="68580" marT="0" marB="0" anchor="ctr">
                    <a:solidFill>
                      <a:schemeClr val="bg1"/>
                    </a:solidFill>
                  </a:tcPr>
                </a:tc>
                <a:tc>
                  <a:txBody>
                    <a:bodyPr/>
                    <a:lstStyle/>
                    <a:p>
                      <a:pPr marL="0" marR="0">
                        <a:lnSpc>
                          <a:spcPct val="115000"/>
                        </a:lnSpc>
                        <a:spcBef>
                          <a:spcPts val="0"/>
                        </a:spcBef>
                        <a:spcAft>
                          <a:spcPts val="1000"/>
                        </a:spcAft>
                      </a:pPr>
                      <a:r>
                        <a:rPr lang="en-US" sz="1100" dirty="0">
                          <a:effectLst/>
                        </a:rPr>
                        <a:t>BNY Mellon (Bank of </a:t>
                      </a:r>
                      <a:r>
                        <a:rPr lang="en-US" sz="1100" dirty="0" err="1">
                          <a:effectLst/>
                        </a:rPr>
                        <a:t>NewYork</a:t>
                      </a:r>
                      <a:r>
                        <a:rPr lang="en-US" sz="1100" dirty="0">
                          <a:effectLst/>
                        </a:rPr>
                        <a:t> Mellon), Vision IP</a:t>
                      </a:r>
                      <a:endParaRPr lang="en-US" sz="1100" dirty="0">
                        <a:effectLst/>
                        <a:latin typeface="Calibri" panose="020F0502020204030204" pitchFamily="34" charset="0"/>
                        <a:ea typeface="Calibri" panose="020F0502020204030204" pitchFamily="34" charset="0"/>
                      </a:endParaRPr>
                    </a:p>
                  </a:txBody>
                  <a:tcPr marL="68580" marR="68580" marT="0" marB="0" anchor="ctr">
                    <a:solidFill>
                      <a:schemeClr val="bg1"/>
                    </a:solidFill>
                  </a:tcPr>
                </a:tc>
                <a:extLst>
                  <a:ext uri="{0D108BD9-81ED-4DB2-BD59-A6C34878D82A}">
                    <a16:rowId xmlns="" xmlns:a16="http://schemas.microsoft.com/office/drawing/2014/main" val="236025822"/>
                  </a:ext>
                </a:extLst>
              </a:tr>
              <a:tr h="485726">
                <a:tc>
                  <a:txBody>
                    <a:bodyPr/>
                    <a:lstStyle/>
                    <a:p>
                      <a:pPr marL="0" marR="0">
                        <a:lnSpc>
                          <a:spcPct val="115000"/>
                        </a:lnSpc>
                        <a:spcBef>
                          <a:spcPts val="0"/>
                        </a:spcBef>
                        <a:spcAft>
                          <a:spcPts val="1000"/>
                        </a:spcAft>
                      </a:pPr>
                      <a:r>
                        <a:rPr lang="en-US" sz="1100" dirty="0">
                          <a:effectLst/>
                        </a:rPr>
                        <a:t>Payments(Completed , Cancelled)</a:t>
                      </a:r>
                      <a:endParaRPr lang="en-US" sz="1100" dirty="0">
                        <a:effectLst/>
                        <a:latin typeface="Calibri" panose="020F0502020204030204" pitchFamily="34" charset="0"/>
                        <a:ea typeface="Calibri" panose="020F0502020204030204" pitchFamily="34" charset="0"/>
                      </a:endParaRPr>
                    </a:p>
                  </a:txBody>
                  <a:tcPr marL="68580" marR="68580" marT="0" marB="0" anchor="ctr">
                    <a:solidFill>
                      <a:schemeClr val="accent2"/>
                    </a:solidFill>
                  </a:tcPr>
                </a:tc>
                <a:tc>
                  <a:txBody>
                    <a:bodyPr/>
                    <a:lstStyle/>
                    <a:p>
                      <a:pPr marL="0" marR="0">
                        <a:lnSpc>
                          <a:spcPct val="115000"/>
                        </a:lnSpc>
                        <a:spcBef>
                          <a:spcPts val="0"/>
                        </a:spcBef>
                        <a:spcAft>
                          <a:spcPts val="1000"/>
                        </a:spcAft>
                      </a:pPr>
                      <a:r>
                        <a:rPr lang="en-US" sz="1100" dirty="0">
                          <a:effectLst/>
                        </a:rPr>
                        <a:t>Wire</a:t>
                      </a:r>
                      <a:endParaRPr lang="en-US" sz="1100" dirty="0">
                        <a:effectLst/>
                        <a:latin typeface="Calibri" panose="020F0502020204030204" pitchFamily="34" charset="0"/>
                        <a:ea typeface="Calibri" panose="020F0502020204030204" pitchFamily="34" charset="0"/>
                      </a:endParaRPr>
                    </a:p>
                  </a:txBody>
                  <a:tcPr marL="68580" marR="68580" marT="0" marB="0" anchor="ctr">
                    <a:solidFill>
                      <a:schemeClr val="bg1"/>
                    </a:solidFill>
                  </a:tcPr>
                </a:tc>
                <a:tc>
                  <a:txBody>
                    <a:bodyPr/>
                    <a:lstStyle/>
                    <a:p>
                      <a:pPr marL="0" marR="0">
                        <a:lnSpc>
                          <a:spcPct val="115000"/>
                        </a:lnSpc>
                        <a:spcBef>
                          <a:spcPts val="0"/>
                        </a:spcBef>
                        <a:spcAft>
                          <a:spcPts val="1000"/>
                        </a:spcAft>
                      </a:pPr>
                      <a:r>
                        <a:rPr lang="en-US" sz="1100" dirty="0">
                          <a:effectLst/>
                        </a:rPr>
                        <a:t>GPP (Global Payment Process)</a:t>
                      </a:r>
                      <a:endParaRPr lang="en-US" sz="1100" dirty="0">
                        <a:effectLst/>
                        <a:latin typeface="Calibri" panose="020F0502020204030204" pitchFamily="34" charset="0"/>
                        <a:ea typeface="Calibri" panose="020F0502020204030204" pitchFamily="34" charset="0"/>
                      </a:endParaRPr>
                    </a:p>
                  </a:txBody>
                  <a:tcPr marL="68580" marR="68580" marT="0" marB="0" anchor="ctr">
                    <a:solidFill>
                      <a:schemeClr val="bg1"/>
                    </a:solidFill>
                  </a:tcPr>
                </a:tc>
                <a:extLst>
                  <a:ext uri="{0D108BD9-81ED-4DB2-BD59-A6C34878D82A}">
                    <a16:rowId xmlns="" xmlns:a16="http://schemas.microsoft.com/office/drawing/2014/main" val="3809825092"/>
                  </a:ext>
                </a:extLst>
              </a:tr>
              <a:tr h="441851">
                <a:tc>
                  <a:txBody>
                    <a:bodyPr/>
                    <a:lstStyle/>
                    <a:p>
                      <a:pPr marL="0" marR="0">
                        <a:lnSpc>
                          <a:spcPct val="115000"/>
                        </a:lnSpc>
                        <a:spcBef>
                          <a:spcPts val="0"/>
                        </a:spcBef>
                        <a:spcAft>
                          <a:spcPts val="1000"/>
                        </a:spcAft>
                      </a:pPr>
                      <a:r>
                        <a:rPr lang="en-US" sz="1100" dirty="0">
                          <a:effectLst/>
                        </a:rPr>
                        <a:t>Payments </a:t>
                      </a:r>
                      <a:endParaRPr lang="en-US" sz="1100" dirty="0">
                        <a:effectLst/>
                        <a:latin typeface="Calibri" panose="020F0502020204030204" pitchFamily="34" charset="0"/>
                        <a:ea typeface="Calibri" panose="020F0502020204030204" pitchFamily="34" charset="0"/>
                      </a:endParaRPr>
                    </a:p>
                  </a:txBody>
                  <a:tcPr marL="68580" marR="68580" marT="0" marB="0" anchor="ctr">
                    <a:solidFill>
                      <a:schemeClr val="accent2"/>
                    </a:solidFill>
                  </a:tcPr>
                </a:tc>
                <a:tc>
                  <a:txBody>
                    <a:bodyPr/>
                    <a:lstStyle/>
                    <a:p>
                      <a:pPr marL="0" marR="0">
                        <a:lnSpc>
                          <a:spcPct val="115000"/>
                        </a:lnSpc>
                        <a:spcBef>
                          <a:spcPts val="0"/>
                        </a:spcBef>
                        <a:spcAft>
                          <a:spcPts val="1000"/>
                        </a:spcAft>
                      </a:pPr>
                      <a:r>
                        <a:rPr lang="en-US" sz="1100" dirty="0">
                          <a:effectLst/>
                        </a:rPr>
                        <a:t>Wire</a:t>
                      </a:r>
                      <a:endParaRPr lang="en-US" sz="1100" dirty="0">
                        <a:effectLst/>
                        <a:latin typeface="Calibri" panose="020F0502020204030204" pitchFamily="34" charset="0"/>
                        <a:ea typeface="Calibri" panose="020F0502020204030204" pitchFamily="34" charset="0"/>
                      </a:endParaRPr>
                    </a:p>
                  </a:txBody>
                  <a:tcPr marL="68580" marR="68580" marT="0" marB="0" anchor="ctr">
                    <a:solidFill>
                      <a:schemeClr val="bg1"/>
                    </a:solidFill>
                  </a:tcPr>
                </a:tc>
                <a:tc>
                  <a:txBody>
                    <a:bodyPr/>
                    <a:lstStyle/>
                    <a:p>
                      <a:pPr marL="0" marR="0">
                        <a:lnSpc>
                          <a:spcPct val="115000"/>
                        </a:lnSpc>
                        <a:spcBef>
                          <a:spcPts val="0"/>
                        </a:spcBef>
                        <a:spcAft>
                          <a:spcPts val="1000"/>
                        </a:spcAft>
                      </a:pPr>
                      <a:r>
                        <a:rPr lang="en-US" sz="1100" dirty="0">
                          <a:effectLst/>
                        </a:rPr>
                        <a:t>BESS </a:t>
                      </a:r>
                      <a:r>
                        <a:rPr lang="en-US" sz="1100" kern="1200" dirty="0">
                          <a:solidFill>
                            <a:schemeClr val="dk1"/>
                          </a:solidFill>
                          <a:effectLst/>
                          <a:latin typeface="+mn-lt"/>
                          <a:ea typeface="+mn-ea"/>
                          <a:cs typeface="+mn-cs"/>
                        </a:rPr>
                        <a:t>(Banking Electronic Support System)</a:t>
                      </a:r>
                    </a:p>
                  </a:txBody>
                  <a:tcPr marL="68580" marR="68580" marT="0" marB="0" anchor="ctr">
                    <a:solidFill>
                      <a:schemeClr val="bg1"/>
                    </a:solidFill>
                  </a:tcPr>
                </a:tc>
                <a:extLst>
                  <a:ext uri="{0D108BD9-81ED-4DB2-BD59-A6C34878D82A}">
                    <a16:rowId xmlns="" xmlns:a16="http://schemas.microsoft.com/office/drawing/2014/main" val="2394051840"/>
                  </a:ext>
                </a:extLst>
              </a:tr>
              <a:tr h="441851">
                <a:tc>
                  <a:txBody>
                    <a:bodyPr/>
                    <a:lstStyle/>
                    <a:p>
                      <a:pPr marL="0" marR="0">
                        <a:lnSpc>
                          <a:spcPct val="115000"/>
                        </a:lnSpc>
                        <a:spcBef>
                          <a:spcPts val="0"/>
                        </a:spcBef>
                        <a:spcAft>
                          <a:spcPts val="1000"/>
                        </a:spcAft>
                      </a:pPr>
                      <a:r>
                        <a:rPr lang="en-US" sz="1100" dirty="0">
                          <a:effectLst/>
                        </a:rPr>
                        <a:t>Customer</a:t>
                      </a:r>
                      <a:endParaRPr lang="en-US" sz="1100" dirty="0">
                        <a:effectLst/>
                        <a:latin typeface="Calibri" panose="020F0502020204030204" pitchFamily="34" charset="0"/>
                        <a:ea typeface="Calibri" panose="020F0502020204030204" pitchFamily="34" charset="0"/>
                      </a:endParaRPr>
                    </a:p>
                  </a:txBody>
                  <a:tcPr marL="68580" marR="68580" marT="0" marB="0" anchor="ctr">
                    <a:solidFill>
                      <a:schemeClr val="accent2"/>
                    </a:solidFill>
                  </a:tcPr>
                </a:tc>
                <a:tc>
                  <a:txBody>
                    <a:bodyPr/>
                    <a:lstStyle/>
                    <a:p>
                      <a:pPr marL="0" marR="0">
                        <a:lnSpc>
                          <a:spcPct val="115000"/>
                        </a:lnSpc>
                        <a:spcBef>
                          <a:spcPts val="0"/>
                        </a:spcBef>
                        <a:spcAft>
                          <a:spcPts val="1000"/>
                        </a:spcAft>
                      </a:pPr>
                      <a:r>
                        <a:rPr lang="en-US" sz="1100" dirty="0">
                          <a:effectLst/>
                        </a:rPr>
                        <a:t>Customers data</a:t>
                      </a:r>
                      <a:endParaRPr lang="en-US" sz="1100" dirty="0">
                        <a:effectLst/>
                        <a:latin typeface="Calibri" panose="020F0502020204030204" pitchFamily="34" charset="0"/>
                        <a:ea typeface="Calibri" panose="020F0502020204030204" pitchFamily="34" charset="0"/>
                      </a:endParaRPr>
                    </a:p>
                  </a:txBody>
                  <a:tcPr marL="68580" marR="68580" marT="0" marB="0" anchor="ctr">
                    <a:solidFill>
                      <a:schemeClr val="bg1"/>
                    </a:solidFill>
                  </a:tcPr>
                </a:tc>
                <a:tc>
                  <a:txBody>
                    <a:bodyPr/>
                    <a:lstStyle/>
                    <a:p>
                      <a:pPr marL="0" marR="0">
                        <a:lnSpc>
                          <a:spcPct val="115000"/>
                        </a:lnSpc>
                        <a:spcBef>
                          <a:spcPts val="0"/>
                        </a:spcBef>
                        <a:spcAft>
                          <a:spcPts val="1000"/>
                        </a:spcAft>
                      </a:pPr>
                      <a:r>
                        <a:rPr lang="en-US" sz="1100" kern="1200" dirty="0">
                          <a:solidFill>
                            <a:schemeClr val="dk1"/>
                          </a:solidFill>
                          <a:effectLst/>
                          <a:latin typeface="+mn-lt"/>
                          <a:ea typeface="+mn-ea"/>
                          <a:cs typeface="+mn-cs"/>
                        </a:rPr>
                        <a:t>CDL (Central Directory Layer)</a:t>
                      </a:r>
                    </a:p>
                  </a:txBody>
                  <a:tcPr marL="68580" marR="68580" marT="0" marB="0" anchor="ctr">
                    <a:solidFill>
                      <a:schemeClr val="bg1"/>
                    </a:solidFill>
                  </a:tcPr>
                </a:tc>
                <a:extLst>
                  <a:ext uri="{0D108BD9-81ED-4DB2-BD59-A6C34878D82A}">
                    <a16:rowId xmlns="" xmlns:a16="http://schemas.microsoft.com/office/drawing/2014/main" val="1161699062"/>
                  </a:ext>
                </a:extLst>
              </a:tr>
              <a:tr h="441851">
                <a:tc>
                  <a:txBody>
                    <a:bodyPr/>
                    <a:lstStyle/>
                    <a:p>
                      <a:pPr marL="0" marR="0">
                        <a:lnSpc>
                          <a:spcPct val="115000"/>
                        </a:lnSpc>
                        <a:spcBef>
                          <a:spcPts val="0"/>
                        </a:spcBef>
                        <a:spcAft>
                          <a:spcPts val="1000"/>
                        </a:spcAft>
                      </a:pPr>
                      <a:r>
                        <a:rPr lang="en-US" sz="1100" dirty="0">
                          <a:effectLst/>
                        </a:rPr>
                        <a:t>Customer</a:t>
                      </a:r>
                      <a:endParaRPr lang="en-US" sz="1100" dirty="0">
                        <a:effectLst/>
                        <a:latin typeface="Calibri" panose="020F0502020204030204" pitchFamily="34" charset="0"/>
                        <a:ea typeface="Calibri" panose="020F0502020204030204" pitchFamily="34" charset="0"/>
                      </a:endParaRPr>
                    </a:p>
                  </a:txBody>
                  <a:tcPr marL="68580" marR="68580" marT="0" marB="0" anchor="ctr">
                    <a:solidFill>
                      <a:schemeClr val="accent2"/>
                    </a:solidFill>
                  </a:tcPr>
                </a:tc>
                <a:tc>
                  <a:txBody>
                    <a:bodyPr/>
                    <a:lstStyle/>
                    <a:p>
                      <a:pPr marL="0" marR="0">
                        <a:lnSpc>
                          <a:spcPct val="115000"/>
                        </a:lnSpc>
                        <a:spcBef>
                          <a:spcPts val="0"/>
                        </a:spcBef>
                        <a:spcAft>
                          <a:spcPts val="1000"/>
                        </a:spcAft>
                      </a:pPr>
                      <a:r>
                        <a:rPr lang="en-US" sz="1100">
                          <a:effectLst/>
                        </a:rPr>
                        <a:t>Customers Data</a:t>
                      </a:r>
                      <a:endParaRPr lang="en-US" sz="1100">
                        <a:effectLst/>
                        <a:latin typeface="Calibri" panose="020F0502020204030204" pitchFamily="34" charset="0"/>
                        <a:ea typeface="Calibri" panose="020F0502020204030204" pitchFamily="34" charset="0"/>
                      </a:endParaRPr>
                    </a:p>
                  </a:txBody>
                  <a:tcPr marL="68580" marR="68580" marT="0" marB="0" anchor="ctr">
                    <a:solidFill>
                      <a:schemeClr val="bg1"/>
                    </a:solidFill>
                  </a:tcPr>
                </a:tc>
                <a:tc>
                  <a:txBody>
                    <a:bodyPr/>
                    <a:lstStyle/>
                    <a:p>
                      <a:pPr marL="0" marR="0">
                        <a:lnSpc>
                          <a:spcPct val="115000"/>
                        </a:lnSpc>
                        <a:spcBef>
                          <a:spcPts val="0"/>
                        </a:spcBef>
                        <a:spcAft>
                          <a:spcPts val="1000"/>
                        </a:spcAft>
                      </a:pPr>
                      <a:r>
                        <a:rPr lang="en-US" sz="1100" kern="1200" dirty="0">
                          <a:solidFill>
                            <a:schemeClr val="dk1"/>
                          </a:solidFill>
                          <a:effectLst/>
                          <a:latin typeface="+mn-lt"/>
                          <a:ea typeface="+mn-ea"/>
                          <a:cs typeface="+mn-cs"/>
                        </a:rPr>
                        <a:t>KYC (Know your customer)</a:t>
                      </a:r>
                    </a:p>
                  </a:txBody>
                  <a:tcPr marL="68580" marR="68580" marT="0" marB="0" anchor="ctr">
                    <a:solidFill>
                      <a:schemeClr val="bg1"/>
                    </a:solidFill>
                  </a:tcPr>
                </a:tc>
                <a:extLst>
                  <a:ext uri="{0D108BD9-81ED-4DB2-BD59-A6C34878D82A}">
                    <a16:rowId xmlns="" xmlns:a16="http://schemas.microsoft.com/office/drawing/2014/main" val="3831383692"/>
                  </a:ext>
                </a:extLst>
              </a:tr>
              <a:tr h="441851">
                <a:tc>
                  <a:txBody>
                    <a:bodyPr/>
                    <a:lstStyle/>
                    <a:p>
                      <a:pPr marL="0" marR="0">
                        <a:lnSpc>
                          <a:spcPct val="115000"/>
                        </a:lnSpc>
                        <a:spcBef>
                          <a:spcPts val="0"/>
                        </a:spcBef>
                        <a:spcAft>
                          <a:spcPts val="1000"/>
                        </a:spcAft>
                      </a:pPr>
                      <a:r>
                        <a:rPr lang="en-US" sz="1100" dirty="0">
                          <a:effectLst/>
                        </a:rPr>
                        <a:t>Deposits ,Loans</a:t>
                      </a:r>
                      <a:endParaRPr lang="en-US" sz="1100" dirty="0">
                        <a:effectLst/>
                        <a:latin typeface="Calibri" panose="020F0502020204030204" pitchFamily="34" charset="0"/>
                        <a:ea typeface="Calibri" panose="020F0502020204030204" pitchFamily="34" charset="0"/>
                      </a:endParaRPr>
                    </a:p>
                  </a:txBody>
                  <a:tcPr marL="68580" marR="68580" marT="0" marB="0" anchor="ctr">
                    <a:solidFill>
                      <a:schemeClr val="accent2"/>
                    </a:solidFill>
                  </a:tcPr>
                </a:tc>
                <a:tc>
                  <a:txBody>
                    <a:bodyPr/>
                    <a:lstStyle/>
                    <a:p>
                      <a:pPr marL="0" marR="0">
                        <a:lnSpc>
                          <a:spcPct val="115000"/>
                        </a:lnSpc>
                        <a:spcBef>
                          <a:spcPts val="0"/>
                        </a:spcBef>
                        <a:spcAft>
                          <a:spcPts val="1000"/>
                        </a:spcAft>
                      </a:pPr>
                      <a:r>
                        <a:rPr lang="en-US" sz="1100" dirty="0">
                          <a:effectLst/>
                        </a:rPr>
                        <a:t>Account Balance</a:t>
                      </a:r>
                      <a:endParaRPr lang="en-US" sz="1100" dirty="0">
                        <a:effectLst/>
                        <a:latin typeface="Calibri" panose="020F0502020204030204" pitchFamily="34" charset="0"/>
                        <a:ea typeface="Calibri" panose="020F0502020204030204" pitchFamily="34" charset="0"/>
                      </a:endParaRPr>
                    </a:p>
                  </a:txBody>
                  <a:tcPr marL="68580" marR="68580" marT="0" marB="0" anchor="ctr">
                    <a:solidFill>
                      <a:schemeClr val="bg1"/>
                    </a:solidFill>
                  </a:tcPr>
                </a:tc>
                <a:tc>
                  <a:txBody>
                    <a:bodyPr/>
                    <a:lstStyle/>
                    <a:p>
                      <a:pPr marL="0" marR="0">
                        <a:lnSpc>
                          <a:spcPct val="115000"/>
                        </a:lnSpc>
                        <a:spcBef>
                          <a:spcPts val="0"/>
                        </a:spcBef>
                        <a:spcAft>
                          <a:spcPts val="1000"/>
                        </a:spcAft>
                      </a:pPr>
                      <a:r>
                        <a:rPr lang="en-US" sz="1100" dirty="0">
                          <a:effectLst/>
                        </a:rPr>
                        <a:t>OVS</a:t>
                      </a:r>
                      <a:endParaRPr lang="en-US" sz="1100" dirty="0">
                        <a:effectLst/>
                        <a:latin typeface="Calibri" panose="020F0502020204030204" pitchFamily="34" charset="0"/>
                        <a:ea typeface="Calibri" panose="020F0502020204030204" pitchFamily="34" charset="0"/>
                      </a:endParaRPr>
                    </a:p>
                  </a:txBody>
                  <a:tcPr marL="68580" marR="68580" marT="0" marB="0" anchor="ctr">
                    <a:solidFill>
                      <a:schemeClr val="bg1"/>
                    </a:solidFill>
                  </a:tcPr>
                </a:tc>
                <a:extLst>
                  <a:ext uri="{0D108BD9-81ED-4DB2-BD59-A6C34878D82A}">
                    <a16:rowId xmlns="" xmlns:a16="http://schemas.microsoft.com/office/drawing/2014/main" val="4099564010"/>
                  </a:ext>
                </a:extLst>
              </a:tr>
              <a:tr h="399067">
                <a:tc>
                  <a:txBody>
                    <a:bodyPr/>
                    <a:lstStyle/>
                    <a:p>
                      <a:pPr marL="0" marR="0">
                        <a:lnSpc>
                          <a:spcPct val="115000"/>
                        </a:lnSpc>
                        <a:spcBef>
                          <a:spcPts val="0"/>
                        </a:spcBef>
                        <a:spcAft>
                          <a:spcPts val="1000"/>
                        </a:spcAft>
                      </a:pPr>
                      <a:r>
                        <a:rPr lang="en-US" sz="1100" dirty="0">
                          <a:effectLst/>
                        </a:rPr>
                        <a:t>Trade Finance</a:t>
                      </a:r>
                      <a:endParaRPr lang="en-US" sz="1100" dirty="0">
                        <a:effectLst/>
                        <a:latin typeface="Calibri" panose="020F0502020204030204" pitchFamily="34" charset="0"/>
                        <a:ea typeface="Calibri" panose="020F0502020204030204" pitchFamily="34" charset="0"/>
                      </a:endParaRPr>
                    </a:p>
                  </a:txBody>
                  <a:tcPr marL="68580" marR="68580" marT="0" marB="0" anchor="ctr">
                    <a:solidFill>
                      <a:schemeClr val="accent2"/>
                    </a:solidFill>
                  </a:tcPr>
                </a:tc>
                <a:tc>
                  <a:txBody>
                    <a:bodyPr/>
                    <a:lstStyle/>
                    <a:p>
                      <a:pPr marL="0" marR="0">
                        <a:lnSpc>
                          <a:spcPct val="115000"/>
                        </a:lnSpc>
                        <a:spcBef>
                          <a:spcPts val="0"/>
                        </a:spcBef>
                        <a:spcAft>
                          <a:spcPts val="1000"/>
                        </a:spcAft>
                      </a:pPr>
                      <a:r>
                        <a:rPr lang="en-US" sz="1100">
                          <a:effectLst/>
                        </a:rPr>
                        <a:t>Trade Finance</a:t>
                      </a:r>
                      <a:endParaRPr lang="en-US" sz="1100">
                        <a:effectLst/>
                        <a:latin typeface="Calibri" panose="020F0502020204030204" pitchFamily="34" charset="0"/>
                        <a:ea typeface="Calibri" panose="020F0502020204030204" pitchFamily="34" charset="0"/>
                      </a:endParaRPr>
                    </a:p>
                  </a:txBody>
                  <a:tcPr marL="68580" marR="68580" marT="0" marB="0" anchor="ctr">
                    <a:solidFill>
                      <a:schemeClr val="bg1"/>
                    </a:solidFill>
                  </a:tcPr>
                </a:tc>
                <a:tc>
                  <a:txBody>
                    <a:bodyPr/>
                    <a:lstStyle/>
                    <a:p>
                      <a:pPr marL="0" marR="0">
                        <a:lnSpc>
                          <a:spcPct val="115000"/>
                        </a:lnSpc>
                        <a:spcBef>
                          <a:spcPts val="0"/>
                        </a:spcBef>
                        <a:spcAft>
                          <a:spcPts val="1000"/>
                        </a:spcAft>
                      </a:pPr>
                      <a:r>
                        <a:rPr lang="en-US" sz="1100" kern="1200" dirty="0">
                          <a:solidFill>
                            <a:schemeClr val="dk1"/>
                          </a:solidFill>
                          <a:effectLst/>
                          <a:latin typeface="+mn-lt"/>
                          <a:ea typeface="+mn-ea"/>
                          <a:cs typeface="+mn-cs"/>
                        </a:rPr>
                        <a:t>T360(Trade 360)</a:t>
                      </a:r>
                    </a:p>
                  </a:txBody>
                  <a:tcPr marL="68580" marR="68580" marT="0" marB="0" anchor="ctr">
                    <a:solidFill>
                      <a:schemeClr val="bg1"/>
                    </a:solidFill>
                  </a:tcPr>
                </a:tc>
                <a:extLst>
                  <a:ext uri="{0D108BD9-81ED-4DB2-BD59-A6C34878D82A}">
                    <a16:rowId xmlns="" xmlns:a16="http://schemas.microsoft.com/office/drawing/2014/main" val="1464603391"/>
                  </a:ext>
                </a:extLst>
              </a:tr>
            </a:tbl>
          </a:graphicData>
        </a:graphic>
      </p:graphicFrame>
    </p:spTree>
    <p:extLst>
      <p:ext uri="{BB962C8B-B14F-4D97-AF65-F5344CB8AC3E}">
        <p14:creationId xmlns:p14="http://schemas.microsoft.com/office/powerpoint/2010/main" val="312907531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0800" y="2819401"/>
            <a:ext cx="10363200" cy="1002135"/>
          </a:xfrm>
        </p:spPr>
        <p:txBody>
          <a:bodyPr/>
          <a:lstStyle/>
          <a:p>
            <a:pPr lvl="0" algn="ctr"/>
            <a:r>
              <a:rPr lang="en-US" altLang="en-US" sz="3200" dirty="0" smtClean="0"/>
              <a:t>Cleanslate </a:t>
            </a:r>
            <a:r>
              <a:rPr lang="en-US" altLang="en-US" sz="3200" dirty="0"/>
              <a:t>CDO </a:t>
            </a:r>
            <a:r>
              <a:rPr lang="en-US" altLang="en-US" sz="3200" dirty="0" smtClean="0"/>
              <a:t>Track</a:t>
            </a:r>
            <a:endParaRPr lang="en-US" dirty="0"/>
          </a:p>
        </p:txBody>
      </p:sp>
    </p:spTree>
    <p:extLst>
      <p:ext uri="{BB962C8B-B14F-4D97-AF65-F5344CB8AC3E}">
        <p14:creationId xmlns:p14="http://schemas.microsoft.com/office/powerpoint/2010/main" val="26863801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lvl="0"/>
            <a:r>
              <a:rPr lang="en-US" dirty="0" smtClean="0"/>
              <a:t>		</a:t>
            </a:r>
            <a:r>
              <a:rPr lang="en-US" altLang="en-US" sz="3200" dirty="0"/>
              <a:t>Cleanslate CDO </a:t>
            </a:r>
            <a:r>
              <a:rPr lang="en-US" altLang="en-US" sz="3200" dirty="0" smtClean="0"/>
              <a:t>Track</a:t>
            </a:r>
            <a:r>
              <a:rPr lang="en-US" altLang="en-US" dirty="0" smtClean="0"/>
              <a:t> </a:t>
            </a:r>
            <a:r>
              <a:rPr lang="en-US" dirty="0" smtClean="0"/>
              <a:t>Project</a:t>
            </a:r>
            <a:endParaRPr lang="en-US" dirty="0"/>
          </a:p>
        </p:txBody>
      </p:sp>
      <p:sp>
        <p:nvSpPr>
          <p:cNvPr id="4" name="Rounded Rectangle 3"/>
          <p:cNvSpPr/>
          <p:nvPr/>
        </p:nvSpPr>
        <p:spPr>
          <a:xfrm>
            <a:off x="148160" y="1666165"/>
            <a:ext cx="11586639" cy="772235"/>
          </a:xfrm>
          <a:prstGeom prst="roundRect">
            <a:avLst>
              <a:gd name="adj" fmla="val 1448"/>
            </a:avLst>
          </a:prstGeom>
          <a:solidFill>
            <a:srgbClr val="E6E8F2"/>
          </a:solidFill>
          <a:ln w="25400" cap="flat" cmpd="sng" algn="ctr">
            <a:noFill/>
            <a:prstDash val="solid"/>
          </a:ln>
          <a:effectLst/>
        </p:spPr>
        <p:txBody>
          <a:bodyPr rtlCol="0" anchor="ctr"/>
          <a:lstStyle/>
          <a:p>
            <a:pPr>
              <a:spcBef>
                <a:spcPts val="360"/>
              </a:spcBef>
              <a:spcAft>
                <a:spcPct val="30000"/>
              </a:spcAft>
              <a:buClr>
                <a:srgbClr val="A11133"/>
              </a:buClr>
              <a:defRPr/>
            </a:pPr>
            <a:endParaRPr lang="en-US" sz="1200" dirty="0" smtClean="0"/>
          </a:p>
          <a:p>
            <a:pPr>
              <a:spcBef>
                <a:spcPts val="360"/>
              </a:spcBef>
              <a:spcAft>
                <a:spcPct val="30000"/>
              </a:spcAft>
              <a:buClr>
                <a:srgbClr val="A11133"/>
              </a:buClr>
              <a:defRPr/>
            </a:pPr>
            <a:r>
              <a:rPr lang="en-US" sz="1200" dirty="0" smtClean="0"/>
              <a:t>Clean </a:t>
            </a:r>
            <a:r>
              <a:rPr lang="en-US" sz="1200" dirty="0"/>
              <a:t>Slate Data project is part of the Clean Slate Initiative and is separate but interrelated to the Clean Slate Platform project.</a:t>
            </a:r>
          </a:p>
          <a:p>
            <a:pPr>
              <a:spcBef>
                <a:spcPts val="360"/>
              </a:spcBef>
              <a:spcAft>
                <a:spcPct val="30000"/>
              </a:spcAft>
              <a:buClr>
                <a:srgbClr val="A11133"/>
              </a:buClr>
              <a:defRPr/>
            </a:pPr>
            <a:r>
              <a:rPr lang="en-US" sz="1200" dirty="0"/>
              <a:t>The overall objective of the Clean Slate program is to enhance and improve the Branch’s (BTMU-NY) BSA/AML Compliance Program through effective and robust monitoring tools and workflow management system. </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prstClr val="white"/>
              </a:solidFill>
              <a:effectLst/>
              <a:uLnTx/>
              <a:uFillTx/>
              <a:ea typeface="+mn-ea"/>
              <a:cs typeface="+mn-cs"/>
            </a:endParaRPr>
          </a:p>
        </p:txBody>
      </p:sp>
      <p:sp>
        <p:nvSpPr>
          <p:cNvPr id="5" name="Round Same Side Corner Rectangle 4"/>
          <p:cNvSpPr/>
          <p:nvPr/>
        </p:nvSpPr>
        <p:spPr>
          <a:xfrm>
            <a:off x="133935" y="1398277"/>
            <a:ext cx="2990265" cy="267887"/>
          </a:xfrm>
          <a:prstGeom prst="round2SameRect">
            <a:avLst/>
          </a:prstGeom>
          <a:solidFill>
            <a:srgbClr val="00A1E4"/>
          </a:solidFill>
          <a:ln w="25400" cap="flat" cmpd="sng" algn="ctr">
            <a:noFill/>
            <a:prstDash val="solid"/>
          </a:ln>
          <a:effectLst>
            <a:outerShdw blurRad="50800" dist="38100" dir="2700000" algn="tl" rotWithShape="0">
              <a:prstClr val="black">
                <a:alpha val="40000"/>
              </a:prst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solidFill>
                <a:effectLst/>
                <a:uLnTx/>
                <a:uFillTx/>
                <a:ea typeface="+mn-ea"/>
                <a:cs typeface="+mn-cs"/>
              </a:rPr>
              <a:t>Project Objective</a:t>
            </a:r>
          </a:p>
        </p:txBody>
      </p:sp>
      <p:sp>
        <p:nvSpPr>
          <p:cNvPr id="6" name="Round Same Side Corner Rectangle 5"/>
          <p:cNvSpPr/>
          <p:nvPr/>
        </p:nvSpPr>
        <p:spPr>
          <a:xfrm>
            <a:off x="148161" y="2701777"/>
            <a:ext cx="2976039" cy="327695"/>
          </a:xfrm>
          <a:prstGeom prst="round2SameRect">
            <a:avLst/>
          </a:prstGeom>
          <a:solidFill>
            <a:srgbClr val="00A0D6"/>
          </a:solidFill>
          <a:ln w="25400" cap="flat" cmpd="sng" algn="ctr">
            <a:noFill/>
            <a:prstDash val="solid"/>
          </a:ln>
          <a:effectLst>
            <a:outerShdw blurRad="50800" dist="38100" dir="2700000" algn="tl" rotWithShape="0">
              <a:prstClr val="black">
                <a:alpha val="40000"/>
              </a:prst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solidFill>
                <a:effectLst/>
                <a:uLnTx/>
                <a:uFillTx/>
                <a:ea typeface="+mn-ea"/>
                <a:cs typeface="+mn-cs"/>
              </a:rPr>
              <a:t>Project Scope</a:t>
            </a:r>
          </a:p>
        </p:txBody>
      </p:sp>
      <p:sp>
        <p:nvSpPr>
          <p:cNvPr id="7" name="TextBox 6"/>
          <p:cNvSpPr txBox="1"/>
          <p:nvPr/>
        </p:nvSpPr>
        <p:spPr>
          <a:xfrm>
            <a:off x="152399" y="3029472"/>
            <a:ext cx="11582399" cy="2063642"/>
          </a:xfrm>
          <a:prstGeom prst="rect">
            <a:avLst/>
          </a:prstGeom>
          <a:solidFill>
            <a:srgbClr val="E6E8F2"/>
          </a:solidFill>
        </p:spPr>
        <p:txBody>
          <a:bodyPr wrap="square" rtlCol="0">
            <a:spAutoFit/>
          </a:bodyPr>
          <a:lstStyle>
            <a:defPPr>
              <a:defRPr lang="en-US"/>
            </a:defPPr>
            <a:lvl1pPr marL="171450" indent="-171450">
              <a:lnSpc>
                <a:spcPts val="1000"/>
              </a:lnSpc>
              <a:buFont typeface="Arial" panose="020B0604020202020204" pitchFamily="34" charset="0"/>
              <a:buChar char="•"/>
              <a:defRPr sz="1000">
                <a:latin typeface="Candara" panose="020E0502030303020204" pitchFamily="34" charset="0"/>
              </a:defRPr>
            </a:lvl1pPr>
          </a:lstStyle>
          <a:p>
            <a:pPr marL="0" lvl="1">
              <a:lnSpc>
                <a:spcPct val="115000"/>
              </a:lnSpc>
              <a:spcBef>
                <a:spcPts val="200"/>
              </a:spcBef>
              <a:spcAft>
                <a:spcPts val="200"/>
              </a:spcAft>
              <a:buClr>
                <a:prstClr val="black"/>
              </a:buClr>
              <a:buSzPct val="100000"/>
              <a:defRPr/>
            </a:pPr>
            <a:r>
              <a:rPr lang="en-US" sz="1200" dirty="0" smtClean="0"/>
              <a:t>DQ check for various KDE’s coming from </a:t>
            </a:r>
            <a:r>
              <a:rPr lang="en-US" sz="1200" dirty="0"/>
              <a:t>OVS</a:t>
            </a:r>
            <a:r>
              <a:rPr lang="en-US" sz="1200" dirty="0" smtClean="0"/>
              <a:t>, </a:t>
            </a:r>
            <a:r>
              <a:rPr lang="en-US" sz="1200" dirty="0"/>
              <a:t>GPP, BESS, EPP/PEP+/AMH, BNY Mellon, KYC, </a:t>
            </a:r>
            <a:r>
              <a:rPr lang="en-US" sz="1200" dirty="0" smtClean="0"/>
              <a:t>CDL and </a:t>
            </a:r>
            <a:r>
              <a:rPr lang="en-US" sz="1200" dirty="0"/>
              <a:t>Vision </a:t>
            </a:r>
            <a:r>
              <a:rPr lang="en-US" sz="1200" dirty="0" smtClean="0"/>
              <a:t>IP. To </a:t>
            </a:r>
            <a:r>
              <a:rPr lang="en-US" sz="1200" dirty="0"/>
              <a:t>facilitate the need to view the lineage of wire payment data from source to platform</a:t>
            </a:r>
            <a:r>
              <a:rPr lang="en-US" sz="1200" dirty="0" smtClean="0"/>
              <a:t>.</a:t>
            </a:r>
          </a:p>
          <a:p>
            <a:pPr marL="0" lvl="1">
              <a:lnSpc>
                <a:spcPct val="115000"/>
              </a:lnSpc>
              <a:spcBef>
                <a:spcPts val="200"/>
              </a:spcBef>
              <a:spcAft>
                <a:spcPts val="200"/>
              </a:spcAft>
              <a:buClr>
                <a:prstClr val="black"/>
              </a:buClr>
              <a:buSzPct val="100000"/>
              <a:defRPr/>
            </a:pPr>
            <a:r>
              <a:rPr lang="en-US" sz="1200" b="1" i="1" dirty="0" smtClean="0"/>
              <a:t>DQ Dimensions:</a:t>
            </a:r>
            <a:endParaRPr lang="en-US" sz="1200" b="1" i="1" dirty="0"/>
          </a:p>
          <a:p>
            <a:pPr marL="546100" lvl="2" indent="-88900">
              <a:lnSpc>
                <a:spcPct val="115000"/>
              </a:lnSpc>
              <a:spcBef>
                <a:spcPts val="200"/>
              </a:spcBef>
              <a:spcAft>
                <a:spcPts val="200"/>
              </a:spcAft>
              <a:buClr>
                <a:prstClr val="black"/>
              </a:buClr>
              <a:buSzPct val="100000"/>
              <a:buFont typeface="Arial" panose="020B0604020202020204" pitchFamily="34" charset="0"/>
              <a:buChar char="•"/>
              <a:defRPr/>
            </a:pPr>
            <a:r>
              <a:rPr lang="en-US" sz="1200" dirty="0" smtClean="0"/>
              <a:t>Completeness </a:t>
            </a:r>
            <a:r>
              <a:rPr lang="en-US" sz="1200" dirty="0"/>
              <a:t>– Data must include all necessary values</a:t>
            </a:r>
          </a:p>
          <a:p>
            <a:pPr marL="546100" lvl="2" indent="-88900">
              <a:lnSpc>
                <a:spcPct val="115000"/>
              </a:lnSpc>
              <a:spcBef>
                <a:spcPts val="200"/>
              </a:spcBef>
              <a:spcAft>
                <a:spcPts val="200"/>
              </a:spcAft>
              <a:buClr>
                <a:prstClr val="black"/>
              </a:buClr>
              <a:buSzPct val="100000"/>
              <a:buFont typeface="Arial" panose="020B0604020202020204" pitchFamily="34" charset="0"/>
              <a:buChar char="•"/>
              <a:defRPr/>
            </a:pPr>
            <a:r>
              <a:rPr lang="en-US" sz="1200" dirty="0" smtClean="0"/>
              <a:t>Conformity </a:t>
            </a:r>
            <a:r>
              <a:rPr lang="en-US" sz="1200" dirty="0"/>
              <a:t>- Data values must agree with the required format (including valid values)</a:t>
            </a:r>
          </a:p>
          <a:p>
            <a:pPr marL="546100" lvl="2" indent="-88900">
              <a:lnSpc>
                <a:spcPct val="115000"/>
              </a:lnSpc>
              <a:spcBef>
                <a:spcPts val="200"/>
              </a:spcBef>
              <a:spcAft>
                <a:spcPts val="200"/>
              </a:spcAft>
              <a:buClr>
                <a:prstClr val="black"/>
              </a:buClr>
              <a:buSzPct val="100000"/>
              <a:buFont typeface="Arial" panose="020B0604020202020204" pitchFamily="34" charset="0"/>
              <a:buChar char="•"/>
              <a:defRPr/>
            </a:pPr>
            <a:r>
              <a:rPr lang="en-US" sz="1200" dirty="0" smtClean="0"/>
              <a:t>Continuity </a:t>
            </a:r>
            <a:r>
              <a:rPr lang="en-US" sz="1200" dirty="0"/>
              <a:t>- Data values must not change meaning across various points in the supply chain</a:t>
            </a:r>
          </a:p>
          <a:p>
            <a:pPr marL="88900" lvl="1" indent="-88900">
              <a:lnSpc>
                <a:spcPct val="115000"/>
              </a:lnSpc>
              <a:spcBef>
                <a:spcPts val="200"/>
              </a:spcBef>
              <a:spcAft>
                <a:spcPts val="200"/>
              </a:spcAft>
              <a:buClr>
                <a:prstClr val="black"/>
              </a:buClr>
              <a:buSzPct val="100000"/>
              <a:buFont typeface="Arial" panose="020B0604020202020204" pitchFamily="34" charset="0"/>
              <a:buChar char="•"/>
              <a:defRPr/>
            </a:pPr>
            <a:endParaRPr lang="en-US" sz="1100" dirty="0" smtClean="0"/>
          </a:p>
          <a:p>
            <a:pPr marL="88900" lvl="1" indent="-88900">
              <a:lnSpc>
                <a:spcPct val="115000"/>
              </a:lnSpc>
              <a:spcBef>
                <a:spcPts val="200"/>
              </a:spcBef>
              <a:spcAft>
                <a:spcPts val="200"/>
              </a:spcAft>
              <a:buClr>
                <a:prstClr val="black"/>
              </a:buClr>
              <a:buSzPct val="100000"/>
              <a:buFont typeface="Arial" panose="020B0604020202020204" pitchFamily="34" charset="0"/>
              <a:buChar char="•"/>
              <a:defRPr/>
            </a:pPr>
            <a:endParaRPr lang="en-US" sz="1100" dirty="0"/>
          </a:p>
        </p:txBody>
      </p:sp>
      <p:sp>
        <p:nvSpPr>
          <p:cNvPr id="8" name="Round Same Side Corner Rectangle 7"/>
          <p:cNvSpPr/>
          <p:nvPr/>
        </p:nvSpPr>
        <p:spPr>
          <a:xfrm>
            <a:off x="148229" y="5181600"/>
            <a:ext cx="3509371" cy="201922"/>
          </a:xfrm>
          <a:prstGeom prst="round2SameRect">
            <a:avLst/>
          </a:prstGeom>
          <a:solidFill>
            <a:srgbClr val="00A1E4"/>
          </a:solidFill>
          <a:ln w="25400" cap="flat" cmpd="sng" algn="ctr">
            <a:noFill/>
            <a:prstDash val="solid"/>
          </a:ln>
          <a:effectLst>
            <a:outerShdw blurRad="50800" dist="38100" dir="2700000" algn="tl" rotWithShape="0">
              <a:prstClr val="black">
                <a:alpha val="40000"/>
              </a:prst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solidFill>
                <a:effectLst/>
                <a:uLnTx/>
                <a:uFillTx/>
                <a:ea typeface="+mn-ea"/>
                <a:cs typeface="+mn-cs"/>
              </a:rPr>
              <a:t>Technologies</a:t>
            </a:r>
          </a:p>
        </p:txBody>
      </p:sp>
      <p:sp>
        <p:nvSpPr>
          <p:cNvPr id="9" name="Rounded Rectangle 8"/>
          <p:cNvSpPr/>
          <p:nvPr/>
        </p:nvSpPr>
        <p:spPr>
          <a:xfrm>
            <a:off x="148100" y="5433454"/>
            <a:ext cx="11586698" cy="407268"/>
          </a:xfrm>
          <a:prstGeom prst="roundRect">
            <a:avLst>
              <a:gd name="adj" fmla="val 1448"/>
            </a:avLst>
          </a:prstGeom>
          <a:solidFill>
            <a:srgbClr val="E6E8F2"/>
          </a:solidFill>
          <a:ln w="25400" cap="flat" cmpd="sng" algn="ctr">
            <a:noFill/>
            <a:prstDash val="solid"/>
          </a:ln>
          <a:effectLst/>
        </p:spPr>
        <p:txBody>
          <a:bodyPr rtlCol="0" anchor="ctr"/>
          <a:lstStyle/>
          <a:p>
            <a:pPr marL="0" marR="0" lvl="0" indent="0" defTabSz="914400" eaLnBrk="1" fontAlgn="auto" latinLnBrk="0" hangingPunct="1">
              <a:lnSpc>
                <a:spcPct val="100000"/>
              </a:lnSpc>
              <a:spcBef>
                <a:spcPts val="360"/>
              </a:spcBef>
              <a:spcAft>
                <a:spcPct val="30000"/>
              </a:spcAft>
              <a:buClr>
                <a:srgbClr val="A11133"/>
              </a:buClr>
              <a:buSzTx/>
              <a:buFontTx/>
              <a:buNone/>
              <a:tabLst/>
              <a:defRPr/>
            </a:pPr>
            <a:r>
              <a:rPr kumimoji="0" lang="en-US" altLang="en-US" sz="1100" b="0" i="0" u="none" strike="noStrike" kern="0" cap="none" spc="0" normalizeH="0" baseline="0" noProof="0" dirty="0">
                <a:ln>
                  <a:noFill/>
                </a:ln>
                <a:solidFill>
                  <a:srgbClr val="3F3F3F"/>
                </a:solidFill>
                <a:effectLst/>
                <a:uLnTx/>
                <a:uFillTx/>
                <a:ea typeface="+mn-ea"/>
                <a:cs typeface="Arial" panose="020B0604020202020204" pitchFamily="34" charset="0"/>
              </a:rPr>
              <a:t>Informatica </a:t>
            </a:r>
            <a:r>
              <a:rPr kumimoji="0" lang="en-US" altLang="en-US" sz="1100" b="0" i="0" u="none" strike="noStrike" kern="0" cap="none" spc="0" normalizeH="0" baseline="0" noProof="0" dirty="0" smtClean="0">
                <a:ln>
                  <a:noFill/>
                </a:ln>
                <a:solidFill>
                  <a:srgbClr val="3F3F3F"/>
                </a:solidFill>
                <a:effectLst/>
                <a:uLnTx/>
                <a:uFillTx/>
                <a:ea typeface="+mn-ea"/>
                <a:cs typeface="Arial" panose="020B0604020202020204" pitchFamily="34" charset="0"/>
              </a:rPr>
              <a:t> PC(ETL), IDQ (Data</a:t>
            </a:r>
            <a:r>
              <a:rPr kumimoji="0" lang="en-US" altLang="en-US" sz="1100" b="0" i="0" u="none" strike="noStrike" kern="0" cap="none" spc="0" normalizeH="0" noProof="0" dirty="0" smtClean="0">
                <a:ln>
                  <a:noFill/>
                </a:ln>
                <a:solidFill>
                  <a:srgbClr val="3F3F3F"/>
                </a:solidFill>
                <a:effectLst/>
                <a:uLnTx/>
                <a:uFillTx/>
                <a:ea typeface="+mn-ea"/>
                <a:cs typeface="Arial" panose="020B0604020202020204" pitchFamily="34" charset="0"/>
              </a:rPr>
              <a:t> Quality)</a:t>
            </a:r>
            <a:r>
              <a:rPr kumimoji="0" lang="en-US" altLang="en-US" sz="1100" b="0" i="0" u="none" strike="noStrike" kern="0" cap="none" spc="0" normalizeH="0" baseline="0" noProof="0" dirty="0" smtClean="0">
                <a:ln>
                  <a:noFill/>
                </a:ln>
                <a:solidFill>
                  <a:srgbClr val="3F3F3F"/>
                </a:solidFill>
                <a:effectLst/>
                <a:uLnTx/>
                <a:uFillTx/>
                <a:ea typeface="+mn-ea"/>
                <a:cs typeface="Arial" panose="020B0604020202020204" pitchFamily="34" charset="0"/>
              </a:rPr>
              <a:t>,</a:t>
            </a:r>
            <a:r>
              <a:rPr kumimoji="0" lang="en-US" altLang="en-US" sz="1100" b="0" i="0" u="none" strike="noStrike" kern="0" cap="none" spc="0" normalizeH="0" noProof="0" dirty="0" smtClean="0">
                <a:ln>
                  <a:noFill/>
                </a:ln>
                <a:solidFill>
                  <a:srgbClr val="3F3F3F"/>
                </a:solidFill>
                <a:effectLst/>
                <a:uLnTx/>
                <a:uFillTx/>
                <a:ea typeface="+mn-ea"/>
                <a:cs typeface="Arial" panose="020B0604020202020204" pitchFamily="34" charset="0"/>
              </a:rPr>
              <a:t> DB2 </a:t>
            </a:r>
            <a:r>
              <a:rPr kumimoji="0" lang="en-US" altLang="en-US" sz="1100" b="0" i="0" u="none" strike="noStrike" kern="0" cap="none" spc="0" normalizeH="0" noProof="0" dirty="0">
                <a:ln>
                  <a:noFill/>
                </a:ln>
                <a:solidFill>
                  <a:srgbClr val="3F3F3F"/>
                </a:solidFill>
                <a:effectLst/>
                <a:uLnTx/>
                <a:uFillTx/>
                <a:ea typeface="+mn-ea"/>
                <a:cs typeface="Arial" panose="020B0604020202020204" pitchFamily="34" charset="0"/>
              </a:rPr>
              <a:t>(Database</a:t>
            </a:r>
            <a:r>
              <a:rPr kumimoji="0" lang="en-US" altLang="en-US" sz="1100" b="0" i="0" u="none" strike="noStrike" kern="0" cap="none" spc="0" normalizeH="0" noProof="0" dirty="0" smtClean="0">
                <a:ln>
                  <a:noFill/>
                </a:ln>
                <a:solidFill>
                  <a:srgbClr val="3F3F3F"/>
                </a:solidFill>
                <a:effectLst/>
                <a:uLnTx/>
                <a:uFillTx/>
                <a:ea typeface="+mn-ea"/>
                <a:cs typeface="Arial" panose="020B0604020202020204" pitchFamily="34" charset="0"/>
              </a:rPr>
              <a:t>), Greenplum (Database),  UNIX &amp; Autosys(Scheduler</a:t>
            </a:r>
            <a:r>
              <a:rPr kumimoji="0" lang="en-US" altLang="en-US" sz="1100" b="0" i="0" u="none" strike="noStrike" kern="0" cap="none" spc="0" normalizeH="0" noProof="0" dirty="0">
                <a:ln>
                  <a:noFill/>
                </a:ln>
                <a:solidFill>
                  <a:srgbClr val="3F3F3F"/>
                </a:solidFill>
                <a:effectLst/>
                <a:uLnTx/>
                <a:uFillTx/>
                <a:ea typeface="+mn-ea"/>
                <a:cs typeface="Arial" panose="020B0604020202020204" pitchFamily="34" charset="0"/>
              </a:rPr>
              <a:t>)</a:t>
            </a:r>
            <a:endParaRPr kumimoji="0" lang="en-US" altLang="en-US" sz="1100" b="0" i="0" u="none" strike="noStrike" kern="0" cap="none" spc="0" normalizeH="0" baseline="0" noProof="0" dirty="0">
              <a:ln>
                <a:noFill/>
              </a:ln>
              <a:solidFill>
                <a:srgbClr val="3F3F3F"/>
              </a:solidFill>
              <a:effectLst/>
              <a:uLnTx/>
              <a:uFillTx/>
              <a:ea typeface="+mn-ea"/>
              <a:cs typeface="Arial" panose="020B0604020202020204" pitchFamily="34" charset="0"/>
            </a:endParaRPr>
          </a:p>
        </p:txBody>
      </p:sp>
    </p:spTree>
    <p:extLst>
      <p:ext uri="{BB962C8B-B14F-4D97-AF65-F5344CB8AC3E}">
        <p14:creationId xmlns:p14="http://schemas.microsoft.com/office/powerpoint/2010/main" val="138188550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lvl="0"/>
            <a:r>
              <a:rPr lang="en-US" dirty="0" smtClean="0"/>
              <a:t>			</a:t>
            </a:r>
            <a:r>
              <a:rPr lang="en-US" altLang="en-US" sz="3200" dirty="0" smtClean="0"/>
              <a:t>CDO Track </a:t>
            </a:r>
            <a:r>
              <a:rPr lang="en-US" dirty="0" smtClean="0"/>
              <a:t>Architecture</a:t>
            </a:r>
            <a:endParaRPr lang="en-US" dirty="0"/>
          </a:p>
        </p:txBody>
      </p:sp>
      <p:pic>
        <p:nvPicPr>
          <p:cNvPr id="4" name="Picture 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371600"/>
            <a:ext cx="83820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4917399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0800" y="2819401"/>
            <a:ext cx="10363200" cy="1002135"/>
          </a:xfrm>
        </p:spPr>
        <p:txBody>
          <a:bodyPr/>
          <a:lstStyle/>
          <a:p>
            <a:pPr algn="ctr"/>
            <a:r>
              <a:rPr lang="en-US" dirty="0" smtClean="0"/>
              <a:t>Current Expected </a:t>
            </a:r>
            <a:r>
              <a:rPr lang="en-US" dirty="0"/>
              <a:t>Credit Loss Project(CECL)</a:t>
            </a:r>
          </a:p>
        </p:txBody>
      </p:sp>
    </p:spTree>
    <p:extLst>
      <p:ext uri="{BB962C8B-B14F-4D97-AF65-F5344CB8AC3E}">
        <p14:creationId xmlns:p14="http://schemas.microsoft.com/office/powerpoint/2010/main" val="397741337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27013" y="354732"/>
            <a:ext cx="11125200" cy="712068"/>
          </a:xfrm>
        </p:spPr>
        <p:txBody>
          <a:bodyPr/>
          <a:lstStyle/>
          <a:p>
            <a:r>
              <a:rPr lang="en-US" dirty="0" smtClean="0"/>
              <a:t>		Current </a:t>
            </a:r>
            <a:r>
              <a:rPr lang="en-US" dirty="0"/>
              <a:t>Expected Credit Loss</a:t>
            </a:r>
          </a:p>
        </p:txBody>
      </p:sp>
      <p:sp>
        <p:nvSpPr>
          <p:cNvPr id="4" name="Round Same Side Corner Rectangle 3"/>
          <p:cNvSpPr/>
          <p:nvPr/>
        </p:nvSpPr>
        <p:spPr>
          <a:xfrm>
            <a:off x="200532" y="1219200"/>
            <a:ext cx="2990265" cy="201922"/>
          </a:xfrm>
          <a:prstGeom prst="round2SameRect">
            <a:avLst/>
          </a:prstGeom>
          <a:solidFill>
            <a:srgbClr val="00A1E4"/>
          </a:solidFill>
          <a:ln w="25400" cap="flat" cmpd="sng" algn="ctr">
            <a:noFill/>
            <a:prstDash val="solid"/>
          </a:ln>
          <a:effectLst>
            <a:outerShdw blurRad="50800" dist="38100" dir="2700000" algn="tl" rotWithShape="0">
              <a:prstClr val="black">
                <a:alpha val="40000"/>
              </a:prst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smtClean="0">
                <a:ln>
                  <a:noFill/>
                </a:ln>
                <a:solidFill>
                  <a:prstClr val="white"/>
                </a:solidFill>
                <a:effectLst/>
                <a:uLnTx/>
                <a:uFillTx/>
                <a:ea typeface="+mn-ea"/>
                <a:cs typeface="+mn-cs"/>
              </a:rPr>
              <a:t>Project </a:t>
            </a:r>
            <a:r>
              <a:rPr kumimoji="0" lang="en-US" sz="1200" b="1" i="0" u="none" strike="noStrike" kern="0" cap="none" spc="0" normalizeH="0" baseline="0" noProof="0" dirty="0">
                <a:ln>
                  <a:noFill/>
                </a:ln>
                <a:solidFill>
                  <a:prstClr val="white"/>
                </a:solidFill>
                <a:effectLst/>
                <a:uLnTx/>
                <a:uFillTx/>
                <a:ea typeface="+mn-ea"/>
                <a:cs typeface="+mn-cs"/>
              </a:rPr>
              <a:t>Objective</a:t>
            </a:r>
          </a:p>
        </p:txBody>
      </p:sp>
      <p:sp>
        <p:nvSpPr>
          <p:cNvPr id="5" name="Round Same Side Corner Rectangle 4"/>
          <p:cNvSpPr/>
          <p:nvPr/>
        </p:nvSpPr>
        <p:spPr>
          <a:xfrm>
            <a:off x="148161" y="2641578"/>
            <a:ext cx="2976039" cy="327695"/>
          </a:xfrm>
          <a:prstGeom prst="round2SameRect">
            <a:avLst/>
          </a:prstGeom>
          <a:solidFill>
            <a:srgbClr val="00A0D6"/>
          </a:solidFill>
          <a:ln w="25400" cap="flat" cmpd="sng" algn="ctr">
            <a:noFill/>
            <a:prstDash val="solid"/>
          </a:ln>
          <a:effectLst>
            <a:outerShdw blurRad="50800" dist="38100" dir="2700000" algn="tl" rotWithShape="0">
              <a:prstClr val="black">
                <a:alpha val="40000"/>
              </a:prst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white"/>
                </a:solidFill>
                <a:effectLst/>
                <a:uLnTx/>
                <a:uFillTx/>
                <a:ea typeface="+mn-ea"/>
                <a:cs typeface="+mn-cs"/>
              </a:rPr>
              <a:t>Project Scope</a:t>
            </a:r>
          </a:p>
        </p:txBody>
      </p:sp>
      <p:sp>
        <p:nvSpPr>
          <p:cNvPr id="6" name="TextBox 5"/>
          <p:cNvSpPr txBox="1"/>
          <p:nvPr/>
        </p:nvSpPr>
        <p:spPr>
          <a:xfrm>
            <a:off x="152399" y="2969273"/>
            <a:ext cx="11685585" cy="1711494"/>
          </a:xfrm>
          <a:prstGeom prst="rect">
            <a:avLst/>
          </a:prstGeom>
          <a:solidFill>
            <a:srgbClr val="E6E8F2"/>
          </a:solidFill>
        </p:spPr>
        <p:txBody>
          <a:bodyPr wrap="square" rtlCol="0">
            <a:spAutoFit/>
          </a:bodyPr>
          <a:lstStyle>
            <a:defPPr>
              <a:defRPr lang="en-US"/>
            </a:defPPr>
            <a:lvl1pPr marL="171450" indent="-171450">
              <a:lnSpc>
                <a:spcPts val="1000"/>
              </a:lnSpc>
              <a:buFont typeface="Arial" panose="020B0604020202020204" pitchFamily="34" charset="0"/>
              <a:buChar char="•"/>
              <a:defRPr sz="1000">
                <a:latin typeface="Candara" panose="020E0502030303020204" pitchFamily="34" charset="0"/>
              </a:defRPr>
            </a:lvl1pPr>
          </a:lstStyle>
          <a:p>
            <a:pPr marL="88900" lvl="1" indent="-88900">
              <a:lnSpc>
                <a:spcPct val="115000"/>
              </a:lnSpc>
              <a:spcBef>
                <a:spcPts val="200"/>
              </a:spcBef>
              <a:spcAft>
                <a:spcPts val="200"/>
              </a:spcAft>
              <a:buClr>
                <a:prstClr val="black"/>
              </a:buClr>
              <a:buSzPct val="100000"/>
              <a:buFont typeface="Arial" panose="020B0604020202020204" pitchFamily="34" charset="0"/>
              <a:buChar char="•"/>
              <a:defRPr/>
            </a:pPr>
            <a:r>
              <a:rPr lang="en-US" sz="1100" dirty="0" smtClean="0"/>
              <a:t>DECM Team is responsible to extract RETAIL data from </a:t>
            </a:r>
            <a:r>
              <a:rPr lang="en-US" sz="1100" dirty="0"/>
              <a:t>different sources (Experian, Hyperion, Lending Club, Mortgage programs, First Data Corp etc</a:t>
            </a:r>
            <a:r>
              <a:rPr lang="en-US" sz="1100" dirty="0" smtClean="0"/>
              <a:t>.)</a:t>
            </a:r>
          </a:p>
          <a:p>
            <a:pPr marL="88900" lvl="1" indent="-88900">
              <a:lnSpc>
                <a:spcPct val="115000"/>
              </a:lnSpc>
              <a:spcBef>
                <a:spcPts val="200"/>
              </a:spcBef>
              <a:spcAft>
                <a:spcPts val="200"/>
              </a:spcAft>
              <a:buClr>
                <a:prstClr val="black"/>
              </a:buClr>
              <a:buSzPct val="100000"/>
              <a:buFont typeface="Arial" panose="020B0604020202020204" pitchFamily="34" charset="0"/>
              <a:buChar char="•"/>
              <a:defRPr/>
            </a:pPr>
            <a:r>
              <a:rPr lang="en-US" sz="1100" dirty="0" smtClean="0"/>
              <a:t>MUFG CORE Team is responsible to store all the data provided by DECM and load into the new </a:t>
            </a:r>
            <a:r>
              <a:rPr lang="en-US" sz="1100" dirty="0"/>
              <a:t>data model built for Retail</a:t>
            </a:r>
            <a:r>
              <a:rPr lang="en-US" sz="1100" dirty="0" smtClean="0"/>
              <a:t>.</a:t>
            </a:r>
          </a:p>
          <a:p>
            <a:pPr marL="88900" lvl="1" indent="-88900">
              <a:lnSpc>
                <a:spcPct val="115000"/>
              </a:lnSpc>
              <a:spcBef>
                <a:spcPts val="200"/>
              </a:spcBef>
              <a:spcAft>
                <a:spcPts val="200"/>
              </a:spcAft>
              <a:buClr>
                <a:prstClr val="black"/>
              </a:buClr>
              <a:buSzPct val="100000"/>
              <a:buFont typeface="Arial" panose="020B0604020202020204" pitchFamily="34" charset="0"/>
              <a:buChar char="•"/>
              <a:defRPr/>
            </a:pPr>
            <a:r>
              <a:rPr lang="en-US" sz="1100" dirty="0" smtClean="0"/>
              <a:t>MUFG CORE will check for linkages and create a report, if any breaks are observed</a:t>
            </a:r>
            <a:endParaRPr lang="en-US" sz="1100" dirty="0"/>
          </a:p>
          <a:p>
            <a:pPr marL="88900" lvl="1" indent="-88900">
              <a:lnSpc>
                <a:spcPct val="115000"/>
              </a:lnSpc>
              <a:spcBef>
                <a:spcPts val="200"/>
              </a:spcBef>
              <a:spcAft>
                <a:spcPts val="200"/>
              </a:spcAft>
              <a:buClr>
                <a:prstClr val="black"/>
              </a:buClr>
              <a:buSzPct val="100000"/>
              <a:buFont typeface="Arial" panose="020B0604020202020204" pitchFamily="34" charset="0"/>
              <a:buChar char="•"/>
              <a:defRPr/>
            </a:pPr>
            <a:r>
              <a:rPr lang="en-US" sz="1100" dirty="0"/>
              <a:t>The </a:t>
            </a:r>
            <a:r>
              <a:rPr lang="en-US" sz="1100" dirty="0" smtClean="0"/>
              <a:t>input from DECM to MUFG CORE </a:t>
            </a:r>
            <a:r>
              <a:rPr lang="en-US" sz="1100" dirty="0"/>
              <a:t>will be Delimited Flat Files and </a:t>
            </a:r>
            <a:r>
              <a:rPr lang="en-US" sz="1100" dirty="0" smtClean="0"/>
              <a:t>output of MUFG CORE will be a cleaner version of Delimited </a:t>
            </a:r>
            <a:r>
              <a:rPr lang="en-US" sz="1100" dirty="0"/>
              <a:t>Flat Files based on the Standard Output Format (SOF) finalized by </a:t>
            </a:r>
            <a:r>
              <a:rPr lang="en-US" sz="1100" dirty="0" smtClean="0"/>
              <a:t>business </a:t>
            </a:r>
            <a:endParaRPr lang="en-US" sz="1100" dirty="0"/>
          </a:p>
          <a:p>
            <a:pPr marL="88900" lvl="1" indent="-88900">
              <a:lnSpc>
                <a:spcPct val="115000"/>
              </a:lnSpc>
              <a:spcBef>
                <a:spcPts val="200"/>
              </a:spcBef>
              <a:spcAft>
                <a:spcPts val="200"/>
              </a:spcAft>
              <a:buClr>
                <a:prstClr val="black"/>
              </a:buClr>
              <a:buSzPct val="100000"/>
              <a:buFont typeface="Arial" panose="020B0604020202020204" pitchFamily="34" charset="0"/>
              <a:buChar char="•"/>
              <a:defRPr/>
            </a:pPr>
            <a:r>
              <a:rPr lang="en-US" sz="1100" dirty="0"/>
              <a:t>The resultant output files from MUFG CORE will be consumed by ACL CORE Team for CECL calculations using Quantitative Risk Management (QRM) Model</a:t>
            </a:r>
          </a:p>
          <a:p>
            <a:pPr marL="88900" lvl="1" indent="-88900">
              <a:lnSpc>
                <a:spcPct val="115000"/>
              </a:lnSpc>
              <a:spcBef>
                <a:spcPts val="200"/>
              </a:spcBef>
              <a:spcAft>
                <a:spcPts val="200"/>
              </a:spcAft>
              <a:buClr>
                <a:prstClr val="black"/>
              </a:buClr>
              <a:buSzPct val="100000"/>
              <a:buFont typeface="Arial" panose="020B0604020202020204" pitchFamily="34" charset="0"/>
              <a:buChar char="•"/>
              <a:defRPr/>
            </a:pPr>
            <a:r>
              <a:rPr lang="en-US" sz="1100" dirty="0"/>
              <a:t>The project will be carried out in </a:t>
            </a:r>
            <a:r>
              <a:rPr lang="en-US" sz="1100" dirty="0" smtClean="0"/>
              <a:t>phases</a:t>
            </a:r>
            <a:endParaRPr lang="en-US" sz="1100" dirty="0"/>
          </a:p>
        </p:txBody>
      </p:sp>
      <p:sp>
        <p:nvSpPr>
          <p:cNvPr id="8" name="Round Same Side Corner Rectangle 7"/>
          <p:cNvSpPr/>
          <p:nvPr/>
        </p:nvSpPr>
        <p:spPr>
          <a:xfrm>
            <a:off x="148229" y="5182010"/>
            <a:ext cx="3509371" cy="201922"/>
          </a:xfrm>
          <a:prstGeom prst="round2SameRect">
            <a:avLst/>
          </a:prstGeom>
          <a:solidFill>
            <a:srgbClr val="00A1E4"/>
          </a:solidFill>
          <a:ln w="25400" cap="flat" cmpd="sng" algn="ctr">
            <a:noFill/>
            <a:prstDash val="solid"/>
          </a:ln>
          <a:effectLst>
            <a:outerShdw blurRad="50800" dist="38100" dir="2700000" algn="tl" rotWithShape="0">
              <a:prstClr val="black">
                <a:alpha val="40000"/>
              </a:prst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smtClean="0">
                <a:ln>
                  <a:noFill/>
                </a:ln>
                <a:solidFill>
                  <a:prstClr val="white"/>
                </a:solidFill>
                <a:effectLst/>
                <a:uLnTx/>
                <a:uFillTx/>
                <a:ea typeface="+mn-ea"/>
                <a:cs typeface="+mn-cs"/>
              </a:rPr>
              <a:t>Technologies</a:t>
            </a:r>
            <a:endParaRPr kumimoji="0" lang="en-US" sz="1200" b="1" i="0" u="none" strike="noStrike" kern="0" cap="none" spc="0" normalizeH="0" baseline="0" noProof="0" dirty="0">
              <a:ln>
                <a:noFill/>
              </a:ln>
              <a:solidFill>
                <a:prstClr val="white"/>
              </a:solidFill>
              <a:effectLst/>
              <a:uLnTx/>
              <a:uFillTx/>
              <a:ea typeface="+mn-ea"/>
              <a:cs typeface="+mn-cs"/>
            </a:endParaRPr>
          </a:p>
        </p:txBody>
      </p:sp>
      <p:sp>
        <p:nvSpPr>
          <p:cNvPr id="9" name="Rounded Rectangle 8"/>
          <p:cNvSpPr/>
          <p:nvPr/>
        </p:nvSpPr>
        <p:spPr>
          <a:xfrm>
            <a:off x="148099" y="5460132"/>
            <a:ext cx="11689885" cy="407268"/>
          </a:xfrm>
          <a:prstGeom prst="roundRect">
            <a:avLst>
              <a:gd name="adj" fmla="val 1448"/>
            </a:avLst>
          </a:prstGeom>
          <a:solidFill>
            <a:srgbClr val="E6E8F2"/>
          </a:solidFill>
          <a:ln w="25400" cap="flat" cmpd="sng" algn="ctr">
            <a:noFill/>
            <a:prstDash val="solid"/>
          </a:ln>
          <a:effectLst/>
        </p:spPr>
        <p:txBody>
          <a:bodyPr rtlCol="0" anchor="ctr"/>
          <a:lstStyle/>
          <a:p>
            <a:pPr marL="0" marR="0" lvl="0" indent="0" defTabSz="914400" eaLnBrk="1" fontAlgn="auto" latinLnBrk="0" hangingPunct="1">
              <a:lnSpc>
                <a:spcPct val="100000"/>
              </a:lnSpc>
              <a:spcBef>
                <a:spcPts val="360"/>
              </a:spcBef>
              <a:spcAft>
                <a:spcPct val="30000"/>
              </a:spcAft>
              <a:buClr>
                <a:srgbClr val="A11133"/>
              </a:buClr>
              <a:buSzTx/>
              <a:buFontTx/>
              <a:buNone/>
              <a:tabLst/>
              <a:defRPr/>
            </a:pPr>
            <a:r>
              <a:rPr kumimoji="0" lang="en-US" altLang="en-US" sz="1100" b="0" i="0" u="none" strike="noStrike" kern="0" cap="none" spc="0" normalizeH="0" baseline="0" noProof="0" dirty="0" smtClean="0">
                <a:ln>
                  <a:noFill/>
                </a:ln>
                <a:solidFill>
                  <a:srgbClr val="3F3F3F"/>
                </a:solidFill>
                <a:effectLst/>
                <a:uLnTx/>
                <a:uFillTx/>
                <a:ea typeface="+mn-ea"/>
                <a:cs typeface="Arial" panose="020B0604020202020204" pitchFamily="34" charset="0"/>
              </a:rPr>
              <a:t>Informatica (ETL),</a:t>
            </a:r>
            <a:r>
              <a:rPr kumimoji="0" lang="en-US" altLang="en-US" sz="1100" b="0" i="0" u="none" strike="noStrike" kern="0" cap="none" spc="0" normalizeH="0" noProof="0" dirty="0" smtClean="0">
                <a:ln>
                  <a:noFill/>
                </a:ln>
                <a:solidFill>
                  <a:srgbClr val="3F3F3F"/>
                </a:solidFill>
                <a:effectLst/>
                <a:uLnTx/>
                <a:uFillTx/>
                <a:ea typeface="+mn-ea"/>
                <a:cs typeface="Arial" panose="020B0604020202020204" pitchFamily="34" charset="0"/>
              </a:rPr>
              <a:t> DB2 (Database), UNIX, TIDAL (Scheduler)</a:t>
            </a:r>
            <a:endParaRPr kumimoji="0" lang="en-US" altLang="en-US" sz="1100" b="0" i="0" u="none" strike="noStrike" kern="0" cap="none" spc="0" normalizeH="0" baseline="0" noProof="0" dirty="0">
              <a:ln>
                <a:noFill/>
              </a:ln>
              <a:solidFill>
                <a:srgbClr val="3F3F3F"/>
              </a:solidFill>
              <a:effectLst/>
              <a:uLnTx/>
              <a:uFillTx/>
              <a:ea typeface="+mn-ea"/>
              <a:cs typeface="Arial" panose="020B0604020202020204" pitchFamily="34" charset="0"/>
            </a:endParaRPr>
          </a:p>
        </p:txBody>
      </p:sp>
      <p:sp>
        <p:nvSpPr>
          <p:cNvPr id="10" name="Rounded Rectangle 9"/>
          <p:cNvSpPr/>
          <p:nvPr/>
        </p:nvSpPr>
        <p:spPr>
          <a:xfrm>
            <a:off x="175146" y="1600200"/>
            <a:ext cx="11662839" cy="772235"/>
          </a:xfrm>
          <a:prstGeom prst="roundRect">
            <a:avLst>
              <a:gd name="adj" fmla="val 1448"/>
            </a:avLst>
          </a:prstGeom>
          <a:solidFill>
            <a:srgbClr val="E6E8F2"/>
          </a:solidFill>
          <a:ln w="25400" cap="flat" cmpd="sng" algn="ctr">
            <a:noFill/>
            <a:prstDash val="solid"/>
          </a:ln>
          <a:effectLst/>
        </p:spPr>
        <p:txBody>
          <a:bodyPr rtlCol="0" anchor="ctr"/>
          <a:lstStyle/>
          <a:p>
            <a:pPr marL="0" lvl="1">
              <a:lnSpc>
                <a:spcPct val="115000"/>
              </a:lnSpc>
              <a:spcBef>
                <a:spcPts val="200"/>
              </a:spcBef>
              <a:spcAft>
                <a:spcPts val="200"/>
              </a:spcAft>
              <a:buClr>
                <a:prstClr val="black"/>
              </a:buClr>
              <a:buSzPct val="100000"/>
              <a:defRPr/>
            </a:pPr>
            <a:r>
              <a:rPr lang="en-US" sz="1100" dirty="0" smtClean="0"/>
              <a:t>MUAH </a:t>
            </a:r>
            <a:r>
              <a:rPr lang="en-US" sz="1100" dirty="0"/>
              <a:t>must achieve compliance to ASU 2016-13. The standard provides guidance on measuring credit impairment, generally evaluating financial instruments. This guidance will necessitate changes to data infrastructure, technology infrastructure, models/methodology, ACL process and accounting</a:t>
            </a:r>
            <a:r>
              <a:rPr lang="en-US" sz="1100" dirty="0" smtClean="0"/>
              <a:t>.</a:t>
            </a:r>
            <a:endParaRPr lang="en-US" sz="1100" dirty="0"/>
          </a:p>
        </p:txBody>
      </p:sp>
    </p:spTree>
    <p:extLst>
      <p:ext uri="{BB962C8B-B14F-4D97-AF65-F5344CB8AC3E}">
        <p14:creationId xmlns:p14="http://schemas.microsoft.com/office/powerpoint/2010/main" val="281190621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27013" y="228600"/>
            <a:ext cx="10288587" cy="762000"/>
          </a:xfrm>
        </p:spPr>
        <p:txBody>
          <a:bodyPr/>
          <a:lstStyle/>
          <a:p>
            <a:r>
              <a:rPr lang="en-US" dirty="0" smtClean="0"/>
              <a:t>		MUFG CORE – ACL Data Flow</a:t>
            </a:r>
            <a:endParaRPr lang="en-US" dirty="0"/>
          </a:p>
        </p:txBody>
      </p:sp>
      <p:pic>
        <p:nvPicPr>
          <p:cNvPr id="4" name="Picture 18" descr="image00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271901"/>
            <a:ext cx="8991600" cy="47946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5958782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0800" y="2819401"/>
            <a:ext cx="10363200" cy="1002135"/>
          </a:xfrm>
        </p:spPr>
        <p:txBody>
          <a:bodyPr/>
          <a:lstStyle/>
          <a:p>
            <a:pPr algn="ctr"/>
            <a:r>
              <a:rPr lang="en-US" sz="3200" dirty="0"/>
              <a:t>RDC to Hotscan </a:t>
            </a:r>
            <a:r>
              <a:rPr lang="en-US" sz="3200" dirty="0" smtClean="0"/>
              <a:t>Project</a:t>
            </a:r>
            <a:r>
              <a:rPr lang="en-US" sz="3200" dirty="0">
                <a:solidFill>
                  <a:prstClr val="black">
                    <a:hueOff val="0"/>
                    <a:satOff val="0"/>
                    <a:lumOff val="0"/>
                    <a:alphaOff val="0"/>
                  </a:prstClr>
                </a:solidFill>
              </a:rPr>
              <a:t/>
            </a:r>
            <a:br>
              <a:rPr lang="en-US" sz="3200" dirty="0">
                <a:solidFill>
                  <a:prstClr val="black">
                    <a:hueOff val="0"/>
                    <a:satOff val="0"/>
                    <a:lumOff val="0"/>
                    <a:alphaOff val="0"/>
                  </a:prstClr>
                </a:solidFill>
              </a:rPr>
            </a:br>
            <a:endParaRPr lang="en-US" dirty="0"/>
          </a:p>
        </p:txBody>
      </p:sp>
    </p:spTree>
    <p:extLst>
      <p:ext uri="{BB962C8B-B14F-4D97-AF65-F5344CB8AC3E}">
        <p14:creationId xmlns:p14="http://schemas.microsoft.com/office/powerpoint/2010/main" val="239868165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				</a:t>
            </a:r>
            <a:r>
              <a:rPr lang="en-US" sz="2800" dirty="0"/>
              <a:t> RDC to Hotscan Project</a:t>
            </a:r>
            <a:endParaRPr lang="en-US" dirty="0"/>
          </a:p>
        </p:txBody>
      </p:sp>
      <p:sp>
        <p:nvSpPr>
          <p:cNvPr id="4" name="Rounded Rectangle 3"/>
          <p:cNvSpPr/>
          <p:nvPr/>
        </p:nvSpPr>
        <p:spPr>
          <a:xfrm>
            <a:off x="148161" y="1143000"/>
            <a:ext cx="11662839" cy="1105377"/>
          </a:xfrm>
          <a:prstGeom prst="roundRect">
            <a:avLst>
              <a:gd name="adj" fmla="val 1448"/>
            </a:avLst>
          </a:prstGeom>
          <a:solidFill>
            <a:srgbClr val="E6E8F2"/>
          </a:solidFill>
          <a:ln w="25400" cap="flat" cmpd="sng" algn="ctr">
            <a:noFill/>
            <a:prstDash val="solid"/>
          </a:ln>
          <a:effectLst/>
        </p:spPr>
        <p:txBody>
          <a:bodyPr rtlCol="0" anchor="ctr"/>
          <a:lstStyle/>
          <a:p>
            <a:pPr marL="171450" indent="-171450">
              <a:buFont typeface="Arial" panose="020B0604020202020204" pitchFamily="34" charset="0"/>
              <a:buChar char="•"/>
            </a:pPr>
            <a:r>
              <a:rPr lang="en-US" sz="1100" dirty="0"/>
              <a:t>Due to the issues with the current RDC OFAC Screening and challenges for BTMU Customer Data Name </a:t>
            </a:r>
            <a:r>
              <a:rPr lang="en-US" sz="1100" dirty="0" smtClean="0"/>
              <a:t>Screening, </a:t>
            </a:r>
            <a:r>
              <a:rPr lang="en-US" sz="1100" dirty="0"/>
              <a:t>Project 18A3342 needs to move the BTMU Customer screening data to HOF by 12/31/2018</a:t>
            </a:r>
            <a:r>
              <a:rPr lang="en-US" sz="1100" dirty="0" smtClean="0"/>
              <a:t>. The sourcing </a:t>
            </a:r>
            <a:r>
              <a:rPr lang="en-US" sz="1100" dirty="0"/>
              <a:t>BTMY NY screening data into HOF has been split into two phases as agreed by Technology and Business</a:t>
            </a:r>
            <a:r>
              <a:rPr lang="en-US" sz="1100" dirty="0" smtClean="0"/>
              <a:t>. </a:t>
            </a:r>
          </a:p>
          <a:p>
            <a:pPr marL="171450" indent="-171450">
              <a:buFont typeface="Arial" panose="020B0604020202020204" pitchFamily="34" charset="0"/>
              <a:buChar char="•"/>
            </a:pPr>
            <a:r>
              <a:rPr lang="en-US" sz="1100" dirty="0" smtClean="0"/>
              <a:t>Phase </a:t>
            </a:r>
            <a:r>
              <a:rPr lang="en-US" sz="1100" dirty="0"/>
              <a:t>I involved sending the BTMU data to HOF that is currently being sent to the RDC (Regulatory Data Corp.) for Name and Address Screening from </a:t>
            </a:r>
            <a:r>
              <a:rPr lang="en-US" sz="1100" dirty="0" smtClean="0"/>
              <a:t>AMLHub </a:t>
            </a:r>
            <a:r>
              <a:rPr lang="en-US" sz="1100" dirty="0"/>
              <a:t>instance</a:t>
            </a:r>
            <a:r>
              <a:rPr lang="en-US" sz="1100" dirty="0" smtClean="0"/>
              <a:t>. Phase </a:t>
            </a:r>
            <a:r>
              <a:rPr lang="en-US" sz="1100" dirty="0"/>
              <a:t>1 deliverables have been met in December 2018 by HOF source data from </a:t>
            </a:r>
            <a:r>
              <a:rPr lang="en-US" sz="1100" dirty="0" smtClean="0"/>
              <a:t>AML Hub </a:t>
            </a:r>
            <a:r>
              <a:rPr lang="en-US" sz="1100" dirty="0"/>
              <a:t>instance of EDW/DWH.</a:t>
            </a:r>
          </a:p>
          <a:p>
            <a:pPr marL="171450" indent="-171450">
              <a:buFont typeface="Arial" panose="020B0604020202020204" pitchFamily="34" charset="0"/>
              <a:buChar char="•"/>
            </a:pPr>
            <a:r>
              <a:rPr lang="en-US" sz="1100" dirty="0"/>
              <a:t>The scope </a:t>
            </a:r>
            <a:r>
              <a:rPr lang="en-US" sz="1100" dirty="0" smtClean="0"/>
              <a:t>for </a:t>
            </a:r>
            <a:r>
              <a:rPr lang="en-US" sz="1100" dirty="0"/>
              <a:t>Phase II deliverables </a:t>
            </a:r>
            <a:r>
              <a:rPr lang="en-US" sz="1100" dirty="0" smtClean="0"/>
              <a:t>for the data </a:t>
            </a:r>
            <a:r>
              <a:rPr lang="en-US" sz="1100" dirty="0"/>
              <a:t>will be sourced from EDW/DWH (GSI Q73</a:t>
            </a:r>
            <a:r>
              <a:rPr lang="en-US" sz="1100" dirty="0" smtClean="0"/>
              <a:t>)</a:t>
            </a:r>
            <a:endParaRPr lang="en-US" sz="1100" dirty="0"/>
          </a:p>
        </p:txBody>
      </p:sp>
      <p:sp>
        <p:nvSpPr>
          <p:cNvPr id="5" name="Round Same Side Corner Rectangle 4"/>
          <p:cNvSpPr/>
          <p:nvPr/>
        </p:nvSpPr>
        <p:spPr>
          <a:xfrm>
            <a:off x="133935" y="914400"/>
            <a:ext cx="2990265" cy="267887"/>
          </a:xfrm>
          <a:prstGeom prst="round2SameRect">
            <a:avLst/>
          </a:prstGeom>
          <a:solidFill>
            <a:srgbClr val="00A1E4"/>
          </a:solidFill>
          <a:ln w="25400" cap="flat" cmpd="sng" algn="ctr">
            <a:noFill/>
            <a:prstDash val="solid"/>
          </a:ln>
          <a:effectLst>
            <a:outerShdw blurRad="50800" dist="38100" dir="2700000" algn="tl" rotWithShape="0">
              <a:prstClr val="black">
                <a:alpha val="40000"/>
              </a:prst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white"/>
                </a:solidFill>
                <a:effectLst/>
                <a:uLnTx/>
                <a:uFillTx/>
                <a:ea typeface="+mn-ea"/>
                <a:cs typeface="+mn-cs"/>
              </a:rPr>
              <a:t>Objective</a:t>
            </a:r>
          </a:p>
        </p:txBody>
      </p:sp>
      <p:sp>
        <p:nvSpPr>
          <p:cNvPr id="6" name="Round Same Side Corner Rectangle 5"/>
          <p:cNvSpPr/>
          <p:nvPr/>
        </p:nvSpPr>
        <p:spPr>
          <a:xfrm>
            <a:off x="148161" y="2286000"/>
            <a:ext cx="2976039" cy="327695"/>
          </a:xfrm>
          <a:prstGeom prst="round2SameRect">
            <a:avLst/>
          </a:prstGeom>
          <a:solidFill>
            <a:srgbClr val="00A0D6"/>
          </a:solidFill>
          <a:ln w="25400" cap="flat" cmpd="sng" algn="ctr">
            <a:noFill/>
            <a:prstDash val="solid"/>
          </a:ln>
          <a:effectLst>
            <a:outerShdw blurRad="50800" dist="38100" dir="2700000" algn="tl" rotWithShape="0">
              <a:prstClr val="black">
                <a:alpha val="40000"/>
              </a:prst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white"/>
                </a:solidFill>
                <a:effectLst/>
                <a:uLnTx/>
                <a:uFillTx/>
                <a:ea typeface="+mn-ea"/>
                <a:cs typeface="+mn-cs"/>
              </a:rPr>
              <a:t>Scope</a:t>
            </a:r>
          </a:p>
        </p:txBody>
      </p:sp>
      <p:sp>
        <p:nvSpPr>
          <p:cNvPr id="7" name="TextBox 6"/>
          <p:cNvSpPr txBox="1"/>
          <p:nvPr/>
        </p:nvSpPr>
        <p:spPr>
          <a:xfrm>
            <a:off x="160026" y="2590800"/>
            <a:ext cx="11650973" cy="2971583"/>
          </a:xfrm>
          <a:prstGeom prst="rect">
            <a:avLst/>
          </a:prstGeom>
          <a:solidFill>
            <a:srgbClr val="E6E8F2"/>
          </a:solidFill>
        </p:spPr>
        <p:txBody>
          <a:bodyPr wrap="square" rtlCol="0">
            <a:spAutoFit/>
          </a:bodyPr>
          <a:lstStyle>
            <a:defPPr>
              <a:defRPr lang="en-US"/>
            </a:defPPr>
            <a:lvl1pPr marL="171450" indent="-171450">
              <a:lnSpc>
                <a:spcPts val="1000"/>
              </a:lnSpc>
              <a:buFont typeface="Arial" panose="020B0604020202020204" pitchFamily="34" charset="0"/>
              <a:buChar char="•"/>
              <a:defRPr sz="1000">
                <a:latin typeface="Candara" panose="020E0502030303020204" pitchFamily="34" charset="0"/>
              </a:defRPr>
            </a:lvl1pPr>
          </a:lstStyle>
          <a:p>
            <a:pPr marL="88900" lvl="1" indent="-88900">
              <a:lnSpc>
                <a:spcPct val="115000"/>
              </a:lnSpc>
              <a:spcBef>
                <a:spcPts val="200"/>
              </a:spcBef>
              <a:spcAft>
                <a:spcPts val="200"/>
              </a:spcAft>
              <a:buClr>
                <a:prstClr val="black"/>
              </a:buClr>
              <a:buSzPct val="100000"/>
              <a:buFont typeface="Arial" panose="020B0604020202020204" pitchFamily="34" charset="0"/>
              <a:buChar char="•"/>
              <a:defRPr/>
            </a:pPr>
            <a:r>
              <a:rPr lang="en-US" sz="1100" dirty="0"/>
              <a:t>For the Phase II effort, the data feed from Phase I - AMLHub  will be replaced with EDW instance of the Data Warehouse since </a:t>
            </a:r>
            <a:r>
              <a:rPr lang="en-US" sz="1100" dirty="0" smtClean="0"/>
              <a:t>AML Hub </a:t>
            </a:r>
            <a:r>
              <a:rPr lang="en-US" sz="1100" dirty="0"/>
              <a:t>will be decommissioned as part of the Clean Slate project. Additionally, name and addresses screening data from KYCR will sourced as daily screening and </a:t>
            </a:r>
            <a:r>
              <a:rPr lang="en-US" sz="1100" dirty="0" smtClean="0"/>
              <a:t>reactivation </a:t>
            </a:r>
            <a:r>
              <a:rPr lang="en-US" sz="1100" dirty="0"/>
              <a:t>files as a part of the Clean Slate project go live. This </a:t>
            </a:r>
            <a:r>
              <a:rPr lang="en-US" sz="1100" dirty="0" smtClean="0"/>
              <a:t>essentially </a:t>
            </a:r>
            <a:r>
              <a:rPr lang="en-US" sz="1100" dirty="0"/>
              <a:t>means that Hotscan expansion Phase is fully depending on Clean Slate going live. Hotscan phase II can only go live after Clean Slate go live.</a:t>
            </a:r>
          </a:p>
          <a:p>
            <a:pPr marL="88900" lvl="1" indent="-88900">
              <a:lnSpc>
                <a:spcPct val="115000"/>
              </a:lnSpc>
              <a:spcBef>
                <a:spcPts val="200"/>
              </a:spcBef>
              <a:spcAft>
                <a:spcPts val="200"/>
              </a:spcAft>
              <a:buClr>
                <a:prstClr val="black"/>
              </a:buClr>
              <a:buSzPct val="100000"/>
              <a:buFont typeface="Arial" panose="020B0604020202020204" pitchFamily="34" charset="0"/>
              <a:buChar char="•"/>
              <a:defRPr/>
            </a:pPr>
            <a:r>
              <a:rPr lang="en-US" sz="1100" dirty="0"/>
              <a:t>Additionally, based on the HOF requirement, BTMU’s signatory data from SQN (Signature Verification System) will be sent directly to HOF. Systems involved for the Phase II will be SQN , DWH-EDW instance and HOF. The file(s) transmission will the via MFT-GIS infrastructure. </a:t>
            </a:r>
          </a:p>
          <a:p>
            <a:pPr marL="88900" lvl="1" indent="-88900">
              <a:lnSpc>
                <a:spcPct val="115000"/>
              </a:lnSpc>
              <a:spcBef>
                <a:spcPts val="200"/>
              </a:spcBef>
              <a:spcAft>
                <a:spcPts val="200"/>
              </a:spcAft>
              <a:buClr>
                <a:prstClr val="black"/>
              </a:buClr>
              <a:buSzPct val="100000"/>
              <a:buFont typeface="Arial" panose="020B0604020202020204" pitchFamily="34" charset="0"/>
              <a:buChar char="•"/>
              <a:defRPr/>
            </a:pPr>
            <a:r>
              <a:rPr lang="en-US" sz="1100" dirty="0"/>
              <a:t>DWH – AMLHub instance will generate the data files in the xml format that will retain the special characters. There will be two files sent to HOF – RIB (Review Inquiry Batch) and RIP (Review Inactive Portfolio) and transmitted to HOF via MFT (Managed File Transfer) –GIS (GIS – Global Infrastructure Security) infrastructure.</a:t>
            </a:r>
          </a:p>
          <a:p>
            <a:pPr marL="88900" lvl="1" indent="-88900">
              <a:lnSpc>
                <a:spcPct val="115000"/>
              </a:lnSpc>
              <a:spcBef>
                <a:spcPts val="200"/>
              </a:spcBef>
              <a:spcAft>
                <a:spcPts val="200"/>
              </a:spcAft>
              <a:buClr>
                <a:prstClr val="black"/>
              </a:buClr>
              <a:buSzPct val="100000"/>
              <a:buFont typeface="Arial" panose="020B0604020202020204" pitchFamily="34" charset="0"/>
              <a:buChar char="•"/>
              <a:defRPr/>
            </a:pPr>
            <a:r>
              <a:rPr lang="en-US" sz="1100" dirty="0"/>
              <a:t>Data Deduplication : DWH is going to follow the same data deduplication logic that is currently being used in RDC data feeds. All screening records in DWH from source systems CDL, KYCR, T360 and OVS are compared against CDL records (Source ID = ‘CDL’) CDL-Legal-Name-Address Key to qualify for deduplication. The records where the Name-Address key of the record from any source system match with CDL Legal-Name-Address Key are not sent to Hotscan for screening. Key </a:t>
            </a:r>
            <a:r>
              <a:rPr lang="en-US" sz="1100" dirty="0" smtClean="0"/>
              <a:t>contract </a:t>
            </a:r>
            <a:r>
              <a:rPr lang="en-US" sz="1100" dirty="0"/>
              <a:t>for the Name and Address Key for all the records:  </a:t>
            </a:r>
            <a:r>
              <a:rPr lang="en-US" sz="1100" dirty="0" smtClean="0"/>
              <a:t>Full </a:t>
            </a:r>
            <a:r>
              <a:rPr lang="en-US" sz="1100" dirty="0"/>
              <a:t>Name + Address Line 1 + Address Line 2 + Address Line 3 + Address Line 4 + Address City+ Address State+ Address </a:t>
            </a:r>
            <a:r>
              <a:rPr lang="en-US" sz="1100" dirty="0" smtClean="0"/>
              <a:t>Zip code </a:t>
            </a:r>
            <a:r>
              <a:rPr lang="en-US" sz="1100" dirty="0"/>
              <a:t>+ (Address Country Name is not available then use Address Country Code else use Address Country Name)</a:t>
            </a:r>
          </a:p>
        </p:txBody>
      </p:sp>
      <p:sp>
        <p:nvSpPr>
          <p:cNvPr id="8" name="Round Same Side Corner Rectangle 7"/>
          <p:cNvSpPr/>
          <p:nvPr/>
        </p:nvSpPr>
        <p:spPr>
          <a:xfrm>
            <a:off x="148101" y="5568624"/>
            <a:ext cx="2990266" cy="298776"/>
          </a:xfrm>
          <a:prstGeom prst="round2SameRect">
            <a:avLst/>
          </a:prstGeom>
          <a:solidFill>
            <a:srgbClr val="00A0D6"/>
          </a:solidFill>
          <a:ln w="25400" cap="flat" cmpd="sng" algn="ctr">
            <a:noFill/>
            <a:prstDash val="solid"/>
          </a:ln>
          <a:effectLst>
            <a:outerShdw blurRad="50800" dist="38100" dir="2700000" algn="tl" rotWithShape="0">
              <a:prstClr val="black">
                <a:alpha val="40000"/>
              </a:prst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white"/>
                </a:solidFill>
                <a:effectLst/>
                <a:uLnTx/>
                <a:uFillTx/>
                <a:ea typeface="+mn-ea"/>
                <a:cs typeface="+mn-cs"/>
              </a:rPr>
              <a:t>Technology</a:t>
            </a:r>
          </a:p>
        </p:txBody>
      </p:sp>
      <p:sp>
        <p:nvSpPr>
          <p:cNvPr id="9" name="Rounded Rectangle 8"/>
          <p:cNvSpPr/>
          <p:nvPr/>
        </p:nvSpPr>
        <p:spPr>
          <a:xfrm>
            <a:off x="148099" y="5917332"/>
            <a:ext cx="11662899" cy="407268"/>
          </a:xfrm>
          <a:prstGeom prst="roundRect">
            <a:avLst>
              <a:gd name="adj" fmla="val 1448"/>
            </a:avLst>
          </a:prstGeom>
          <a:solidFill>
            <a:srgbClr val="E6E8F2"/>
          </a:solidFill>
          <a:ln w="25400" cap="flat" cmpd="sng" algn="ctr">
            <a:noFill/>
            <a:prstDash val="solid"/>
          </a:ln>
          <a:effectLst/>
        </p:spPr>
        <p:txBody>
          <a:bodyPr rtlCol="0" anchor="ctr"/>
          <a:lstStyle/>
          <a:p>
            <a:pPr marL="0" marR="0" lvl="0" indent="0" defTabSz="914400" eaLnBrk="1" fontAlgn="auto" latinLnBrk="0" hangingPunct="1">
              <a:lnSpc>
                <a:spcPct val="100000"/>
              </a:lnSpc>
              <a:spcBef>
                <a:spcPts val="360"/>
              </a:spcBef>
              <a:spcAft>
                <a:spcPct val="30000"/>
              </a:spcAft>
              <a:buClr>
                <a:srgbClr val="A11133"/>
              </a:buClr>
              <a:buSzTx/>
              <a:buFontTx/>
              <a:buNone/>
              <a:tabLst/>
              <a:defRPr/>
            </a:pPr>
            <a:r>
              <a:rPr kumimoji="0" lang="en-US" altLang="en-US" sz="1100" b="0" i="0" u="none" strike="noStrike" kern="0" cap="none" spc="0" normalizeH="0" baseline="0" noProof="0" dirty="0">
                <a:ln>
                  <a:noFill/>
                </a:ln>
                <a:solidFill>
                  <a:srgbClr val="3F3F3F"/>
                </a:solidFill>
                <a:effectLst/>
                <a:uLnTx/>
                <a:uFillTx/>
                <a:ea typeface="+mn-ea"/>
                <a:cs typeface="Arial" panose="020B0604020202020204" pitchFamily="34" charset="0"/>
              </a:rPr>
              <a:t>Informatica,</a:t>
            </a:r>
            <a:r>
              <a:rPr lang="en-US" altLang="en-US" sz="1100" kern="0" noProof="0" dirty="0">
                <a:solidFill>
                  <a:srgbClr val="3F3F3F"/>
                </a:solidFill>
                <a:cs typeface="Arial" panose="020B0604020202020204" pitchFamily="34" charset="0"/>
              </a:rPr>
              <a:t> TIDAL Scheduler, UNIX, Database like DB2,SQL</a:t>
            </a:r>
            <a:endParaRPr kumimoji="0" lang="en-US" altLang="en-US" sz="1100" b="0" i="0" u="none" strike="noStrike" kern="0" cap="none" spc="0" normalizeH="0" baseline="0" noProof="0" dirty="0">
              <a:ln>
                <a:noFill/>
              </a:ln>
              <a:solidFill>
                <a:srgbClr val="3F3F3F"/>
              </a:solidFill>
              <a:effectLst/>
              <a:uLnTx/>
              <a:uFillTx/>
              <a:ea typeface="+mn-ea"/>
              <a:cs typeface="Arial" panose="020B0604020202020204" pitchFamily="34" charset="0"/>
            </a:endParaRPr>
          </a:p>
        </p:txBody>
      </p:sp>
    </p:spTree>
    <p:extLst>
      <p:ext uri="{BB962C8B-B14F-4D97-AF65-F5344CB8AC3E}">
        <p14:creationId xmlns:p14="http://schemas.microsoft.com/office/powerpoint/2010/main" val="153157972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			</a:t>
            </a:r>
            <a:r>
              <a:rPr lang="en-US" sz="2800" dirty="0" smtClean="0"/>
              <a:t>RDC </a:t>
            </a:r>
            <a:r>
              <a:rPr lang="en-US" sz="2800" dirty="0"/>
              <a:t>to Hotscan </a:t>
            </a:r>
            <a:r>
              <a:rPr lang="en-US" sz="2800" dirty="0" smtClean="0"/>
              <a:t>Project Phase 2 - Architecture</a:t>
            </a:r>
            <a:endParaRPr lang="en-US" dirty="0"/>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0" name="Object 9"/>
          <p:cNvGraphicFramePr>
            <a:graphicFrameLocks noChangeAspect="1"/>
          </p:cNvGraphicFramePr>
          <p:nvPr>
            <p:extLst>
              <p:ext uri="{D42A27DB-BD31-4B8C-83A1-F6EECF244321}">
                <p14:modId xmlns:p14="http://schemas.microsoft.com/office/powerpoint/2010/main" val="1037534611"/>
              </p:ext>
            </p:extLst>
          </p:nvPr>
        </p:nvGraphicFramePr>
        <p:xfrm>
          <a:off x="1219200" y="914400"/>
          <a:ext cx="10287000" cy="5762625"/>
        </p:xfrm>
        <a:graphic>
          <a:graphicData uri="http://schemas.openxmlformats.org/presentationml/2006/ole">
            <mc:AlternateContent xmlns:mc="http://schemas.openxmlformats.org/markup-compatibility/2006">
              <mc:Choice xmlns:v="urn:schemas-microsoft-com:vml" Requires="v">
                <p:oleObj spid="_x0000_s95261" r:id="rId3" imgW="9515388" imgH="6648399" progId="Visio.Drawing.15">
                  <p:embed/>
                </p:oleObj>
              </mc:Choice>
              <mc:Fallback>
                <p:oleObj r:id="rId3" imgW="9515388" imgH="6648399" progId="Visio.Drawing.15">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9200" y="914400"/>
                        <a:ext cx="10287000" cy="5762625"/>
                      </a:xfrm>
                      <a:prstGeom prst="rect">
                        <a:avLst/>
                      </a:prstGeom>
                      <a:noFill/>
                    </p:spPr>
                  </p:pic>
                </p:oleObj>
              </mc:Fallback>
            </mc:AlternateContent>
          </a:graphicData>
        </a:graphic>
      </p:graphicFrame>
    </p:spTree>
    <p:extLst>
      <p:ext uri="{BB962C8B-B14F-4D97-AF65-F5344CB8AC3E}">
        <p14:creationId xmlns:p14="http://schemas.microsoft.com/office/powerpoint/2010/main" val="129614314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0800" y="2819401"/>
            <a:ext cx="10363200" cy="1002135"/>
          </a:xfrm>
        </p:spPr>
        <p:txBody>
          <a:bodyPr/>
          <a:lstStyle/>
          <a:p>
            <a:pPr algn="ctr"/>
            <a:r>
              <a:rPr lang="en-US" dirty="0" smtClean="0"/>
              <a:t>Support Projects</a:t>
            </a:r>
            <a:endParaRPr lang="en-US" dirty="0"/>
          </a:p>
        </p:txBody>
      </p:sp>
    </p:spTree>
    <p:extLst>
      <p:ext uri="{BB962C8B-B14F-4D97-AF65-F5344CB8AC3E}">
        <p14:creationId xmlns:p14="http://schemas.microsoft.com/office/powerpoint/2010/main" val="412405795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				Support Projects</a:t>
            </a:r>
            <a:endParaRPr lang="en-US" dirty="0"/>
          </a:p>
        </p:txBody>
      </p:sp>
      <p:sp>
        <p:nvSpPr>
          <p:cNvPr id="4" name="Rounded Rectangle 3"/>
          <p:cNvSpPr/>
          <p:nvPr/>
        </p:nvSpPr>
        <p:spPr>
          <a:xfrm>
            <a:off x="148161" y="1563288"/>
            <a:ext cx="11662839" cy="772235"/>
          </a:xfrm>
          <a:prstGeom prst="roundRect">
            <a:avLst>
              <a:gd name="adj" fmla="val 1448"/>
            </a:avLst>
          </a:prstGeom>
          <a:solidFill>
            <a:srgbClr val="E6E8F2"/>
          </a:solidFill>
          <a:ln w="25400" cap="flat" cmpd="sng" algn="ctr">
            <a:noFill/>
            <a:prstDash val="solid"/>
          </a:ln>
          <a:effectLst/>
        </p:spPr>
        <p:txBody>
          <a:bodyPr rtlCol="0" anchor="ctr"/>
          <a:lstStyle/>
          <a:p>
            <a:pPr marL="88900" lvl="1" indent="-88900">
              <a:lnSpc>
                <a:spcPct val="115000"/>
              </a:lnSpc>
              <a:spcBef>
                <a:spcPts val="200"/>
              </a:spcBef>
              <a:spcAft>
                <a:spcPts val="200"/>
              </a:spcAft>
              <a:buClr>
                <a:prstClr val="black"/>
              </a:buClr>
              <a:buSzPct val="100000"/>
              <a:buFont typeface="Arial" panose="020B0604020202020204" pitchFamily="34" charset="0"/>
              <a:buChar char="•"/>
              <a:defRPr/>
            </a:pPr>
            <a:r>
              <a:rPr lang="en-US" sz="1100" dirty="0"/>
              <a:t>Provided support which includes </a:t>
            </a:r>
            <a:r>
              <a:rPr lang="en-US" sz="1100" dirty="0" smtClean="0"/>
              <a:t>Enhancements</a:t>
            </a:r>
            <a:r>
              <a:rPr lang="en-US" sz="1100" dirty="0"/>
              <a:t>, Execution, Issue handling, Monitoring in all phases (SIT, UAT and Prod)</a:t>
            </a:r>
          </a:p>
          <a:p>
            <a:pPr marL="88900" lvl="1" indent="-88900">
              <a:lnSpc>
                <a:spcPct val="115000"/>
              </a:lnSpc>
              <a:spcBef>
                <a:spcPts val="200"/>
              </a:spcBef>
              <a:spcAft>
                <a:spcPts val="200"/>
              </a:spcAft>
              <a:buClr>
                <a:prstClr val="black"/>
              </a:buClr>
              <a:buSzPct val="100000"/>
              <a:buFont typeface="Arial" panose="020B0604020202020204" pitchFamily="34" charset="0"/>
              <a:buChar char="•"/>
              <a:defRPr/>
            </a:pPr>
            <a:r>
              <a:rPr lang="en-US" sz="1100" dirty="0"/>
              <a:t>Provide SIT, UAT support for the Genesis, EPP, T360 </a:t>
            </a:r>
            <a:r>
              <a:rPr lang="en-US" sz="1100" dirty="0" smtClean="0"/>
              <a:t>,AML</a:t>
            </a:r>
            <a:r>
              <a:rPr lang="en-US" sz="1100" dirty="0"/>
              <a:t>, AML Platform, AML Data </a:t>
            </a:r>
            <a:r>
              <a:rPr lang="en-US" sz="1100" dirty="0" smtClean="0"/>
              <a:t>Track and  N-tier</a:t>
            </a:r>
            <a:endParaRPr lang="en-US" sz="1100" dirty="0"/>
          </a:p>
        </p:txBody>
      </p:sp>
      <p:sp>
        <p:nvSpPr>
          <p:cNvPr id="5" name="Round Same Side Corner Rectangle 4"/>
          <p:cNvSpPr/>
          <p:nvPr/>
        </p:nvSpPr>
        <p:spPr>
          <a:xfrm>
            <a:off x="133935" y="1295400"/>
            <a:ext cx="2990265" cy="267887"/>
          </a:xfrm>
          <a:prstGeom prst="round2SameRect">
            <a:avLst/>
          </a:prstGeom>
          <a:solidFill>
            <a:srgbClr val="00A1E4"/>
          </a:solidFill>
          <a:ln w="25400" cap="flat" cmpd="sng" algn="ctr">
            <a:noFill/>
            <a:prstDash val="solid"/>
          </a:ln>
          <a:effectLst>
            <a:outerShdw blurRad="50800" dist="38100" dir="2700000" algn="tl" rotWithShape="0">
              <a:prstClr val="black">
                <a:alpha val="40000"/>
              </a:prst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white"/>
                </a:solidFill>
                <a:effectLst/>
                <a:uLnTx/>
                <a:uFillTx/>
                <a:ea typeface="+mn-ea"/>
                <a:cs typeface="+mn-cs"/>
              </a:rPr>
              <a:t>Objective</a:t>
            </a:r>
          </a:p>
        </p:txBody>
      </p:sp>
      <p:sp>
        <p:nvSpPr>
          <p:cNvPr id="6" name="Round Same Side Corner Rectangle 5"/>
          <p:cNvSpPr/>
          <p:nvPr/>
        </p:nvSpPr>
        <p:spPr>
          <a:xfrm>
            <a:off x="148161" y="2440065"/>
            <a:ext cx="2976039" cy="327695"/>
          </a:xfrm>
          <a:prstGeom prst="round2SameRect">
            <a:avLst/>
          </a:prstGeom>
          <a:solidFill>
            <a:srgbClr val="00A0D6"/>
          </a:solidFill>
          <a:ln w="25400" cap="flat" cmpd="sng" algn="ctr">
            <a:noFill/>
            <a:prstDash val="solid"/>
          </a:ln>
          <a:effectLst>
            <a:outerShdw blurRad="50800" dist="38100" dir="2700000" algn="tl" rotWithShape="0">
              <a:prstClr val="black">
                <a:alpha val="40000"/>
              </a:prst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white"/>
                </a:solidFill>
                <a:effectLst/>
                <a:uLnTx/>
                <a:uFillTx/>
                <a:ea typeface="+mn-ea"/>
                <a:cs typeface="+mn-cs"/>
              </a:rPr>
              <a:t>Scope</a:t>
            </a:r>
          </a:p>
        </p:txBody>
      </p:sp>
      <p:sp>
        <p:nvSpPr>
          <p:cNvPr id="7" name="TextBox 6"/>
          <p:cNvSpPr txBox="1"/>
          <p:nvPr/>
        </p:nvSpPr>
        <p:spPr>
          <a:xfrm>
            <a:off x="160026" y="2767760"/>
            <a:ext cx="11650973" cy="2941318"/>
          </a:xfrm>
          <a:prstGeom prst="rect">
            <a:avLst/>
          </a:prstGeom>
          <a:solidFill>
            <a:srgbClr val="E6E8F2"/>
          </a:solidFill>
        </p:spPr>
        <p:txBody>
          <a:bodyPr wrap="square" rtlCol="0">
            <a:spAutoFit/>
          </a:bodyPr>
          <a:lstStyle>
            <a:defPPr>
              <a:defRPr lang="en-US"/>
            </a:defPPr>
            <a:lvl1pPr marL="171450" indent="-171450">
              <a:lnSpc>
                <a:spcPts val="1000"/>
              </a:lnSpc>
              <a:buFont typeface="Arial" panose="020B0604020202020204" pitchFamily="34" charset="0"/>
              <a:buChar char="•"/>
              <a:defRPr sz="1000">
                <a:latin typeface="Candara" panose="020E0502030303020204" pitchFamily="34" charset="0"/>
              </a:defRPr>
            </a:lvl1pPr>
          </a:lstStyle>
          <a:p>
            <a:pPr marL="88900" lvl="1" indent="-88900">
              <a:lnSpc>
                <a:spcPct val="115000"/>
              </a:lnSpc>
              <a:spcBef>
                <a:spcPts val="200"/>
              </a:spcBef>
              <a:spcAft>
                <a:spcPts val="200"/>
              </a:spcAft>
              <a:buClr>
                <a:prstClr val="black"/>
              </a:buClr>
              <a:buSzPct val="100000"/>
              <a:buFont typeface="Arial" panose="020B0604020202020204" pitchFamily="34" charset="0"/>
              <a:buChar char="•"/>
              <a:defRPr/>
            </a:pPr>
            <a:r>
              <a:rPr lang="en-US" sz="1100" dirty="0"/>
              <a:t>Perform, </a:t>
            </a:r>
            <a:r>
              <a:rPr lang="en-US" sz="1100" dirty="0" smtClean="0"/>
              <a:t>organize </a:t>
            </a:r>
            <a:r>
              <a:rPr lang="en-US" sz="1100" dirty="0"/>
              <a:t>and streamline operational tasks. </a:t>
            </a:r>
          </a:p>
          <a:p>
            <a:pPr marL="88900" lvl="1" indent="-88900">
              <a:lnSpc>
                <a:spcPct val="115000"/>
              </a:lnSpc>
              <a:spcBef>
                <a:spcPts val="200"/>
              </a:spcBef>
              <a:spcAft>
                <a:spcPts val="200"/>
              </a:spcAft>
              <a:buClr>
                <a:prstClr val="black"/>
              </a:buClr>
              <a:buSzPct val="100000"/>
              <a:buFont typeface="Arial" panose="020B0604020202020204" pitchFamily="34" charset="0"/>
              <a:buChar char="•"/>
              <a:defRPr/>
            </a:pPr>
            <a:r>
              <a:rPr lang="en-US" sz="1100" dirty="0"/>
              <a:t>Monitor for problems, analyze root causes and provide resolution and escalating when </a:t>
            </a:r>
            <a:r>
              <a:rPr lang="en-US" sz="1100" dirty="0" smtClean="0"/>
              <a:t>required for all Prod and Non-Prod jobs</a:t>
            </a:r>
            <a:endParaRPr lang="en-US" sz="1100" dirty="0"/>
          </a:p>
          <a:p>
            <a:pPr marL="88900" lvl="1" indent="-88900">
              <a:lnSpc>
                <a:spcPct val="115000"/>
              </a:lnSpc>
              <a:spcBef>
                <a:spcPts val="200"/>
              </a:spcBef>
              <a:spcAft>
                <a:spcPts val="200"/>
              </a:spcAft>
              <a:buClr>
                <a:prstClr val="black"/>
              </a:buClr>
              <a:buSzPct val="100000"/>
              <a:buFont typeface="Arial" panose="020B0604020202020204" pitchFamily="34" charset="0"/>
              <a:buChar char="•"/>
              <a:defRPr/>
            </a:pPr>
            <a:r>
              <a:rPr lang="en-US" sz="1100" dirty="0"/>
              <a:t>Maintain documentation for all operational malfunction and associated code changes.</a:t>
            </a:r>
          </a:p>
          <a:p>
            <a:pPr marL="88900" lvl="1" indent="-88900">
              <a:lnSpc>
                <a:spcPct val="115000"/>
              </a:lnSpc>
              <a:spcBef>
                <a:spcPts val="200"/>
              </a:spcBef>
              <a:spcAft>
                <a:spcPts val="200"/>
              </a:spcAft>
              <a:buClr>
                <a:prstClr val="black"/>
              </a:buClr>
              <a:buSzPct val="100000"/>
              <a:buFont typeface="Arial" panose="020B0604020202020204" pitchFamily="34" charset="0"/>
              <a:buChar char="•"/>
              <a:defRPr/>
            </a:pPr>
            <a:r>
              <a:rPr lang="en-US" sz="1100" dirty="0"/>
              <a:t>Interact with clients and provide status update.</a:t>
            </a:r>
          </a:p>
          <a:p>
            <a:pPr marL="88900" lvl="1" indent="-88900">
              <a:lnSpc>
                <a:spcPct val="115000"/>
              </a:lnSpc>
              <a:spcBef>
                <a:spcPts val="200"/>
              </a:spcBef>
              <a:spcAft>
                <a:spcPts val="200"/>
              </a:spcAft>
              <a:buClr>
                <a:prstClr val="black"/>
              </a:buClr>
              <a:buSzPct val="100000"/>
              <a:buFont typeface="Arial" panose="020B0604020202020204" pitchFamily="34" charset="0"/>
              <a:buChar char="•"/>
              <a:defRPr/>
            </a:pPr>
            <a:r>
              <a:rPr lang="en-US" sz="1100" dirty="0">
                <a:latin typeface="+mn-lt"/>
              </a:rPr>
              <a:t>Closely monitoring DWH batch jobs in production environment and </a:t>
            </a:r>
            <a:r>
              <a:rPr lang="en-US" sz="1100" dirty="0"/>
              <a:t>Handling the production job failures.</a:t>
            </a:r>
            <a:endParaRPr lang="en-US" sz="1100" dirty="0">
              <a:latin typeface="+mn-lt"/>
            </a:endParaRPr>
          </a:p>
          <a:p>
            <a:pPr marL="88900" lvl="1" indent="-88900">
              <a:lnSpc>
                <a:spcPct val="115000"/>
              </a:lnSpc>
              <a:spcBef>
                <a:spcPts val="200"/>
              </a:spcBef>
              <a:spcAft>
                <a:spcPts val="200"/>
              </a:spcAft>
              <a:buClr>
                <a:prstClr val="black"/>
              </a:buClr>
              <a:buSzPct val="100000"/>
              <a:buFont typeface="Arial" panose="020B0604020202020204" pitchFamily="34" charset="0"/>
              <a:buChar char="•"/>
              <a:defRPr/>
            </a:pPr>
            <a:r>
              <a:rPr lang="en-US" sz="1100" dirty="0">
                <a:latin typeface="+mn-lt"/>
              </a:rPr>
              <a:t>Discussing with on call person about the batch issues and working on the solution.</a:t>
            </a:r>
          </a:p>
          <a:p>
            <a:pPr marL="88900" lvl="1" indent="-88900">
              <a:lnSpc>
                <a:spcPct val="115000"/>
              </a:lnSpc>
              <a:spcBef>
                <a:spcPts val="200"/>
              </a:spcBef>
              <a:spcAft>
                <a:spcPts val="200"/>
              </a:spcAft>
              <a:buClr>
                <a:prstClr val="black"/>
              </a:buClr>
              <a:buSzPct val="100000"/>
              <a:buFont typeface="Arial" panose="020B0604020202020204" pitchFamily="34" charset="0"/>
              <a:buChar char="•"/>
              <a:defRPr/>
            </a:pPr>
            <a:r>
              <a:rPr lang="en-US" sz="1100" dirty="0">
                <a:latin typeface="+mn-lt"/>
              </a:rPr>
              <a:t>Sending Daily Batch Status Reports.</a:t>
            </a:r>
            <a:endParaRPr lang="en-US" sz="1100" dirty="0"/>
          </a:p>
          <a:p>
            <a:pPr marL="88900" lvl="1" indent="-88900">
              <a:lnSpc>
                <a:spcPct val="115000"/>
              </a:lnSpc>
              <a:spcBef>
                <a:spcPts val="200"/>
              </a:spcBef>
              <a:spcAft>
                <a:spcPts val="200"/>
              </a:spcAft>
              <a:buClr>
                <a:prstClr val="black"/>
              </a:buClr>
              <a:buSzPct val="100000"/>
              <a:buFont typeface="Arial" panose="020B0604020202020204" pitchFamily="34" charset="0"/>
              <a:buChar char="•"/>
              <a:defRPr/>
            </a:pPr>
            <a:r>
              <a:rPr lang="en-US" sz="1100" dirty="0" smtClean="0"/>
              <a:t>Executing DWH </a:t>
            </a:r>
            <a:r>
              <a:rPr lang="en-US" sz="1100" dirty="0"/>
              <a:t>batch jobs  in SIT </a:t>
            </a:r>
            <a:r>
              <a:rPr lang="en-US" sz="1100" dirty="0" smtClean="0"/>
              <a:t>and UAT Environment</a:t>
            </a:r>
            <a:r>
              <a:rPr lang="en-US" sz="1100" dirty="0"/>
              <a:t>, We are also engaged in route cause analysis for any failures that occur during the execution phase. Failures will be communicated to the concern team via appropriate channels.</a:t>
            </a:r>
          </a:p>
          <a:p>
            <a:pPr marL="88900" lvl="1" indent="-88900">
              <a:lnSpc>
                <a:spcPct val="115000"/>
              </a:lnSpc>
              <a:spcBef>
                <a:spcPts val="200"/>
              </a:spcBef>
              <a:spcAft>
                <a:spcPts val="200"/>
              </a:spcAft>
              <a:buClr>
                <a:prstClr val="black"/>
              </a:buClr>
              <a:buSzPct val="100000"/>
              <a:buFont typeface="Arial" panose="020B0604020202020204" pitchFamily="34" charset="0"/>
              <a:buChar char="•"/>
              <a:defRPr/>
            </a:pPr>
            <a:r>
              <a:rPr lang="en-US" sz="1100" dirty="0"/>
              <a:t>N-tier job execution in </a:t>
            </a:r>
            <a:r>
              <a:rPr lang="en-US" sz="1100" dirty="0" smtClean="0"/>
              <a:t>SIT, UAT</a:t>
            </a:r>
          </a:p>
          <a:p>
            <a:pPr marL="88900" lvl="1" indent="-88900">
              <a:lnSpc>
                <a:spcPct val="115000"/>
              </a:lnSpc>
              <a:spcBef>
                <a:spcPts val="200"/>
              </a:spcBef>
              <a:spcAft>
                <a:spcPts val="200"/>
              </a:spcAft>
              <a:buClr>
                <a:prstClr val="black"/>
              </a:buClr>
              <a:buSzPct val="100000"/>
              <a:buFont typeface="Arial" panose="020B0604020202020204" pitchFamily="34" charset="0"/>
              <a:buChar char="•"/>
              <a:defRPr/>
            </a:pPr>
            <a:r>
              <a:rPr lang="en-US" sz="1100" dirty="0" smtClean="0">
                <a:latin typeface="+mn-lt"/>
              </a:rPr>
              <a:t>Checking, analyzing and closing the IM tickets and assigned to the corresponding group if required.</a:t>
            </a:r>
          </a:p>
          <a:p>
            <a:pPr marL="88900" lvl="1" indent="-88900">
              <a:lnSpc>
                <a:spcPct val="115000"/>
              </a:lnSpc>
              <a:spcBef>
                <a:spcPts val="200"/>
              </a:spcBef>
              <a:spcAft>
                <a:spcPts val="200"/>
              </a:spcAft>
              <a:buClr>
                <a:prstClr val="black"/>
              </a:buClr>
              <a:buSzPct val="100000"/>
              <a:buFont typeface="Arial" panose="020B0604020202020204" pitchFamily="34" charset="0"/>
              <a:buChar char="•"/>
              <a:defRPr/>
            </a:pPr>
            <a:r>
              <a:rPr lang="en-US" sz="1100" dirty="0" smtClean="0">
                <a:latin typeface="+mn-lt"/>
              </a:rPr>
              <a:t>Preparing Play batch document for all the production jobs.</a:t>
            </a:r>
            <a:endParaRPr lang="en-US" sz="1100" dirty="0">
              <a:latin typeface="+mn-lt"/>
            </a:endParaRPr>
          </a:p>
        </p:txBody>
      </p:sp>
    </p:spTree>
    <p:extLst>
      <p:ext uri="{BB962C8B-B14F-4D97-AF65-F5344CB8AC3E}">
        <p14:creationId xmlns:p14="http://schemas.microsoft.com/office/powerpoint/2010/main" val="203952582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				Support Projects</a:t>
            </a:r>
            <a:endParaRPr lang="en-US" dirty="0"/>
          </a:p>
        </p:txBody>
      </p:sp>
      <p:sp>
        <p:nvSpPr>
          <p:cNvPr id="4" name="Rounded Rectangle 3"/>
          <p:cNvSpPr/>
          <p:nvPr/>
        </p:nvSpPr>
        <p:spPr>
          <a:xfrm>
            <a:off x="148161" y="1600200"/>
            <a:ext cx="11662839" cy="1524000"/>
          </a:xfrm>
          <a:prstGeom prst="roundRect">
            <a:avLst>
              <a:gd name="adj" fmla="val 1448"/>
            </a:avLst>
          </a:prstGeom>
          <a:solidFill>
            <a:srgbClr val="E6E8F2"/>
          </a:solidFill>
          <a:ln w="25400" cap="flat" cmpd="sng" algn="ctr">
            <a:noFill/>
            <a:prstDash val="solid"/>
          </a:ln>
          <a:effectLst/>
        </p:spPr>
        <p:txBody>
          <a:bodyPr rtlCol="0" anchor="ctr"/>
          <a:lstStyle/>
          <a:p>
            <a:pPr marL="88900" lvl="1" indent="-88900">
              <a:lnSpc>
                <a:spcPct val="115000"/>
              </a:lnSpc>
              <a:spcBef>
                <a:spcPts val="200"/>
              </a:spcBef>
              <a:spcAft>
                <a:spcPts val="200"/>
              </a:spcAft>
              <a:buClr>
                <a:prstClr val="black"/>
              </a:buClr>
              <a:buSzPct val="100000"/>
              <a:buFont typeface="Arial" panose="020B0604020202020204" pitchFamily="34" charset="0"/>
              <a:buChar char="•"/>
              <a:defRPr/>
            </a:pPr>
            <a:r>
              <a:rPr lang="en-US" sz="1100" dirty="0" smtClean="0"/>
              <a:t>Supporting the below source systems</a:t>
            </a:r>
          </a:p>
          <a:p>
            <a:pPr marL="0" lvl="1">
              <a:lnSpc>
                <a:spcPct val="115000"/>
              </a:lnSpc>
              <a:spcBef>
                <a:spcPts val="200"/>
              </a:spcBef>
              <a:spcAft>
                <a:spcPts val="200"/>
              </a:spcAft>
              <a:buClr>
                <a:prstClr val="black"/>
              </a:buClr>
              <a:buSzPct val="100000"/>
              <a:defRPr/>
            </a:pPr>
            <a:r>
              <a:rPr lang="en-US" sz="1100" dirty="0" smtClean="0"/>
              <a:t>  OVS,P/S, Genesis, WSS, ZEUS ,GCARS, GPP, T-360, CDL , SOPHIS , ABCP , ORACLE G/L , ANTONORI , IRIS , IMARKS , MOODYS, MARKIT  </a:t>
            </a:r>
            <a:r>
              <a:rPr lang="en-US" sz="1100" dirty="0" err="1" smtClean="0"/>
              <a:t>Transfile</a:t>
            </a:r>
            <a:endParaRPr lang="en-US" sz="1100" dirty="0"/>
          </a:p>
          <a:p>
            <a:pPr marL="88900" lvl="1" indent="-88900">
              <a:lnSpc>
                <a:spcPct val="115000"/>
              </a:lnSpc>
              <a:spcBef>
                <a:spcPts val="200"/>
              </a:spcBef>
              <a:spcAft>
                <a:spcPts val="200"/>
              </a:spcAft>
              <a:buClr>
                <a:prstClr val="black"/>
              </a:buClr>
              <a:buSzPct val="100000"/>
              <a:buFont typeface="Arial" panose="020B0604020202020204" pitchFamily="34" charset="0"/>
              <a:buChar char="•"/>
              <a:defRPr/>
            </a:pPr>
            <a:r>
              <a:rPr lang="en-US" sz="1100" dirty="0" smtClean="0"/>
              <a:t>Supporting the below target systems</a:t>
            </a:r>
          </a:p>
          <a:p>
            <a:pPr marL="0" lvl="1">
              <a:lnSpc>
                <a:spcPct val="115000"/>
              </a:lnSpc>
              <a:spcBef>
                <a:spcPts val="200"/>
              </a:spcBef>
              <a:spcAft>
                <a:spcPts val="200"/>
              </a:spcAft>
              <a:buClr>
                <a:prstClr val="black"/>
              </a:buClr>
              <a:buSzPct val="100000"/>
              <a:defRPr/>
            </a:pPr>
            <a:r>
              <a:rPr lang="en-US" sz="1100" dirty="0" smtClean="0"/>
              <a:t>  OVS , MARIO , ODH , RMDB , ZEUS , VISION IP , OFSA FILES , PNL REPORTING, COLLATERAL MANAGEMENT SYSTEM , CMS/ CAA , FED PLEDGE , FAT , GMDA,</a:t>
            </a:r>
          </a:p>
          <a:p>
            <a:pPr marL="0" lvl="1">
              <a:lnSpc>
                <a:spcPct val="115000"/>
              </a:lnSpc>
              <a:spcBef>
                <a:spcPts val="200"/>
              </a:spcBef>
              <a:spcAft>
                <a:spcPts val="200"/>
              </a:spcAft>
              <a:buClr>
                <a:prstClr val="black"/>
              </a:buClr>
              <a:buSzPct val="100000"/>
              <a:defRPr/>
            </a:pPr>
            <a:r>
              <a:rPr lang="en-US" sz="1100" dirty="0"/>
              <a:t> </a:t>
            </a:r>
            <a:r>
              <a:rPr lang="en-US" sz="1100" dirty="0" smtClean="0"/>
              <a:t>IRIS, </a:t>
            </a:r>
            <a:r>
              <a:rPr lang="en-US" sz="1100" dirty="0" err="1" smtClean="0"/>
              <a:t>Reg</a:t>
            </a:r>
            <a:r>
              <a:rPr lang="en-US" sz="1100" dirty="0" smtClean="0"/>
              <a:t> Reporting , Risk Manager , Record Keeping</a:t>
            </a:r>
          </a:p>
          <a:p>
            <a:pPr marL="88900" lvl="1" indent="-88900">
              <a:lnSpc>
                <a:spcPct val="115000"/>
              </a:lnSpc>
              <a:spcBef>
                <a:spcPts val="200"/>
              </a:spcBef>
              <a:spcAft>
                <a:spcPts val="200"/>
              </a:spcAft>
              <a:buClr>
                <a:prstClr val="black"/>
              </a:buClr>
              <a:buSzPct val="100000"/>
              <a:buFont typeface="Arial" panose="020B0604020202020204" pitchFamily="34" charset="0"/>
              <a:buChar char="•"/>
              <a:defRPr/>
            </a:pPr>
            <a:endParaRPr lang="en-US" sz="1100" dirty="0"/>
          </a:p>
        </p:txBody>
      </p:sp>
      <p:sp>
        <p:nvSpPr>
          <p:cNvPr id="5" name="Round Same Side Corner Rectangle 4"/>
          <p:cNvSpPr/>
          <p:nvPr/>
        </p:nvSpPr>
        <p:spPr>
          <a:xfrm>
            <a:off x="133935" y="1295400"/>
            <a:ext cx="2990265" cy="267887"/>
          </a:xfrm>
          <a:prstGeom prst="round2SameRect">
            <a:avLst/>
          </a:prstGeom>
          <a:solidFill>
            <a:srgbClr val="00A1E4"/>
          </a:solidFill>
          <a:ln w="25400" cap="flat" cmpd="sng" algn="ctr">
            <a:noFill/>
            <a:prstDash val="solid"/>
          </a:ln>
          <a:effectLst>
            <a:outerShdw blurRad="50800" dist="38100" dir="2700000" algn="tl" rotWithShape="0">
              <a:prstClr val="black">
                <a:alpha val="40000"/>
              </a:prst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smtClean="0">
                <a:ln>
                  <a:noFill/>
                </a:ln>
                <a:solidFill>
                  <a:prstClr val="white"/>
                </a:solidFill>
                <a:effectLst/>
                <a:uLnTx/>
                <a:uFillTx/>
                <a:ea typeface="+mn-ea"/>
                <a:cs typeface="+mn-cs"/>
              </a:rPr>
              <a:t>Supportive Systems</a:t>
            </a:r>
            <a:endParaRPr kumimoji="0" lang="en-US" sz="1200" b="1" i="0" u="none" strike="noStrike" kern="0" cap="none" spc="0" normalizeH="0" baseline="0" noProof="0" dirty="0">
              <a:ln>
                <a:noFill/>
              </a:ln>
              <a:solidFill>
                <a:prstClr val="white"/>
              </a:solidFill>
              <a:effectLst/>
              <a:uLnTx/>
              <a:uFillTx/>
              <a:ea typeface="+mn-ea"/>
              <a:cs typeface="+mn-cs"/>
            </a:endParaRPr>
          </a:p>
        </p:txBody>
      </p:sp>
      <p:sp>
        <p:nvSpPr>
          <p:cNvPr id="8" name="Round Same Side Corner Rectangle 7"/>
          <p:cNvSpPr/>
          <p:nvPr/>
        </p:nvSpPr>
        <p:spPr>
          <a:xfrm>
            <a:off x="160671" y="3429000"/>
            <a:ext cx="2990266" cy="298776"/>
          </a:xfrm>
          <a:prstGeom prst="round2SameRect">
            <a:avLst/>
          </a:prstGeom>
          <a:solidFill>
            <a:srgbClr val="00A0D6"/>
          </a:solidFill>
          <a:ln w="25400" cap="flat" cmpd="sng" algn="ctr">
            <a:noFill/>
            <a:prstDash val="solid"/>
          </a:ln>
          <a:effectLst>
            <a:outerShdw blurRad="50800" dist="38100" dir="2700000" algn="tl" rotWithShape="0">
              <a:prstClr val="black">
                <a:alpha val="40000"/>
              </a:prst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lang="en-US" sz="1200" b="1" kern="0" dirty="0" smtClean="0">
                <a:solidFill>
                  <a:prstClr val="white"/>
                </a:solidFill>
                <a:cs typeface="+mn-cs"/>
              </a:rPr>
              <a:t>Architectural Diagram </a:t>
            </a:r>
            <a:endParaRPr kumimoji="0" lang="en-US" sz="1200" b="1" i="0" u="none" strike="noStrike" kern="0" cap="none" spc="0" normalizeH="0" baseline="0" noProof="0" dirty="0">
              <a:ln>
                <a:noFill/>
              </a:ln>
              <a:solidFill>
                <a:prstClr val="white"/>
              </a:solidFill>
              <a:effectLst/>
              <a:uLnTx/>
              <a:uFillTx/>
              <a:ea typeface="+mn-ea"/>
              <a:cs typeface="+mn-cs"/>
            </a:endParaRPr>
          </a:p>
        </p:txBody>
      </p:sp>
      <p:sp>
        <p:nvSpPr>
          <p:cNvPr id="9" name="Rounded Rectangle 8"/>
          <p:cNvSpPr/>
          <p:nvPr/>
        </p:nvSpPr>
        <p:spPr>
          <a:xfrm>
            <a:off x="160671" y="3733800"/>
            <a:ext cx="11662899" cy="1524000"/>
          </a:xfrm>
          <a:prstGeom prst="roundRect">
            <a:avLst>
              <a:gd name="adj" fmla="val 21554"/>
            </a:avLst>
          </a:prstGeom>
          <a:solidFill>
            <a:srgbClr val="E6E8F2"/>
          </a:solidFill>
          <a:ln w="25400" cap="flat" cmpd="sng" algn="ctr">
            <a:noFill/>
            <a:prstDash val="solid"/>
          </a:ln>
          <a:effectLst/>
        </p:spPr>
        <p:txBody>
          <a:bodyPr rtlCol="0" anchor="ctr"/>
          <a:lstStyle/>
          <a:p>
            <a:pPr marL="0" marR="0" lvl="0" indent="0" defTabSz="914400" eaLnBrk="1" fontAlgn="auto" latinLnBrk="0" hangingPunct="1">
              <a:lnSpc>
                <a:spcPct val="100000"/>
              </a:lnSpc>
              <a:spcBef>
                <a:spcPts val="360"/>
              </a:spcBef>
              <a:spcAft>
                <a:spcPct val="30000"/>
              </a:spcAft>
              <a:buClr>
                <a:srgbClr val="A11133"/>
              </a:buClr>
              <a:buSzTx/>
              <a:buFontTx/>
              <a:buNone/>
              <a:tabLst/>
              <a:defRPr/>
            </a:pPr>
            <a:r>
              <a:rPr kumimoji="0" lang="en-US" altLang="en-US" sz="1100" b="0" i="0" u="none" strike="noStrike" kern="0" cap="none" spc="0" normalizeH="0" baseline="0" noProof="0" dirty="0" smtClean="0">
                <a:ln>
                  <a:noFill/>
                </a:ln>
                <a:solidFill>
                  <a:srgbClr val="3F3F3F"/>
                </a:solidFill>
                <a:effectLst/>
                <a:uLnTx/>
                <a:uFillTx/>
                <a:ea typeface="+mn-ea"/>
                <a:cs typeface="Arial" panose="020B0604020202020204" pitchFamily="34" charset="0"/>
              </a:rPr>
              <a:t>Please</a:t>
            </a:r>
            <a:r>
              <a:rPr kumimoji="0" lang="en-US" altLang="en-US" sz="1100" b="0" i="0" u="none" strike="noStrike" kern="0" cap="none" spc="0" normalizeH="0" noProof="0" dirty="0" smtClean="0">
                <a:ln>
                  <a:noFill/>
                </a:ln>
                <a:solidFill>
                  <a:srgbClr val="3F3F3F"/>
                </a:solidFill>
                <a:effectLst/>
                <a:uLnTx/>
                <a:uFillTx/>
                <a:ea typeface="+mn-ea"/>
                <a:cs typeface="Arial" panose="020B0604020202020204" pitchFamily="34" charset="0"/>
              </a:rPr>
              <a:t> refer the below link :-</a:t>
            </a:r>
          </a:p>
          <a:p>
            <a:pPr marL="0" marR="0" lvl="0" indent="0" defTabSz="914400" eaLnBrk="1" fontAlgn="auto" latinLnBrk="0" hangingPunct="1">
              <a:lnSpc>
                <a:spcPct val="100000"/>
              </a:lnSpc>
              <a:spcBef>
                <a:spcPts val="360"/>
              </a:spcBef>
              <a:spcAft>
                <a:spcPct val="30000"/>
              </a:spcAft>
              <a:buClr>
                <a:srgbClr val="A11133"/>
              </a:buClr>
              <a:buSzTx/>
              <a:buFontTx/>
              <a:buNone/>
              <a:tabLst/>
              <a:defRPr/>
            </a:pPr>
            <a:r>
              <a:rPr lang="en-US" altLang="en-US" sz="1100" kern="0" dirty="0">
                <a:solidFill>
                  <a:srgbClr val="3F3F3F"/>
                </a:solidFill>
                <a:cs typeface="Arial" panose="020B0604020202020204" pitchFamily="34" charset="0"/>
              </a:rPr>
              <a:t>https://teams.ad.btmna.com/sites_c/InformationManagement/DWAG/SiteAssets/Wiki/Data%20Flow%20Diagram/DWH%20HLD%20Data%20Flow%20Post%20OVS.vsd</a:t>
            </a:r>
            <a:endParaRPr kumimoji="0" lang="en-US" altLang="en-US" sz="1100" b="0" i="0" u="none" strike="noStrike" kern="0" cap="none" spc="0" normalizeH="0" baseline="0" noProof="0" dirty="0">
              <a:ln>
                <a:noFill/>
              </a:ln>
              <a:solidFill>
                <a:srgbClr val="3F3F3F"/>
              </a:solidFill>
              <a:effectLst/>
              <a:uLnTx/>
              <a:uFillTx/>
              <a:ea typeface="+mn-ea"/>
              <a:cs typeface="Arial" panose="020B0604020202020204" pitchFamily="34" charset="0"/>
            </a:endParaRPr>
          </a:p>
        </p:txBody>
      </p:sp>
      <p:sp>
        <p:nvSpPr>
          <p:cNvPr id="10" name="Round Same Side Corner Rectangle 9"/>
          <p:cNvSpPr/>
          <p:nvPr/>
        </p:nvSpPr>
        <p:spPr>
          <a:xfrm>
            <a:off x="148101" y="5356847"/>
            <a:ext cx="2990266" cy="298776"/>
          </a:xfrm>
          <a:prstGeom prst="round2SameRect">
            <a:avLst/>
          </a:prstGeom>
          <a:solidFill>
            <a:srgbClr val="00A0D6"/>
          </a:solidFill>
          <a:ln w="25400" cap="flat" cmpd="sng" algn="ctr">
            <a:noFill/>
            <a:prstDash val="solid"/>
          </a:ln>
          <a:effectLst>
            <a:outerShdw blurRad="50800" dist="38100" dir="2700000" algn="tl" rotWithShape="0">
              <a:prstClr val="black">
                <a:alpha val="40000"/>
              </a:prst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white"/>
                </a:solidFill>
                <a:effectLst/>
                <a:uLnTx/>
                <a:uFillTx/>
                <a:ea typeface="+mn-ea"/>
                <a:cs typeface="+mn-cs"/>
              </a:rPr>
              <a:t>Technology</a:t>
            </a:r>
          </a:p>
        </p:txBody>
      </p:sp>
      <p:sp>
        <p:nvSpPr>
          <p:cNvPr id="11" name="Rounded Rectangle 10"/>
          <p:cNvSpPr/>
          <p:nvPr/>
        </p:nvSpPr>
        <p:spPr>
          <a:xfrm>
            <a:off x="148099" y="5638800"/>
            <a:ext cx="11662899" cy="407268"/>
          </a:xfrm>
          <a:prstGeom prst="roundRect">
            <a:avLst>
              <a:gd name="adj" fmla="val 1448"/>
            </a:avLst>
          </a:prstGeom>
          <a:solidFill>
            <a:srgbClr val="E6E8F2"/>
          </a:solidFill>
          <a:ln w="25400" cap="flat" cmpd="sng" algn="ctr">
            <a:noFill/>
            <a:prstDash val="solid"/>
          </a:ln>
          <a:effectLst/>
        </p:spPr>
        <p:txBody>
          <a:bodyPr rtlCol="0" anchor="ctr"/>
          <a:lstStyle/>
          <a:p>
            <a:pPr marL="0" marR="0" lvl="0" indent="0" defTabSz="914400" eaLnBrk="1" fontAlgn="auto" latinLnBrk="0" hangingPunct="1">
              <a:lnSpc>
                <a:spcPct val="100000"/>
              </a:lnSpc>
              <a:spcBef>
                <a:spcPts val="360"/>
              </a:spcBef>
              <a:spcAft>
                <a:spcPct val="30000"/>
              </a:spcAft>
              <a:buClr>
                <a:srgbClr val="A11133"/>
              </a:buClr>
              <a:buSzTx/>
              <a:buFontTx/>
              <a:buNone/>
              <a:tabLst/>
              <a:defRPr/>
            </a:pPr>
            <a:r>
              <a:rPr kumimoji="0" lang="en-US" altLang="en-US" sz="1100" b="0" i="0" u="none" strike="noStrike" kern="0" cap="none" spc="0" normalizeH="0" baseline="0" noProof="0" dirty="0">
                <a:ln>
                  <a:noFill/>
                </a:ln>
                <a:solidFill>
                  <a:srgbClr val="3F3F3F"/>
                </a:solidFill>
                <a:effectLst/>
                <a:uLnTx/>
                <a:uFillTx/>
                <a:ea typeface="+mn-ea"/>
                <a:cs typeface="Arial" panose="020B0604020202020204" pitchFamily="34" charset="0"/>
              </a:rPr>
              <a:t>Informatica,</a:t>
            </a:r>
            <a:r>
              <a:rPr lang="en-US" altLang="en-US" sz="1100" kern="0" noProof="0" dirty="0">
                <a:solidFill>
                  <a:srgbClr val="3F3F3F"/>
                </a:solidFill>
                <a:cs typeface="Arial" panose="020B0604020202020204" pitchFamily="34" charset="0"/>
              </a:rPr>
              <a:t> TIDAL Scheduler, </a:t>
            </a:r>
            <a:r>
              <a:rPr lang="en-US" altLang="en-US" sz="1100" kern="0" noProof="0" dirty="0" smtClean="0">
                <a:solidFill>
                  <a:srgbClr val="3F3F3F"/>
                </a:solidFill>
                <a:cs typeface="Arial" panose="020B0604020202020204" pitchFamily="34" charset="0"/>
              </a:rPr>
              <a:t>HPSM, UNIX</a:t>
            </a:r>
            <a:r>
              <a:rPr lang="en-US" altLang="en-US" sz="1100" kern="0" noProof="0" dirty="0">
                <a:solidFill>
                  <a:srgbClr val="3F3F3F"/>
                </a:solidFill>
                <a:cs typeface="Arial" panose="020B0604020202020204" pitchFamily="34" charset="0"/>
              </a:rPr>
              <a:t>, Database like DB2,SQL</a:t>
            </a:r>
            <a:endParaRPr kumimoji="0" lang="en-US" altLang="en-US" sz="1100" b="0" i="0" u="none" strike="noStrike" kern="0" cap="none" spc="0" normalizeH="0" baseline="0" noProof="0" dirty="0">
              <a:ln>
                <a:noFill/>
              </a:ln>
              <a:solidFill>
                <a:srgbClr val="3F3F3F"/>
              </a:solidFill>
              <a:effectLst/>
              <a:uLnTx/>
              <a:uFillTx/>
              <a:ea typeface="+mn-ea"/>
              <a:cs typeface="Arial" panose="020B0604020202020204" pitchFamily="34" charset="0"/>
            </a:endParaRPr>
          </a:p>
        </p:txBody>
      </p:sp>
    </p:spTree>
    <p:extLst>
      <p:ext uri="{BB962C8B-B14F-4D97-AF65-F5344CB8AC3E}">
        <p14:creationId xmlns:p14="http://schemas.microsoft.com/office/powerpoint/2010/main" val="177008433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 Same Side Corner Rectangle 5"/>
          <p:cNvSpPr/>
          <p:nvPr/>
        </p:nvSpPr>
        <p:spPr>
          <a:xfrm>
            <a:off x="1371600" y="457200"/>
            <a:ext cx="2990266" cy="298776"/>
          </a:xfrm>
          <a:prstGeom prst="round2SameRect">
            <a:avLst/>
          </a:prstGeom>
          <a:solidFill>
            <a:srgbClr val="00A0D6"/>
          </a:solidFill>
          <a:ln w="25400" cap="flat" cmpd="sng" algn="ctr">
            <a:noFill/>
            <a:prstDash val="solid"/>
          </a:ln>
          <a:effectLst>
            <a:outerShdw blurRad="50800" dist="38100" dir="2700000" algn="tl" rotWithShape="0">
              <a:prstClr val="black">
                <a:alpha val="40000"/>
              </a:prst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lang="en-US" sz="1200" b="1" kern="0" dirty="0" smtClean="0">
                <a:solidFill>
                  <a:prstClr val="white"/>
                </a:solidFill>
                <a:cs typeface="+mn-cs"/>
              </a:rPr>
              <a:t>Architectural Diagram </a:t>
            </a:r>
            <a:endParaRPr kumimoji="0" lang="en-US" sz="1200" b="1" i="0" u="none" strike="noStrike" kern="0" cap="none" spc="0" normalizeH="0" baseline="0" noProof="0" dirty="0">
              <a:ln>
                <a:noFill/>
              </a:ln>
              <a:solidFill>
                <a:prstClr val="white"/>
              </a:solidFill>
              <a:effectLst/>
              <a:uLnTx/>
              <a:uFillTx/>
              <a:ea typeface="+mn-ea"/>
              <a:cs typeface="+mn-cs"/>
            </a:endParaRPr>
          </a:p>
        </p:txBody>
      </p:sp>
      <p:pic>
        <p:nvPicPr>
          <p:cNvPr id="942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7094" y="1295400"/>
            <a:ext cx="8897506" cy="46907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1183018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0800" y="2819401"/>
            <a:ext cx="10363200" cy="1002135"/>
          </a:xfrm>
        </p:spPr>
        <p:txBody>
          <a:bodyPr/>
          <a:lstStyle/>
          <a:p>
            <a:pPr algn="ctr"/>
            <a:r>
              <a:rPr lang="en-US" dirty="0" smtClean="0"/>
              <a:t>EPP Upgrade Project</a:t>
            </a:r>
            <a:endParaRPr lang="en-US" dirty="0"/>
          </a:p>
        </p:txBody>
      </p:sp>
    </p:spTree>
    <p:extLst>
      <p:ext uri="{BB962C8B-B14F-4D97-AF65-F5344CB8AC3E}">
        <p14:creationId xmlns:p14="http://schemas.microsoft.com/office/powerpoint/2010/main" val="219945429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ounded Rectangle 33"/>
          <p:cNvSpPr/>
          <p:nvPr/>
        </p:nvSpPr>
        <p:spPr>
          <a:xfrm>
            <a:off x="8432800" y="2333612"/>
            <a:ext cx="3454400" cy="2695588"/>
          </a:xfrm>
          <a:prstGeom prst="roundRect">
            <a:avLst>
              <a:gd name="adj" fmla="val 1448"/>
            </a:avLst>
          </a:prstGeom>
          <a:solidFill>
            <a:srgbClr val="E6E8F2"/>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ea typeface="+mn-ea"/>
              <a:cs typeface="+mn-cs"/>
            </a:endParaRPr>
          </a:p>
        </p:txBody>
      </p:sp>
      <p:sp>
        <p:nvSpPr>
          <p:cNvPr id="37" name="Rounded Rectangle 36"/>
          <p:cNvSpPr/>
          <p:nvPr/>
        </p:nvSpPr>
        <p:spPr>
          <a:xfrm>
            <a:off x="197548" y="1342128"/>
            <a:ext cx="11904000" cy="602958"/>
          </a:xfrm>
          <a:prstGeom prst="roundRect">
            <a:avLst>
              <a:gd name="adj" fmla="val 1448"/>
            </a:avLst>
          </a:prstGeom>
          <a:solidFill>
            <a:srgbClr val="E6E8F2"/>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ea typeface="+mn-ea"/>
              <a:cs typeface="+mn-cs"/>
            </a:endParaRPr>
          </a:p>
        </p:txBody>
      </p:sp>
      <p:sp>
        <p:nvSpPr>
          <p:cNvPr id="38" name="Round Same Side Corner Rectangle 37"/>
          <p:cNvSpPr/>
          <p:nvPr/>
        </p:nvSpPr>
        <p:spPr>
          <a:xfrm>
            <a:off x="178581" y="1066800"/>
            <a:ext cx="4679161" cy="201922"/>
          </a:xfrm>
          <a:prstGeom prst="round2SameRect">
            <a:avLst/>
          </a:prstGeom>
          <a:solidFill>
            <a:srgbClr val="00A1E4"/>
          </a:solidFill>
          <a:ln w="25400" cap="flat" cmpd="sng" algn="ctr">
            <a:noFill/>
            <a:prstDash val="solid"/>
          </a:ln>
          <a:effectLst>
            <a:outerShdw blurRad="50800" dist="38100" dir="2700000" algn="tl" rotWithShape="0">
              <a:prstClr val="black">
                <a:alpha val="40000"/>
              </a:prstClr>
            </a:outerShdw>
          </a:effectLst>
        </p:spPr>
        <p:txBody>
          <a:bodyPr rtlCol="0" anchor="ctr"/>
          <a:lstStyle/>
          <a:p>
            <a:pPr fontAlgn="auto">
              <a:spcBef>
                <a:spcPts val="0"/>
              </a:spcBef>
              <a:spcAft>
                <a:spcPts val="0"/>
              </a:spcAft>
              <a:defRPr/>
            </a:pPr>
            <a:r>
              <a:rPr lang="en-US" sz="1200" b="1" kern="0" dirty="0">
                <a:solidFill>
                  <a:prstClr val="white"/>
                </a:solidFill>
              </a:rPr>
              <a:t>Business </a:t>
            </a:r>
            <a:r>
              <a:rPr lang="en-US" sz="1200" b="1" kern="0" dirty="0" smtClean="0">
                <a:solidFill>
                  <a:prstClr val="white"/>
                </a:solidFill>
              </a:rPr>
              <a:t>Objective</a:t>
            </a:r>
            <a:endParaRPr lang="en-US" sz="1200" b="1" kern="0" dirty="0">
              <a:solidFill>
                <a:prstClr val="white"/>
              </a:solidFill>
            </a:endParaRPr>
          </a:p>
        </p:txBody>
      </p:sp>
      <p:sp>
        <p:nvSpPr>
          <p:cNvPr id="39" name="Rounded Rectangle 38"/>
          <p:cNvSpPr/>
          <p:nvPr/>
        </p:nvSpPr>
        <p:spPr>
          <a:xfrm>
            <a:off x="178581" y="2333612"/>
            <a:ext cx="3987020" cy="2695588"/>
          </a:xfrm>
          <a:prstGeom prst="roundRect">
            <a:avLst>
              <a:gd name="adj" fmla="val 1448"/>
            </a:avLst>
          </a:prstGeom>
          <a:solidFill>
            <a:srgbClr val="E6E8F2"/>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ea typeface="+mn-ea"/>
              <a:cs typeface="+mn-cs"/>
            </a:endParaRPr>
          </a:p>
        </p:txBody>
      </p:sp>
      <p:sp>
        <p:nvSpPr>
          <p:cNvPr id="40" name="Round Same Side Corner Rectangle 39"/>
          <p:cNvSpPr/>
          <p:nvPr/>
        </p:nvSpPr>
        <p:spPr>
          <a:xfrm>
            <a:off x="197549" y="2107332"/>
            <a:ext cx="3968052" cy="303954"/>
          </a:xfrm>
          <a:prstGeom prst="round2SameRect">
            <a:avLst/>
          </a:prstGeom>
          <a:solidFill>
            <a:srgbClr val="00A0D6"/>
          </a:solidFill>
          <a:ln w="25400" cap="flat" cmpd="sng" algn="ctr">
            <a:noFill/>
            <a:prstDash val="solid"/>
          </a:ln>
          <a:effectLst>
            <a:outerShdw blurRad="50800" dist="38100" dir="2700000" algn="tl" rotWithShape="0">
              <a:prstClr val="black">
                <a:alpha val="40000"/>
              </a:prst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smtClean="0">
                <a:ln>
                  <a:noFill/>
                </a:ln>
                <a:solidFill>
                  <a:prstClr val="white"/>
                </a:solidFill>
                <a:effectLst/>
                <a:uLnTx/>
                <a:uFillTx/>
                <a:ea typeface="+mn-ea"/>
                <a:cs typeface="+mn-cs"/>
              </a:rPr>
              <a:t>Context</a:t>
            </a:r>
            <a:endParaRPr kumimoji="0" lang="en-US" sz="1200" b="1" i="0" u="none" strike="noStrike" kern="0" cap="none" spc="0" normalizeH="0" baseline="0" noProof="0" dirty="0">
              <a:ln>
                <a:noFill/>
              </a:ln>
              <a:solidFill>
                <a:prstClr val="white"/>
              </a:solidFill>
              <a:effectLst/>
              <a:uLnTx/>
              <a:uFillTx/>
              <a:ea typeface="+mn-ea"/>
              <a:cs typeface="+mn-cs"/>
            </a:endParaRPr>
          </a:p>
        </p:txBody>
      </p:sp>
      <p:sp>
        <p:nvSpPr>
          <p:cNvPr id="41" name="TextBox 40"/>
          <p:cNvSpPr txBox="1"/>
          <p:nvPr/>
        </p:nvSpPr>
        <p:spPr>
          <a:xfrm>
            <a:off x="239349" y="2411286"/>
            <a:ext cx="3926251" cy="1116972"/>
          </a:xfrm>
          <a:prstGeom prst="rect">
            <a:avLst/>
          </a:prstGeom>
          <a:solidFill>
            <a:srgbClr val="E6E8F2"/>
          </a:solidFill>
        </p:spPr>
        <p:txBody>
          <a:bodyPr wrap="square" rtlCol="0">
            <a:spAutoFit/>
          </a:bodyPr>
          <a:lstStyle>
            <a:defPPr>
              <a:defRPr lang="en-US"/>
            </a:defPPr>
            <a:lvl1pPr marL="171450" indent="-171450">
              <a:lnSpc>
                <a:spcPts val="1000"/>
              </a:lnSpc>
              <a:buFont typeface="Arial" panose="020B0604020202020204" pitchFamily="34" charset="0"/>
              <a:buChar char="•"/>
              <a:defRPr sz="1000">
                <a:latin typeface="Candara" panose="020E0502030303020204" pitchFamily="34" charset="0"/>
              </a:defRPr>
            </a:lvl1pPr>
          </a:lstStyle>
          <a:p>
            <a:pPr marL="88900" lvl="1" indent="-88900">
              <a:lnSpc>
                <a:spcPct val="115000"/>
              </a:lnSpc>
              <a:spcBef>
                <a:spcPts val="200"/>
              </a:spcBef>
              <a:spcAft>
                <a:spcPts val="200"/>
              </a:spcAft>
              <a:buClr>
                <a:prstClr val="black"/>
              </a:buClr>
              <a:buSzPct val="100000"/>
              <a:buFont typeface="Arial" panose="020B0604020202020204" pitchFamily="34" charset="0"/>
              <a:buChar char="•"/>
              <a:defRPr/>
            </a:pPr>
            <a:r>
              <a:rPr lang="en-US" altLang="en-US" sz="1100" dirty="0">
                <a:solidFill>
                  <a:srgbClr val="000000"/>
                </a:solidFill>
              </a:rPr>
              <a:t>Key Objectives</a:t>
            </a:r>
            <a:r>
              <a:rPr lang="en-US" altLang="en-US" sz="1100" dirty="0" smtClean="0">
                <a:solidFill>
                  <a:srgbClr val="000000"/>
                </a:solidFill>
              </a:rPr>
              <a:t>:</a:t>
            </a:r>
          </a:p>
          <a:p>
            <a:pPr marL="546100" lvl="2" indent="-88900">
              <a:lnSpc>
                <a:spcPct val="115000"/>
              </a:lnSpc>
              <a:spcBef>
                <a:spcPts val="200"/>
              </a:spcBef>
              <a:spcAft>
                <a:spcPts val="200"/>
              </a:spcAft>
              <a:buClr>
                <a:prstClr val="black"/>
              </a:buClr>
              <a:buSzPct val="100000"/>
              <a:buFont typeface="Arial" panose="020B0604020202020204" pitchFamily="34" charset="0"/>
              <a:buChar char="•"/>
              <a:defRPr/>
            </a:pPr>
            <a:r>
              <a:rPr lang="en-US" sz="1100" dirty="0" smtClean="0"/>
              <a:t>For </a:t>
            </a:r>
            <a:r>
              <a:rPr lang="en-US" sz="1100" dirty="0"/>
              <a:t>the AML Hub, this EPP upgrade project necessitate changing the way the source data is accessed from the current transaction view to a new file based </a:t>
            </a:r>
            <a:r>
              <a:rPr lang="en-US" sz="1100" dirty="0" smtClean="0"/>
              <a:t>method</a:t>
            </a:r>
            <a:endParaRPr lang="en-US" altLang="en-US" sz="1100" dirty="0">
              <a:solidFill>
                <a:srgbClr val="000000"/>
              </a:solidFill>
            </a:endParaRPr>
          </a:p>
        </p:txBody>
      </p:sp>
      <p:sp>
        <p:nvSpPr>
          <p:cNvPr id="42" name="Rounded Rectangle 41"/>
          <p:cNvSpPr/>
          <p:nvPr/>
        </p:nvSpPr>
        <p:spPr>
          <a:xfrm>
            <a:off x="4267200" y="2285154"/>
            <a:ext cx="4014351" cy="2744046"/>
          </a:xfrm>
          <a:prstGeom prst="roundRect">
            <a:avLst>
              <a:gd name="adj" fmla="val 1448"/>
            </a:avLst>
          </a:prstGeom>
          <a:solidFill>
            <a:srgbClr val="E6E8F2"/>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ea typeface="+mn-ea"/>
              <a:cs typeface="+mn-cs"/>
            </a:endParaRPr>
          </a:p>
        </p:txBody>
      </p:sp>
      <p:sp>
        <p:nvSpPr>
          <p:cNvPr id="43" name="Round Same Side Corner Rectangle 42"/>
          <p:cNvSpPr/>
          <p:nvPr/>
        </p:nvSpPr>
        <p:spPr>
          <a:xfrm>
            <a:off x="4267200" y="2115670"/>
            <a:ext cx="4014351" cy="295616"/>
          </a:xfrm>
          <a:prstGeom prst="round2SameRect">
            <a:avLst/>
          </a:prstGeom>
          <a:solidFill>
            <a:srgbClr val="00A0D6"/>
          </a:solidFill>
          <a:ln w="25400" cap="flat" cmpd="sng" algn="ctr">
            <a:noFill/>
            <a:prstDash val="solid"/>
          </a:ln>
          <a:effectLst>
            <a:outerShdw blurRad="50800" dist="38100" dir="2700000" algn="tl" rotWithShape="0">
              <a:prstClr val="black">
                <a:alpha val="40000"/>
              </a:prst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smtClean="0">
                <a:ln>
                  <a:noFill/>
                </a:ln>
                <a:solidFill>
                  <a:prstClr val="white"/>
                </a:solidFill>
                <a:effectLst/>
                <a:uLnTx/>
                <a:uFillTx/>
                <a:ea typeface="+mn-ea"/>
                <a:cs typeface="+mn-cs"/>
              </a:rPr>
              <a:t>Solution</a:t>
            </a:r>
            <a:endParaRPr kumimoji="0" lang="en-US" sz="1200" b="1" i="0" u="none" strike="noStrike" kern="0" cap="none" spc="0" normalizeH="0" baseline="0" noProof="0" dirty="0">
              <a:ln>
                <a:noFill/>
              </a:ln>
              <a:solidFill>
                <a:prstClr val="white"/>
              </a:solidFill>
              <a:effectLst/>
              <a:uLnTx/>
              <a:uFillTx/>
              <a:ea typeface="+mn-ea"/>
              <a:cs typeface="+mn-cs"/>
            </a:endParaRPr>
          </a:p>
        </p:txBody>
      </p:sp>
      <p:sp>
        <p:nvSpPr>
          <p:cNvPr id="44" name="TextBox 43"/>
          <p:cNvSpPr txBox="1"/>
          <p:nvPr/>
        </p:nvSpPr>
        <p:spPr>
          <a:xfrm>
            <a:off x="4470400" y="2428070"/>
            <a:ext cx="3352800" cy="1732847"/>
          </a:xfrm>
          <a:prstGeom prst="rect">
            <a:avLst/>
          </a:prstGeom>
          <a:noFill/>
        </p:spPr>
        <p:txBody>
          <a:bodyPr wrap="square" rtlCol="0">
            <a:spAutoFit/>
          </a:bodyPr>
          <a:lstStyle>
            <a:defPPr>
              <a:defRPr lang="en-US"/>
            </a:defPPr>
            <a:lvl1pPr marL="171450" indent="-171450">
              <a:lnSpc>
                <a:spcPts val="1000"/>
              </a:lnSpc>
              <a:buFont typeface="Arial" panose="020B0604020202020204" pitchFamily="34" charset="0"/>
              <a:buChar char="•"/>
              <a:defRPr sz="1000">
                <a:latin typeface="Candara" panose="020E0502030303020204" pitchFamily="34" charset="0"/>
              </a:defRPr>
            </a:lvl1pPr>
          </a:lstStyle>
          <a:p>
            <a:pPr marL="88900" lvl="1" indent="-88900">
              <a:lnSpc>
                <a:spcPct val="115000"/>
              </a:lnSpc>
              <a:spcBef>
                <a:spcPts val="200"/>
              </a:spcBef>
              <a:spcAft>
                <a:spcPts val="200"/>
              </a:spcAft>
              <a:buClr>
                <a:prstClr val="black"/>
              </a:buClr>
              <a:buSzPct val="100000"/>
              <a:buFont typeface="Arial" panose="020B0604020202020204" pitchFamily="34" charset="0"/>
              <a:buChar char="•"/>
              <a:defRPr/>
            </a:pPr>
            <a:r>
              <a:rPr lang="en-US" altLang="en-US" sz="1100" dirty="0"/>
              <a:t>Development of  </a:t>
            </a:r>
            <a:r>
              <a:rPr lang="en-US" sz="1100" dirty="0"/>
              <a:t>ETL for new AMH file to AML Staging area and enhancing the AML CORE load</a:t>
            </a:r>
          </a:p>
          <a:p>
            <a:pPr marL="88900" lvl="1" indent="-88900">
              <a:lnSpc>
                <a:spcPct val="115000"/>
              </a:lnSpc>
              <a:spcBef>
                <a:spcPts val="200"/>
              </a:spcBef>
              <a:spcAft>
                <a:spcPts val="200"/>
              </a:spcAft>
              <a:buClr>
                <a:prstClr val="black"/>
              </a:buClr>
              <a:buSzPct val="100000"/>
              <a:buFont typeface="Arial" panose="020B0604020202020204" pitchFamily="34" charset="0"/>
              <a:buChar char="•"/>
              <a:defRPr/>
            </a:pPr>
            <a:r>
              <a:rPr lang="en-US" sz="1100" dirty="0"/>
              <a:t>Setup new Tidal jobs for AMH source data load</a:t>
            </a:r>
          </a:p>
          <a:p>
            <a:pPr marL="88900" lvl="1" indent="-88900">
              <a:lnSpc>
                <a:spcPct val="115000"/>
              </a:lnSpc>
              <a:spcBef>
                <a:spcPts val="200"/>
              </a:spcBef>
              <a:spcAft>
                <a:spcPts val="200"/>
              </a:spcAft>
              <a:buClr>
                <a:prstClr val="black"/>
              </a:buClr>
              <a:buSzPct val="100000"/>
              <a:buFont typeface="Arial" panose="020B0604020202020204" pitchFamily="34" charset="0"/>
              <a:buChar char="•"/>
              <a:defRPr/>
            </a:pPr>
            <a:r>
              <a:rPr lang="en-US" sz="1100" dirty="0"/>
              <a:t>Changes to N-tier reconciliation to access the new source file from AMH  and AML Hub stage table</a:t>
            </a:r>
            <a:endParaRPr lang="en-US" altLang="en-US" sz="1100" dirty="0">
              <a:solidFill>
                <a:srgbClr val="000000"/>
              </a:solidFill>
            </a:endParaRPr>
          </a:p>
        </p:txBody>
      </p:sp>
      <p:sp>
        <p:nvSpPr>
          <p:cNvPr id="45" name="Round Same Side Corner Rectangle 44"/>
          <p:cNvSpPr/>
          <p:nvPr/>
        </p:nvSpPr>
        <p:spPr>
          <a:xfrm>
            <a:off x="8432800" y="2115670"/>
            <a:ext cx="3454400" cy="295616"/>
          </a:xfrm>
          <a:prstGeom prst="round2SameRect">
            <a:avLst/>
          </a:prstGeom>
          <a:solidFill>
            <a:srgbClr val="00A0D6"/>
          </a:solidFill>
          <a:ln w="25400" cap="flat" cmpd="sng" algn="ctr">
            <a:noFill/>
            <a:prstDash val="solid"/>
          </a:ln>
          <a:effectLst>
            <a:outerShdw blurRad="50800" dist="38100" dir="2700000" algn="tl" rotWithShape="0">
              <a:prstClr val="black">
                <a:alpha val="40000"/>
              </a:prst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lang="en-US" sz="1200" b="1" kern="0" noProof="0" dirty="0" smtClean="0">
                <a:solidFill>
                  <a:prstClr val="white"/>
                </a:solidFill>
              </a:rPr>
              <a:t>Methodology</a:t>
            </a:r>
            <a:r>
              <a:rPr kumimoji="0" lang="en-US" sz="1200" b="1" i="0" u="none" strike="noStrike" kern="0" cap="none" spc="0" normalizeH="0" baseline="0" noProof="0" dirty="0" smtClean="0">
                <a:ln>
                  <a:noFill/>
                </a:ln>
                <a:solidFill>
                  <a:prstClr val="white"/>
                </a:solidFill>
                <a:effectLst/>
                <a:uLnTx/>
                <a:uFillTx/>
                <a:ea typeface="+mn-ea"/>
                <a:cs typeface="+mn-cs"/>
              </a:rPr>
              <a:t> </a:t>
            </a:r>
            <a:endParaRPr kumimoji="0" lang="en-US" sz="1200" b="1" i="0" u="none" strike="noStrike" kern="0" cap="none" spc="0" normalizeH="0" baseline="0" noProof="0" dirty="0">
              <a:ln>
                <a:noFill/>
              </a:ln>
              <a:solidFill>
                <a:prstClr val="white"/>
              </a:solidFill>
              <a:effectLst/>
              <a:uLnTx/>
              <a:uFillTx/>
              <a:ea typeface="+mn-ea"/>
              <a:cs typeface="+mn-cs"/>
            </a:endParaRPr>
          </a:p>
        </p:txBody>
      </p:sp>
      <p:sp>
        <p:nvSpPr>
          <p:cNvPr id="46" name="TextBox 45"/>
          <p:cNvSpPr txBox="1"/>
          <p:nvPr/>
        </p:nvSpPr>
        <p:spPr>
          <a:xfrm>
            <a:off x="8413136" y="2554079"/>
            <a:ext cx="3454400" cy="2244204"/>
          </a:xfrm>
          <a:prstGeom prst="rect">
            <a:avLst/>
          </a:prstGeom>
          <a:noFill/>
        </p:spPr>
        <p:txBody>
          <a:bodyPr wrap="square" rtlCol="0">
            <a:spAutoFit/>
          </a:bodyPr>
          <a:lstStyle>
            <a:defPPr>
              <a:defRPr lang="en-US"/>
            </a:defPPr>
            <a:lvl1pPr marL="171450" indent="-171450">
              <a:lnSpc>
                <a:spcPts val="1000"/>
              </a:lnSpc>
              <a:buFont typeface="Arial" panose="020B0604020202020204" pitchFamily="34" charset="0"/>
              <a:buChar char="•"/>
              <a:defRPr sz="1000">
                <a:latin typeface="Candara" panose="020E0502030303020204" pitchFamily="34" charset="0"/>
              </a:defRPr>
            </a:lvl1pPr>
          </a:lstStyle>
          <a:p>
            <a:pPr marL="88900" lvl="1" indent="-88900">
              <a:lnSpc>
                <a:spcPct val="115000"/>
              </a:lnSpc>
              <a:spcBef>
                <a:spcPts val="200"/>
              </a:spcBef>
              <a:spcAft>
                <a:spcPts val="200"/>
              </a:spcAft>
              <a:buClr>
                <a:prstClr val="black"/>
              </a:buClr>
              <a:buSzPct val="100000"/>
              <a:buFont typeface="Arial" panose="020B0604020202020204" pitchFamily="34" charset="0"/>
              <a:buChar char="•"/>
              <a:defRPr/>
            </a:pPr>
            <a:r>
              <a:rPr lang="en-US" sz="1100" dirty="0"/>
              <a:t>Receive ACH transaction data from AMH in a XML file (as opposed to current transaction view).</a:t>
            </a:r>
          </a:p>
          <a:p>
            <a:pPr marL="88900" lvl="1" indent="-88900">
              <a:lnSpc>
                <a:spcPct val="115000"/>
              </a:lnSpc>
              <a:spcBef>
                <a:spcPts val="200"/>
              </a:spcBef>
              <a:spcAft>
                <a:spcPts val="200"/>
              </a:spcAft>
              <a:buClr>
                <a:prstClr val="black"/>
              </a:buClr>
              <a:buSzPct val="100000"/>
              <a:buFont typeface="Arial" panose="020B0604020202020204" pitchFamily="34" charset="0"/>
              <a:buChar char="•"/>
              <a:defRPr/>
            </a:pPr>
            <a:r>
              <a:rPr lang="en-US" sz="1100" dirty="0"/>
              <a:t>Data model changes to Stage table.</a:t>
            </a:r>
          </a:p>
          <a:p>
            <a:pPr marL="88900" lvl="1" indent="-88900">
              <a:lnSpc>
                <a:spcPct val="115000"/>
              </a:lnSpc>
              <a:spcBef>
                <a:spcPts val="200"/>
              </a:spcBef>
              <a:spcAft>
                <a:spcPts val="200"/>
              </a:spcAft>
              <a:buClr>
                <a:prstClr val="black"/>
              </a:buClr>
              <a:buSzPct val="100000"/>
              <a:buFont typeface="Arial" panose="020B0604020202020204" pitchFamily="34" charset="0"/>
              <a:buChar char="•"/>
              <a:defRPr/>
            </a:pPr>
            <a:r>
              <a:rPr lang="en-US" sz="1100" dirty="0"/>
              <a:t>Develop/modify ETL process to load source data from AMH to AML Hub staging table.</a:t>
            </a:r>
          </a:p>
          <a:p>
            <a:pPr marL="88900" lvl="1" indent="-88900">
              <a:lnSpc>
                <a:spcPct val="115000"/>
              </a:lnSpc>
              <a:spcBef>
                <a:spcPts val="200"/>
              </a:spcBef>
              <a:spcAft>
                <a:spcPts val="200"/>
              </a:spcAft>
              <a:buClr>
                <a:prstClr val="black"/>
              </a:buClr>
              <a:buSzPct val="100000"/>
              <a:buFont typeface="Arial" panose="020B0604020202020204" pitchFamily="34" charset="0"/>
              <a:buChar char="•"/>
              <a:defRPr/>
            </a:pPr>
            <a:r>
              <a:rPr lang="en-US" sz="1100" dirty="0"/>
              <a:t>N-tier to modify to use new AMH interface file and AML Hub Stage table for reconciliation purpose.</a:t>
            </a:r>
            <a:endParaRPr lang="en-US" altLang="en-US" sz="1100" dirty="0"/>
          </a:p>
          <a:p>
            <a:pPr marL="88900" lvl="1" indent="-88900">
              <a:lnSpc>
                <a:spcPct val="115000"/>
              </a:lnSpc>
              <a:spcBef>
                <a:spcPts val="200"/>
              </a:spcBef>
              <a:spcAft>
                <a:spcPts val="200"/>
              </a:spcAft>
              <a:buClr>
                <a:prstClr val="black"/>
              </a:buClr>
              <a:buSzPct val="100000"/>
              <a:buFont typeface="Arial" panose="020B0604020202020204" pitchFamily="34" charset="0"/>
              <a:buChar char="•"/>
              <a:defRPr/>
            </a:pPr>
            <a:endParaRPr lang="en-US" altLang="en-US" sz="1100" dirty="0"/>
          </a:p>
        </p:txBody>
      </p:sp>
      <p:sp>
        <p:nvSpPr>
          <p:cNvPr id="49" name="TextBox 48"/>
          <p:cNvSpPr txBox="1"/>
          <p:nvPr/>
        </p:nvSpPr>
        <p:spPr>
          <a:xfrm>
            <a:off x="267377" y="1268722"/>
            <a:ext cx="11834171" cy="769441"/>
          </a:xfrm>
          <a:prstGeom prst="rect">
            <a:avLst/>
          </a:prstGeom>
          <a:noFill/>
        </p:spPr>
        <p:txBody>
          <a:bodyPr wrap="square" rtlCol="0">
            <a:spAutoFit/>
          </a:bodyPr>
          <a:lstStyle>
            <a:defPPr>
              <a:defRPr lang="en-US"/>
            </a:defPPr>
            <a:lvl1pPr marL="171450" indent="-171450">
              <a:lnSpc>
                <a:spcPts val="1000"/>
              </a:lnSpc>
              <a:buFont typeface="Arial" panose="020B0604020202020204" pitchFamily="34" charset="0"/>
              <a:buChar char="•"/>
              <a:defRPr sz="1000">
                <a:latin typeface="Candara" panose="020E0502030303020204" pitchFamily="34" charset="0"/>
              </a:defRPr>
            </a:lvl1pPr>
          </a:lstStyle>
          <a:p>
            <a:pPr marL="0" indent="0">
              <a:lnSpc>
                <a:spcPct val="100000"/>
              </a:lnSpc>
              <a:spcBef>
                <a:spcPts val="360"/>
              </a:spcBef>
              <a:spcAft>
                <a:spcPct val="30000"/>
              </a:spcAft>
              <a:buClr>
                <a:srgbClr val="A11133"/>
              </a:buClr>
              <a:buNone/>
              <a:defRPr/>
            </a:pPr>
            <a:r>
              <a:rPr lang="en-US" sz="1100" dirty="0">
                <a:latin typeface="Verdana" panose="020B0604030504040204" pitchFamily="34" charset="0"/>
                <a:ea typeface="Verdana" panose="020B0604030504040204" pitchFamily="34" charset="0"/>
                <a:cs typeface="Verdana" panose="020B0604030504040204" pitchFamily="34" charset="0"/>
              </a:rPr>
              <a:t>The objective of this project is to migrate all of the EPP(Enterprise Payment Platform) Payment Broker interfaces from the existing Payment Broker to a new environment FTM(Financial Transaction Manager). There will be no change in the functionality of these interfaces in this project. Migrating to FTM v3 will afford the opportunity to create a more componentized implementation, allowing for flexibility in the future addition of more services, and making the future modification of existing services less impactful on the Payment Broker as a </a:t>
            </a:r>
            <a:r>
              <a:rPr lang="en-US" sz="1100" dirty="0" smtClean="0">
                <a:latin typeface="Verdana" panose="020B0604030504040204" pitchFamily="34" charset="0"/>
                <a:ea typeface="Verdana" panose="020B0604030504040204" pitchFamily="34" charset="0"/>
                <a:cs typeface="Verdana" panose="020B0604030504040204" pitchFamily="34" charset="0"/>
              </a:rPr>
              <a:t>whole</a:t>
            </a:r>
            <a:endParaRPr lang="en-US" altLang="en-US" sz="1100" dirty="0">
              <a:solidFill>
                <a:srgbClr val="3F3F3F"/>
              </a:solidFill>
              <a:latin typeface="Verdana" panose="020B0604030504040204" pitchFamily="34" charset="0"/>
              <a:ea typeface="Verdana" panose="020B0604030504040204" pitchFamily="34" charset="0"/>
              <a:cs typeface="Verdana" panose="020B0604030504040204" pitchFamily="34" charset="0"/>
            </a:endParaRPr>
          </a:p>
        </p:txBody>
      </p:sp>
      <p:sp>
        <p:nvSpPr>
          <p:cNvPr id="15" name="Round Same Side Corner Rectangle 14"/>
          <p:cNvSpPr/>
          <p:nvPr/>
        </p:nvSpPr>
        <p:spPr>
          <a:xfrm>
            <a:off x="203201" y="5334000"/>
            <a:ext cx="4679161" cy="222114"/>
          </a:xfrm>
          <a:prstGeom prst="round2SameRect">
            <a:avLst/>
          </a:prstGeom>
          <a:solidFill>
            <a:srgbClr val="00A1E4"/>
          </a:solidFill>
          <a:ln w="25400" cap="flat" cmpd="sng" algn="ctr">
            <a:noFill/>
            <a:prstDash val="solid"/>
          </a:ln>
          <a:effectLst>
            <a:outerShdw blurRad="50800" dist="38100" dir="2700000" algn="tl" rotWithShape="0">
              <a:prstClr val="black">
                <a:alpha val="40000"/>
              </a:prst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smtClean="0">
                <a:ln>
                  <a:noFill/>
                </a:ln>
                <a:solidFill>
                  <a:prstClr val="white"/>
                </a:solidFill>
                <a:effectLst/>
                <a:uLnTx/>
                <a:uFillTx/>
                <a:ea typeface="+mn-ea"/>
                <a:cs typeface="+mn-cs"/>
              </a:rPr>
              <a:t>Technologies</a:t>
            </a:r>
            <a:endParaRPr kumimoji="0" lang="en-US" sz="1200" b="1" i="0" u="none" strike="noStrike" kern="0" cap="none" spc="0" normalizeH="0" baseline="0" noProof="0" dirty="0">
              <a:ln>
                <a:noFill/>
              </a:ln>
              <a:solidFill>
                <a:prstClr val="white"/>
              </a:solidFill>
              <a:effectLst/>
              <a:uLnTx/>
              <a:uFillTx/>
              <a:ea typeface="+mn-ea"/>
              <a:cs typeface="+mn-cs"/>
            </a:endParaRPr>
          </a:p>
        </p:txBody>
      </p:sp>
      <p:sp>
        <p:nvSpPr>
          <p:cNvPr id="29" name="Title 3"/>
          <p:cNvSpPr txBox="1">
            <a:spLocks/>
          </p:cNvSpPr>
          <p:nvPr/>
        </p:nvSpPr>
        <p:spPr>
          <a:xfrm>
            <a:off x="304800" y="228600"/>
            <a:ext cx="11125200" cy="457200"/>
          </a:xfrm>
          <a:prstGeom prst="rect">
            <a:avLst/>
          </a:prstGeom>
        </p:spPr>
        <p:txBody>
          <a:bodyPr anchor="t"/>
          <a:lstStyle>
            <a:lvl1pPr algn="l" rtl="0" fontAlgn="base">
              <a:lnSpc>
                <a:spcPct val="90000"/>
              </a:lnSpc>
              <a:spcBef>
                <a:spcPct val="0"/>
              </a:spcBef>
              <a:spcAft>
                <a:spcPct val="0"/>
              </a:spcAft>
              <a:defRPr lang="en-US" sz="3000" kern="1200">
                <a:solidFill>
                  <a:schemeClr val="accent1"/>
                </a:solidFill>
                <a:latin typeface="+mj-lt"/>
                <a:ea typeface="+mj-ea"/>
                <a:cs typeface="+mj-cs"/>
              </a:defRPr>
            </a:lvl1pPr>
            <a:lvl2pPr algn="l" rtl="0" fontAlgn="base">
              <a:lnSpc>
                <a:spcPct val="90000"/>
              </a:lnSpc>
              <a:spcBef>
                <a:spcPct val="0"/>
              </a:spcBef>
              <a:spcAft>
                <a:spcPct val="0"/>
              </a:spcAft>
              <a:defRPr sz="3000">
                <a:solidFill>
                  <a:schemeClr val="accent1"/>
                </a:solidFill>
                <a:latin typeface="Verdana" pitchFamily="34" charset="0"/>
              </a:defRPr>
            </a:lvl2pPr>
            <a:lvl3pPr algn="l" rtl="0" fontAlgn="base">
              <a:lnSpc>
                <a:spcPct val="90000"/>
              </a:lnSpc>
              <a:spcBef>
                <a:spcPct val="0"/>
              </a:spcBef>
              <a:spcAft>
                <a:spcPct val="0"/>
              </a:spcAft>
              <a:defRPr sz="3000">
                <a:solidFill>
                  <a:schemeClr val="accent1"/>
                </a:solidFill>
                <a:latin typeface="Verdana" pitchFamily="34" charset="0"/>
              </a:defRPr>
            </a:lvl3pPr>
            <a:lvl4pPr algn="l" rtl="0" fontAlgn="base">
              <a:lnSpc>
                <a:spcPct val="90000"/>
              </a:lnSpc>
              <a:spcBef>
                <a:spcPct val="0"/>
              </a:spcBef>
              <a:spcAft>
                <a:spcPct val="0"/>
              </a:spcAft>
              <a:defRPr sz="3000">
                <a:solidFill>
                  <a:schemeClr val="accent1"/>
                </a:solidFill>
                <a:latin typeface="Verdana" pitchFamily="34" charset="0"/>
              </a:defRPr>
            </a:lvl4pPr>
            <a:lvl5pPr algn="l" rtl="0" fontAlgn="base">
              <a:lnSpc>
                <a:spcPct val="90000"/>
              </a:lnSpc>
              <a:spcBef>
                <a:spcPct val="0"/>
              </a:spcBef>
              <a:spcAft>
                <a:spcPct val="0"/>
              </a:spcAft>
              <a:defRPr sz="3000">
                <a:solidFill>
                  <a:schemeClr val="accent1"/>
                </a:solidFill>
                <a:latin typeface="Verdana" pitchFamily="34" charset="0"/>
              </a:defRPr>
            </a:lvl5pPr>
            <a:lvl6pPr marL="457200" algn="l" rtl="0" fontAlgn="base">
              <a:lnSpc>
                <a:spcPct val="90000"/>
              </a:lnSpc>
              <a:spcBef>
                <a:spcPct val="0"/>
              </a:spcBef>
              <a:spcAft>
                <a:spcPct val="0"/>
              </a:spcAft>
              <a:defRPr sz="3000">
                <a:solidFill>
                  <a:schemeClr val="accent1"/>
                </a:solidFill>
                <a:latin typeface="Verdana" pitchFamily="34" charset="0"/>
              </a:defRPr>
            </a:lvl6pPr>
            <a:lvl7pPr marL="914400" algn="l" rtl="0" fontAlgn="base">
              <a:lnSpc>
                <a:spcPct val="90000"/>
              </a:lnSpc>
              <a:spcBef>
                <a:spcPct val="0"/>
              </a:spcBef>
              <a:spcAft>
                <a:spcPct val="0"/>
              </a:spcAft>
              <a:defRPr sz="3000">
                <a:solidFill>
                  <a:schemeClr val="accent1"/>
                </a:solidFill>
                <a:latin typeface="Verdana" pitchFamily="34" charset="0"/>
              </a:defRPr>
            </a:lvl7pPr>
            <a:lvl8pPr marL="1371600" algn="l" rtl="0" fontAlgn="base">
              <a:lnSpc>
                <a:spcPct val="90000"/>
              </a:lnSpc>
              <a:spcBef>
                <a:spcPct val="0"/>
              </a:spcBef>
              <a:spcAft>
                <a:spcPct val="0"/>
              </a:spcAft>
              <a:defRPr sz="3000">
                <a:solidFill>
                  <a:schemeClr val="accent1"/>
                </a:solidFill>
                <a:latin typeface="Verdana" pitchFamily="34" charset="0"/>
              </a:defRPr>
            </a:lvl8pPr>
            <a:lvl9pPr marL="1828800" algn="l" rtl="0" fontAlgn="base">
              <a:lnSpc>
                <a:spcPct val="90000"/>
              </a:lnSpc>
              <a:spcBef>
                <a:spcPct val="0"/>
              </a:spcBef>
              <a:spcAft>
                <a:spcPct val="0"/>
              </a:spcAft>
              <a:defRPr sz="3000">
                <a:solidFill>
                  <a:schemeClr val="accent1"/>
                </a:solidFill>
                <a:latin typeface="Verdana" pitchFamily="34" charset="0"/>
              </a:defRPr>
            </a:lvl9pPr>
          </a:lstStyle>
          <a:p>
            <a:pPr algn="ctr">
              <a:lnSpc>
                <a:spcPct val="100000"/>
              </a:lnSpc>
            </a:pPr>
            <a:r>
              <a:rPr lang="en-US" altLang="en-US" dirty="0" smtClean="0"/>
              <a:t>EPP -Upgrade Project</a:t>
            </a:r>
            <a:endParaRPr lang="en-US" altLang="en-US" dirty="0"/>
          </a:p>
        </p:txBody>
      </p:sp>
      <p:sp>
        <p:nvSpPr>
          <p:cNvPr id="18" name="Rounded Rectangle 17"/>
          <p:cNvSpPr/>
          <p:nvPr/>
        </p:nvSpPr>
        <p:spPr>
          <a:xfrm>
            <a:off x="204734" y="5612532"/>
            <a:ext cx="7643866" cy="407268"/>
          </a:xfrm>
          <a:prstGeom prst="roundRect">
            <a:avLst>
              <a:gd name="adj" fmla="val 1448"/>
            </a:avLst>
          </a:prstGeom>
          <a:solidFill>
            <a:srgbClr val="E6E8F2"/>
          </a:solidFill>
          <a:ln w="25400" cap="flat" cmpd="sng" algn="ctr">
            <a:noFill/>
            <a:prstDash val="solid"/>
          </a:ln>
          <a:effectLst/>
        </p:spPr>
        <p:txBody>
          <a:bodyPr rtlCol="0" anchor="ctr"/>
          <a:lstStyle/>
          <a:p>
            <a:pPr marL="0" marR="0" lvl="0" indent="0" defTabSz="914400" eaLnBrk="1" fontAlgn="auto" latinLnBrk="0" hangingPunct="1">
              <a:lnSpc>
                <a:spcPct val="100000"/>
              </a:lnSpc>
              <a:spcBef>
                <a:spcPts val="360"/>
              </a:spcBef>
              <a:spcAft>
                <a:spcPct val="30000"/>
              </a:spcAft>
              <a:buClr>
                <a:srgbClr val="A11133"/>
              </a:buClr>
              <a:buSzTx/>
              <a:buFontTx/>
              <a:buNone/>
              <a:tabLst/>
              <a:defRPr/>
            </a:pPr>
            <a:r>
              <a:rPr kumimoji="0" lang="en-US" altLang="en-US" sz="1100" b="0" i="0" u="none" strike="noStrike" kern="0" cap="none" spc="0" normalizeH="0" baseline="0" noProof="0" dirty="0">
                <a:ln>
                  <a:noFill/>
                </a:ln>
                <a:solidFill>
                  <a:srgbClr val="3F3F3F"/>
                </a:solidFill>
                <a:effectLst/>
                <a:uLnTx/>
                <a:uFillTx/>
                <a:ea typeface="+mn-ea"/>
                <a:cs typeface="Arial" panose="020B0604020202020204" pitchFamily="34" charset="0"/>
              </a:rPr>
              <a:t>Informatica,</a:t>
            </a:r>
            <a:r>
              <a:rPr kumimoji="0" lang="en-US" altLang="en-US" sz="1100" b="0" i="0" u="none" strike="noStrike" kern="0" cap="none" spc="0" normalizeH="0" noProof="0" dirty="0">
                <a:ln>
                  <a:noFill/>
                </a:ln>
                <a:solidFill>
                  <a:srgbClr val="3F3F3F"/>
                </a:solidFill>
                <a:effectLst/>
                <a:uLnTx/>
                <a:uFillTx/>
                <a:ea typeface="+mn-ea"/>
                <a:cs typeface="Arial" panose="020B0604020202020204" pitchFamily="34" charset="0"/>
              </a:rPr>
              <a:t> n-Tier Reconciliation tool</a:t>
            </a:r>
            <a:endParaRPr kumimoji="0" lang="en-US" altLang="en-US" sz="1100" b="0" i="0" u="none" strike="noStrike" kern="0" cap="none" spc="0" normalizeH="0" baseline="0" noProof="0" dirty="0">
              <a:ln>
                <a:noFill/>
              </a:ln>
              <a:solidFill>
                <a:srgbClr val="3F3F3F"/>
              </a:solidFill>
              <a:effectLst/>
              <a:uLnTx/>
              <a:uFillTx/>
              <a:ea typeface="+mn-ea"/>
              <a:cs typeface="Arial" panose="020B0604020202020204" pitchFamily="34" charset="0"/>
            </a:endParaRPr>
          </a:p>
        </p:txBody>
      </p:sp>
    </p:spTree>
    <p:extLst>
      <p:ext uri="{BB962C8B-B14F-4D97-AF65-F5344CB8AC3E}">
        <p14:creationId xmlns:p14="http://schemas.microsoft.com/office/powerpoint/2010/main" val="414969861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itle 3"/>
          <p:cNvSpPr txBox="1">
            <a:spLocks/>
          </p:cNvSpPr>
          <p:nvPr/>
        </p:nvSpPr>
        <p:spPr>
          <a:xfrm>
            <a:off x="304800" y="228600"/>
            <a:ext cx="11125200" cy="457200"/>
          </a:xfrm>
          <a:prstGeom prst="rect">
            <a:avLst/>
          </a:prstGeom>
        </p:spPr>
        <p:txBody>
          <a:bodyPr anchor="t"/>
          <a:lstStyle>
            <a:lvl1pPr algn="l" rtl="0" fontAlgn="base">
              <a:lnSpc>
                <a:spcPct val="90000"/>
              </a:lnSpc>
              <a:spcBef>
                <a:spcPct val="0"/>
              </a:spcBef>
              <a:spcAft>
                <a:spcPct val="0"/>
              </a:spcAft>
              <a:defRPr lang="en-US" sz="3000" kern="1200">
                <a:solidFill>
                  <a:schemeClr val="accent1"/>
                </a:solidFill>
                <a:latin typeface="+mj-lt"/>
                <a:ea typeface="+mj-ea"/>
                <a:cs typeface="+mj-cs"/>
              </a:defRPr>
            </a:lvl1pPr>
            <a:lvl2pPr algn="l" rtl="0" fontAlgn="base">
              <a:lnSpc>
                <a:spcPct val="90000"/>
              </a:lnSpc>
              <a:spcBef>
                <a:spcPct val="0"/>
              </a:spcBef>
              <a:spcAft>
                <a:spcPct val="0"/>
              </a:spcAft>
              <a:defRPr sz="3000">
                <a:solidFill>
                  <a:schemeClr val="accent1"/>
                </a:solidFill>
                <a:latin typeface="Verdana" pitchFamily="34" charset="0"/>
              </a:defRPr>
            </a:lvl2pPr>
            <a:lvl3pPr algn="l" rtl="0" fontAlgn="base">
              <a:lnSpc>
                <a:spcPct val="90000"/>
              </a:lnSpc>
              <a:spcBef>
                <a:spcPct val="0"/>
              </a:spcBef>
              <a:spcAft>
                <a:spcPct val="0"/>
              </a:spcAft>
              <a:defRPr sz="3000">
                <a:solidFill>
                  <a:schemeClr val="accent1"/>
                </a:solidFill>
                <a:latin typeface="Verdana" pitchFamily="34" charset="0"/>
              </a:defRPr>
            </a:lvl3pPr>
            <a:lvl4pPr algn="l" rtl="0" fontAlgn="base">
              <a:lnSpc>
                <a:spcPct val="90000"/>
              </a:lnSpc>
              <a:spcBef>
                <a:spcPct val="0"/>
              </a:spcBef>
              <a:spcAft>
                <a:spcPct val="0"/>
              </a:spcAft>
              <a:defRPr sz="3000">
                <a:solidFill>
                  <a:schemeClr val="accent1"/>
                </a:solidFill>
                <a:latin typeface="Verdana" pitchFamily="34" charset="0"/>
              </a:defRPr>
            </a:lvl4pPr>
            <a:lvl5pPr algn="l" rtl="0" fontAlgn="base">
              <a:lnSpc>
                <a:spcPct val="90000"/>
              </a:lnSpc>
              <a:spcBef>
                <a:spcPct val="0"/>
              </a:spcBef>
              <a:spcAft>
                <a:spcPct val="0"/>
              </a:spcAft>
              <a:defRPr sz="3000">
                <a:solidFill>
                  <a:schemeClr val="accent1"/>
                </a:solidFill>
                <a:latin typeface="Verdana" pitchFamily="34" charset="0"/>
              </a:defRPr>
            </a:lvl5pPr>
            <a:lvl6pPr marL="457200" algn="l" rtl="0" fontAlgn="base">
              <a:lnSpc>
                <a:spcPct val="90000"/>
              </a:lnSpc>
              <a:spcBef>
                <a:spcPct val="0"/>
              </a:spcBef>
              <a:spcAft>
                <a:spcPct val="0"/>
              </a:spcAft>
              <a:defRPr sz="3000">
                <a:solidFill>
                  <a:schemeClr val="accent1"/>
                </a:solidFill>
                <a:latin typeface="Verdana" pitchFamily="34" charset="0"/>
              </a:defRPr>
            </a:lvl6pPr>
            <a:lvl7pPr marL="914400" algn="l" rtl="0" fontAlgn="base">
              <a:lnSpc>
                <a:spcPct val="90000"/>
              </a:lnSpc>
              <a:spcBef>
                <a:spcPct val="0"/>
              </a:spcBef>
              <a:spcAft>
                <a:spcPct val="0"/>
              </a:spcAft>
              <a:defRPr sz="3000">
                <a:solidFill>
                  <a:schemeClr val="accent1"/>
                </a:solidFill>
                <a:latin typeface="Verdana" pitchFamily="34" charset="0"/>
              </a:defRPr>
            </a:lvl7pPr>
            <a:lvl8pPr marL="1371600" algn="l" rtl="0" fontAlgn="base">
              <a:lnSpc>
                <a:spcPct val="90000"/>
              </a:lnSpc>
              <a:spcBef>
                <a:spcPct val="0"/>
              </a:spcBef>
              <a:spcAft>
                <a:spcPct val="0"/>
              </a:spcAft>
              <a:defRPr sz="3000">
                <a:solidFill>
                  <a:schemeClr val="accent1"/>
                </a:solidFill>
                <a:latin typeface="Verdana" pitchFamily="34" charset="0"/>
              </a:defRPr>
            </a:lvl8pPr>
            <a:lvl9pPr marL="1828800" algn="l" rtl="0" fontAlgn="base">
              <a:lnSpc>
                <a:spcPct val="90000"/>
              </a:lnSpc>
              <a:spcBef>
                <a:spcPct val="0"/>
              </a:spcBef>
              <a:spcAft>
                <a:spcPct val="0"/>
              </a:spcAft>
              <a:defRPr sz="3000">
                <a:solidFill>
                  <a:schemeClr val="accent1"/>
                </a:solidFill>
                <a:latin typeface="Verdana" pitchFamily="34" charset="0"/>
              </a:defRPr>
            </a:lvl9pPr>
          </a:lstStyle>
          <a:p>
            <a:pPr algn="ctr">
              <a:lnSpc>
                <a:spcPct val="100000"/>
              </a:lnSpc>
            </a:pPr>
            <a:r>
              <a:rPr lang="en-US" altLang="en-US" dirty="0" smtClean="0"/>
              <a:t>EPP -Upgrade Project - Architecture</a:t>
            </a:r>
            <a:endParaRPr lang="en-US" altLang="en-US" dirty="0"/>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3" name="Object 2"/>
          <p:cNvGraphicFramePr>
            <a:graphicFrameLocks noChangeAspect="1"/>
          </p:cNvGraphicFramePr>
          <p:nvPr>
            <p:extLst>
              <p:ext uri="{D42A27DB-BD31-4B8C-83A1-F6EECF244321}">
                <p14:modId xmlns:p14="http://schemas.microsoft.com/office/powerpoint/2010/main" val="2889574006"/>
              </p:ext>
            </p:extLst>
          </p:nvPr>
        </p:nvGraphicFramePr>
        <p:xfrm>
          <a:off x="762000" y="1066800"/>
          <a:ext cx="10896600" cy="5562600"/>
        </p:xfrm>
        <a:graphic>
          <a:graphicData uri="http://schemas.openxmlformats.org/presentationml/2006/ole">
            <mc:AlternateContent xmlns:mc="http://schemas.openxmlformats.org/markup-compatibility/2006">
              <mc:Choice xmlns:v="urn:schemas-microsoft-com:vml" Requires="v">
                <p:oleObj spid="_x0000_s96270" r:id="rId3" imgW="13684543" imgH="9672831" progId="Visio.Drawing.11">
                  <p:embed/>
                </p:oleObj>
              </mc:Choice>
              <mc:Fallback>
                <p:oleObj r:id="rId3" imgW="13684543" imgH="9672831"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1066800"/>
                        <a:ext cx="10896600" cy="5562600"/>
                      </a:xfrm>
                      <a:prstGeom prst="rect">
                        <a:avLst/>
                      </a:prstGeom>
                      <a:noFill/>
                    </p:spPr>
                  </p:pic>
                </p:oleObj>
              </mc:Fallback>
            </mc:AlternateContent>
          </a:graphicData>
        </a:graphic>
      </p:graphicFrame>
    </p:spTree>
    <p:extLst>
      <p:ext uri="{BB962C8B-B14F-4D97-AF65-F5344CB8AC3E}">
        <p14:creationId xmlns:p14="http://schemas.microsoft.com/office/powerpoint/2010/main" val="407399420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0800" y="2819401"/>
            <a:ext cx="10363200" cy="1002135"/>
          </a:xfrm>
        </p:spPr>
        <p:txBody>
          <a:bodyPr/>
          <a:lstStyle/>
          <a:p>
            <a:pPr lvl="0" algn="ctr"/>
            <a:r>
              <a:rPr lang="en-US" sz="3200" dirty="0"/>
              <a:t>FINCEN &amp; TRADE SURVEILLANCE PROJECT</a:t>
            </a:r>
            <a:r>
              <a:rPr lang="en-US" sz="3200" dirty="0">
                <a:solidFill>
                  <a:prstClr val="black">
                    <a:hueOff val="0"/>
                    <a:satOff val="0"/>
                    <a:lumOff val="0"/>
                    <a:alphaOff val="0"/>
                  </a:prstClr>
                </a:solidFill>
              </a:rPr>
              <a:t/>
            </a:r>
            <a:br>
              <a:rPr lang="en-US" sz="3200" dirty="0">
                <a:solidFill>
                  <a:prstClr val="black">
                    <a:hueOff val="0"/>
                    <a:satOff val="0"/>
                    <a:lumOff val="0"/>
                    <a:alphaOff val="0"/>
                  </a:prstClr>
                </a:solidFill>
              </a:rPr>
            </a:br>
            <a:endParaRPr lang="en-US" dirty="0"/>
          </a:p>
        </p:txBody>
      </p:sp>
    </p:spTree>
    <p:extLst>
      <p:ext uri="{BB962C8B-B14F-4D97-AF65-F5344CB8AC3E}">
        <p14:creationId xmlns:p14="http://schemas.microsoft.com/office/powerpoint/2010/main" val="79151381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2800" dirty="0" smtClean="0"/>
              <a:t>	FINCEN </a:t>
            </a:r>
            <a:r>
              <a:rPr lang="en-US" sz="2800" dirty="0"/>
              <a:t>&amp; TRADE SURVEILLANCE </a:t>
            </a:r>
            <a:r>
              <a:rPr lang="en-US" sz="2800" dirty="0" smtClean="0"/>
              <a:t>PROJECT</a:t>
            </a:r>
            <a:endParaRPr lang="en-US" dirty="0"/>
          </a:p>
        </p:txBody>
      </p:sp>
      <p:sp>
        <p:nvSpPr>
          <p:cNvPr id="4" name="Round Same Side Corner Rectangle 3"/>
          <p:cNvSpPr/>
          <p:nvPr/>
        </p:nvSpPr>
        <p:spPr>
          <a:xfrm>
            <a:off x="133935" y="1017278"/>
            <a:ext cx="2990265" cy="201922"/>
          </a:xfrm>
          <a:prstGeom prst="round2SameRect">
            <a:avLst/>
          </a:prstGeom>
          <a:solidFill>
            <a:srgbClr val="00A1E4"/>
          </a:solidFill>
          <a:ln w="25400" cap="flat" cmpd="sng" algn="ctr">
            <a:noFill/>
            <a:prstDash val="solid"/>
          </a:ln>
          <a:effectLst>
            <a:outerShdw blurRad="50800" dist="38100" dir="2700000" algn="tl" rotWithShape="0">
              <a:prstClr val="black">
                <a:alpha val="40000"/>
              </a:prst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white"/>
                </a:solidFill>
                <a:effectLst/>
                <a:uLnTx/>
                <a:uFillTx/>
                <a:ea typeface="+mn-ea"/>
                <a:cs typeface="+mn-cs"/>
              </a:rPr>
              <a:t>FinCEN Objective</a:t>
            </a:r>
          </a:p>
        </p:txBody>
      </p:sp>
      <p:sp>
        <p:nvSpPr>
          <p:cNvPr id="5" name="Round Same Side Corner Rectangle 4"/>
          <p:cNvSpPr/>
          <p:nvPr/>
        </p:nvSpPr>
        <p:spPr>
          <a:xfrm>
            <a:off x="148161" y="2286846"/>
            <a:ext cx="2976039" cy="327695"/>
          </a:xfrm>
          <a:prstGeom prst="round2SameRect">
            <a:avLst/>
          </a:prstGeom>
          <a:solidFill>
            <a:srgbClr val="00A0D6"/>
          </a:solidFill>
          <a:ln w="25400" cap="flat" cmpd="sng" algn="ctr">
            <a:noFill/>
            <a:prstDash val="solid"/>
          </a:ln>
          <a:effectLst>
            <a:outerShdw blurRad="50800" dist="38100" dir="2700000" algn="tl" rotWithShape="0">
              <a:prstClr val="black">
                <a:alpha val="40000"/>
              </a:prst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white"/>
                </a:solidFill>
                <a:effectLst/>
                <a:uLnTx/>
                <a:uFillTx/>
                <a:ea typeface="+mn-ea"/>
                <a:cs typeface="+mn-cs"/>
              </a:rPr>
              <a:t>Project Scope</a:t>
            </a:r>
          </a:p>
        </p:txBody>
      </p:sp>
      <p:sp>
        <p:nvSpPr>
          <p:cNvPr id="6" name="TextBox 5"/>
          <p:cNvSpPr txBox="1"/>
          <p:nvPr/>
        </p:nvSpPr>
        <p:spPr>
          <a:xfrm>
            <a:off x="179512" y="2614541"/>
            <a:ext cx="11402888" cy="1957459"/>
          </a:xfrm>
          <a:prstGeom prst="rect">
            <a:avLst/>
          </a:prstGeom>
          <a:solidFill>
            <a:srgbClr val="E6E8F2"/>
          </a:solidFill>
        </p:spPr>
        <p:txBody>
          <a:bodyPr wrap="square" rtlCol="0">
            <a:spAutoFit/>
          </a:bodyPr>
          <a:lstStyle>
            <a:defPPr>
              <a:defRPr lang="en-US"/>
            </a:defPPr>
            <a:lvl1pPr marL="171450" indent="-171450">
              <a:lnSpc>
                <a:spcPts val="1000"/>
              </a:lnSpc>
              <a:buFont typeface="Arial" panose="020B0604020202020204" pitchFamily="34" charset="0"/>
              <a:buChar char="•"/>
              <a:defRPr sz="1000">
                <a:latin typeface="Candara" panose="020E0502030303020204" pitchFamily="34" charset="0"/>
              </a:defRPr>
            </a:lvl1pPr>
          </a:lstStyle>
          <a:p>
            <a:pPr marL="88900" lvl="1" indent="-88900">
              <a:lnSpc>
                <a:spcPct val="115000"/>
              </a:lnSpc>
              <a:spcBef>
                <a:spcPts val="200"/>
              </a:spcBef>
              <a:spcAft>
                <a:spcPts val="200"/>
              </a:spcAft>
              <a:buClr>
                <a:prstClr val="black"/>
              </a:buClr>
              <a:buSzPct val="100000"/>
              <a:buFont typeface="Arial" panose="020B0604020202020204" pitchFamily="34" charset="0"/>
              <a:buChar char="•"/>
              <a:defRPr/>
            </a:pPr>
            <a:r>
              <a:rPr lang="en-US" sz="1100" dirty="0"/>
              <a:t>The changes will update database schema and application layout to accommodate new data fields according to the flows defined in below section, for which we involved in ETL development.</a:t>
            </a:r>
          </a:p>
          <a:p>
            <a:pPr marL="546100" lvl="2" indent="-88900">
              <a:lnSpc>
                <a:spcPct val="115000"/>
              </a:lnSpc>
              <a:spcBef>
                <a:spcPts val="200"/>
              </a:spcBef>
              <a:spcAft>
                <a:spcPts val="200"/>
              </a:spcAft>
              <a:buClr>
                <a:prstClr val="black"/>
              </a:buClr>
              <a:buSzPct val="100000"/>
              <a:buFont typeface="Arial" panose="020B0604020202020204" pitchFamily="34" charset="0"/>
              <a:buChar char="•"/>
              <a:defRPr/>
            </a:pPr>
            <a:r>
              <a:rPr lang="en-GB" sz="1100" dirty="0"/>
              <a:t>CDL(Central Directory Layer) to KYC/R (Know your Customer/Required)</a:t>
            </a:r>
          </a:p>
          <a:p>
            <a:pPr marL="546100" lvl="2" indent="-88900">
              <a:lnSpc>
                <a:spcPct val="115000"/>
              </a:lnSpc>
              <a:spcBef>
                <a:spcPts val="200"/>
              </a:spcBef>
              <a:spcAft>
                <a:spcPts val="200"/>
              </a:spcAft>
              <a:buClr>
                <a:prstClr val="black"/>
              </a:buClr>
              <a:buSzPct val="100000"/>
              <a:buFont typeface="Arial" panose="020B0604020202020204" pitchFamily="34" charset="0"/>
              <a:buChar char="•"/>
              <a:defRPr/>
            </a:pPr>
            <a:r>
              <a:rPr lang="en-GB" sz="1100" dirty="0"/>
              <a:t>CDL to DWH</a:t>
            </a:r>
            <a:endParaRPr lang="en-US" sz="1100" dirty="0"/>
          </a:p>
          <a:p>
            <a:pPr marL="546100" lvl="2" indent="-88900">
              <a:lnSpc>
                <a:spcPct val="115000"/>
              </a:lnSpc>
              <a:spcBef>
                <a:spcPts val="200"/>
              </a:spcBef>
              <a:spcAft>
                <a:spcPts val="200"/>
              </a:spcAft>
              <a:buClr>
                <a:prstClr val="black"/>
              </a:buClr>
              <a:buSzPct val="100000"/>
              <a:buFont typeface="Arial" panose="020B0604020202020204" pitchFamily="34" charset="0"/>
              <a:buChar char="•"/>
              <a:defRPr/>
            </a:pPr>
            <a:r>
              <a:rPr lang="en-GB" sz="1100" dirty="0"/>
              <a:t>DWH to KYC/R</a:t>
            </a:r>
            <a:endParaRPr lang="en-US" sz="1100" dirty="0"/>
          </a:p>
          <a:p>
            <a:pPr marL="546100" lvl="2" indent="-88900">
              <a:lnSpc>
                <a:spcPct val="115000"/>
              </a:lnSpc>
              <a:spcBef>
                <a:spcPts val="200"/>
              </a:spcBef>
              <a:spcAft>
                <a:spcPts val="200"/>
              </a:spcAft>
              <a:buClr>
                <a:prstClr val="black"/>
              </a:buClr>
              <a:buSzPct val="100000"/>
              <a:buFont typeface="Arial" panose="020B0604020202020204" pitchFamily="34" charset="0"/>
              <a:buChar char="•"/>
              <a:defRPr/>
            </a:pPr>
            <a:r>
              <a:rPr lang="en-GB" sz="1100" dirty="0"/>
              <a:t>CDL to RDC(Regulatory Data Corp.)</a:t>
            </a:r>
            <a:endParaRPr lang="en-US" sz="1100" dirty="0"/>
          </a:p>
          <a:p>
            <a:pPr marL="546100" lvl="2" indent="-88900">
              <a:lnSpc>
                <a:spcPct val="115000"/>
              </a:lnSpc>
              <a:spcBef>
                <a:spcPts val="200"/>
              </a:spcBef>
              <a:spcAft>
                <a:spcPts val="200"/>
              </a:spcAft>
              <a:buClr>
                <a:prstClr val="black"/>
              </a:buClr>
              <a:buSzPct val="100000"/>
              <a:buFont typeface="Arial" panose="020B0604020202020204" pitchFamily="34" charset="0"/>
              <a:buChar char="•"/>
              <a:defRPr/>
            </a:pPr>
            <a:r>
              <a:rPr lang="en-GB" sz="1100" dirty="0"/>
              <a:t>KYC/R to RDC</a:t>
            </a:r>
            <a:endParaRPr lang="en-US" sz="1100" dirty="0"/>
          </a:p>
          <a:p>
            <a:pPr marL="546100" lvl="2" indent="-88900">
              <a:lnSpc>
                <a:spcPct val="115000"/>
              </a:lnSpc>
              <a:spcBef>
                <a:spcPts val="200"/>
              </a:spcBef>
              <a:spcAft>
                <a:spcPts val="200"/>
              </a:spcAft>
              <a:buClr>
                <a:prstClr val="black"/>
              </a:buClr>
              <a:buSzPct val="100000"/>
              <a:buFont typeface="Arial" panose="020B0604020202020204" pitchFamily="34" charset="0"/>
              <a:buChar char="•"/>
              <a:defRPr/>
            </a:pPr>
            <a:r>
              <a:rPr lang="en-GB" sz="1100" dirty="0"/>
              <a:t>KYC/R to CDL</a:t>
            </a:r>
            <a:endParaRPr lang="en-US" sz="1100" dirty="0"/>
          </a:p>
        </p:txBody>
      </p:sp>
      <p:sp>
        <p:nvSpPr>
          <p:cNvPr id="8" name="Round Same Side Corner Rectangle 7"/>
          <p:cNvSpPr/>
          <p:nvPr/>
        </p:nvSpPr>
        <p:spPr>
          <a:xfrm>
            <a:off x="200533" y="4598678"/>
            <a:ext cx="2923667" cy="201922"/>
          </a:xfrm>
          <a:prstGeom prst="round2SameRect">
            <a:avLst/>
          </a:prstGeom>
          <a:solidFill>
            <a:srgbClr val="00A1E4"/>
          </a:solidFill>
          <a:ln w="25400" cap="flat" cmpd="sng" algn="ctr">
            <a:noFill/>
            <a:prstDash val="solid"/>
          </a:ln>
          <a:effectLst>
            <a:outerShdw blurRad="50800" dist="38100" dir="2700000" algn="tl" rotWithShape="0">
              <a:prstClr val="black">
                <a:alpha val="40000"/>
              </a:prst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lang="en-US" sz="1200" b="1" kern="0" dirty="0">
                <a:solidFill>
                  <a:prstClr val="white"/>
                </a:solidFill>
              </a:rPr>
              <a:t>Trade Surveillance</a:t>
            </a:r>
            <a:r>
              <a:rPr kumimoji="0" lang="en-US" sz="1200" b="1" i="0" u="none" strike="noStrike" kern="0" cap="none" spc="0" normalizeH="0" baseline="0" noProof="0" dirty="0">
                <a:ln>
                  <a:noFill/>
                </a:ln>
                <a:solidFill>
                  <a:prstClr val="white"/>
                </a:solidFill>
                <a:effectLst/>
                <a:uLnTx/>
                <a:uFillTx/>
                <a:ea typeface="+mn-ea"/>
                <a:cs typeface="+mn-cs"/>
              </a:rPr>
              <a:t> </a:t>
            </a:r>
          </a:p>
        </p:txBody>
      </p:sp>
      <p:sp>
        <p:nvSpPr>
          <p:cNvPr id="9" name="Rounded Rectangle 8"/>
          <p:cNvSpPr/>
          <p:nvPr/>
        </p:nvSpPr>
        <p:spPr>
          <a:xfrm>
            <a:off x="116728" y="4876800"/>
            <a:ext cx="11465671" cy="990600"/>
          </a:xfrm>
          <a:prstGeom prst="roundRect">
            <a:avLst>
              <a:gd name="adj" fmla="val 1448"/>
            </a:avLst>
          </a:prstGeom>
          <a:solidFill>
            <a:srgbClr val="E6E8F2"/>
          </a:solidFill>
          <a:ln w="25400" cap="flat" cmpd="sng" algn="ctr">
            <a:noFill/>
            <a:prstDash val="solid"/>
          </a:ln>
          <a:effectLst/>
        </p:spPr>
        <p:txBody>
          <a:bodyPr rtlCol="0" anchor="ctr"/>
          <a:lstStyle/>
          <a:p>
            <a:pPr>
              <a:spcBef>
                <a:spcPts val="360"/>
              </a:spcBef>
              <a:spcAft>
                <a:spcPct val="30000"/>
              </a:spcAft>
              <a:buClr>
                <a:srgbClr val="A11133"/>
              </a:buClr>
              <a:defRPr/>
            </a:pPr>
            <a:r>
              <a:rPr lang="en-US" sz="1100" dirty="0"/>
              <a:t>Based on recommendation from internal and external parties, Market surveillance and Conduct team implemented more effective Swap Dealing and related Market Conduct Surveillance programs, the scope of which includes FOREX Cash, Options and Swap. our scope is to make the data available for the reports in DWH from the respective source system using Informatica which involves modification of 5 workflows. </a:t>
            </a:r>
            <a:endParaRPr lang="en-US" sz="1100" i="1" dirty="0"/>
          </a:p>
        </p:txBody>
      </p:sp>
      <p:sp>
        <p:nvSpPr>
          <p:cNvPr id="11" name="Rounded Rectangle 10"/>
          <p:cNvSpPr/>
          <p:nvPr/>
        </p:nvSpPr>
        <p:spPr>
          <a:xfrm>
            <a:off x="269128" y="1219200"/>
            <a:ext cx="11465671" cy="990600"/>
          </a:xfrm>
          <a:prstGeom prst="roundRect">
            <a:avLst>
              <a:gd name="adj" fmla="val 1448"/>
            </a:avLst>
          </a:prstGeom>
          <a:solidFill>
            <a:srgbClr val="E6E8F2"/>
          </a:solidFill>
          <a:ln w="25400" cap="flat" cmpd="sng" algn="ctr">
            <a:noFill/>
            <a:prstDash val="solid"/>
          </a:ln>
          <a:effectLst/>
        </p:spPr>
        <p:txBody>
          <a:bodyPr rtlCol="0" anchor="ctr"/>
          <a:lstStyle/>
          <a:p>
            <a:pPr>
              <a:spcBef>
                <a:spcPts val="360"/>
              </a:spcBef>
              <a:spcAft>
                <a:spcPct val="30000"/>
              </a:spcAft>
              <a:buClr>
                <a:srgbClr val="A11133"/>
              </a:buClr>
              <a:defRPr/>
            </a:pPr>
            <a:r>
              <a:rPr lang="en-US" sz="1100" dirty="0"/>
              <a:t>KYCR application will enhance existing KYC/R(Know your Customer/Required) Application to address new business requirements that have been defined to meet the </a:t>
            </a:r>
            <a:r>
              <a:rPr lang="en-US" sz="1100" dirty="0" err="1"/>
              <a:t>FinCEN</a:t>
            </a:r>
            <a:r>
              <a:rPr lang="en-US" sz="1100" dirty="0"/>
              <a:t>(Financial Crimes Enforcement Network) Regulatory requirements. This will include updates to existing form templates, specifically CDD, EDD Section and Attachment section to include the beneficial owner and controlling party information. </a:t>
            </a:r>
          </a:p>
        </p:txBody>
      </p:sp>
    </p:spTree>
    <p:extLst>
      <p:ext uri="{BB962C8B-B14F-4D97-AF65-F5344CB8AC3E}">
        <p14:creationId xmlns:p14="http://schemas.microsoft.com/office/powerpoint/2010/main" val="300952689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0800" y="2819401"/>
            <a:ext cx="10363200" cy="1002135"/>
          </a:xfrm>
        </p:spPr>
        <p:txBody>
          <a:bodyPr/>
          <a:lstStyle/>
          <a:p>
            <a:pPr algn="ctr"/>
            <a:r>
              <a:rPr lang="en-US" dirty="0" smtClean="0"/>
              <a:t>Areas of Improvement</a:t>
            </a:r>
            <a:endParaRPr lang="en-US" dirty="0"/>
          </a:p>
        </p:txBody>
      </p:sp>
    </p:spTree>
    <p:extLst>
      <p:ext uri="{BB962C8B-B14F-4D97-AF65-F5344CB8AC3E}">
        <p14:creationId xmlns:p14="http://schemas.microsoft.com/office/powerpoint/2010/main" val="320753153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			Areas of Improvement</a:t>
            </a:r>
            <a:endParaRPr lang="en-US" dirty="0"/>
          </a:p>
        </p:txBody>
      </p:sp>
      <p:sp>
        <p:nvSpPr>
          <p:cNvPr id="4" name="Round Same Side Corner Rectangle 3"/>
          <p:cNvSpPr/>
          <p:nvPr/>
        </p:nvSpPr>
        <p:spPr>
          <a:xfrm>
            <a:off x="200533" y="1474478"/>
            <a:ext cx="3679822" cy="201922"/>
          </a:xfrm>
          <a:prstGeom prst="round2SameRect">
            <a:avLst/>
          </a:prstGeom>
          <a:solidFill>
            <a:srgbClr val="00A1E4"/>
          </a:solidFill>
          <a:ln w="25400" cap="flat" cmpd="sng" algn="ctr">
            <a:noFill/>
            <a:prstDash val="solid"/>
          </a:ln>
          <a:effectLst>
            <a:outerShdw blurRad="50800" dist="38100" dir="2700000" algn="tl" rotWithShape="0">
              <a:prstClr val="black">
                <a:alpha val="40000"/>
              </a:prst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lang="en-US" sz="1200" b="1" kern="0" dirty="0" smtClean="0">
                <a:solidFill>
                  <a:prstClr val="white"/>
                </a:solidFill>
              </a:rPr>
              <a:t>Automation</a:t>
            </a:r>
            <a:endParaRPr kumimoji="0" lang="en-US" sz="1200" b="1" i="0" u="none" strike="noStrike" kern="0" cap="none" spc="0" normalizeH="0" baseline="0" noProof="0" dirty="0">
              <a:ln>
                <a:noFill/>
              </a:ln>
              <a:solidFill>
                <a:prstClr val="white"/>
              </a:solidFill>
              <a:effectLst/>
              <a:uLnTx/>
              <a:uFillTx/>
              <a:ea typeface="+mn-ea"/>
              <a:cs typeface="+mn-cs"/>
            </a:endParaRPr>
          </a:p>
        </p:txBody>
      </p:sp>
      <p:sp>
        <p:nvSpPr>
          <p:cNvPr id="5" name="Rounded Rectangle 4"/>
          <p:cNvSpPr/>
          <p:nvPr/>
        </p:nvSpPr>
        <p:spPr>
          <a:xfrm>
            <a:off x="116728" y="1752600"/>
            <a:ext cx="11618071" cy="1066800"/>
          </a:xfrm>
          <a:prstGeom prst="roundRect">
            <a:avLst>
              <a:gd name="adj" fmla="val 1448"/>
            </a:avLst>
          </a:prstGeom>
          <a:solidFill>
            <a:srgbClr val="E6E8F2"/>
          </a:solidFill>
          <a:ln w="25400" cap="flat" cmpd="sng" algn="ctr">
            <a:noFill/>
            <a:prstDash val="solid"/>
          </a:ln>
          <a:effectLst/>
        </p:spPr>
        <p:txBody>
          <a:bodyPr rtlCol="0" anchor="ctr"/>
          <a:lstStyle/>
          <a:p>
            <a:pPr marL="228600" indent="-228600">
              <a:spcBef>
                <a:spcPts val="360"/>
              </a:spcBef>
              <a:spcAft>
                <a:spcPct val="30000"/>
              </a:spcAft>
              <a:buClr>
                <a:srgbClr val="A11133"/>
              </a:buClr>
              <a:buAutoNum type="arabicPeriod"/>
              <a:defRPr/>
            </a:pPr>
            <a:r>
              <a:rPr lang="en-US" sz="1100" dirty="0" smtClean="0"/>
              <a:t>We can Improve the performance and reduce the manual efforts by automating exiting File mover Scripts</a:t>
            </a:r>
          </a:p>
          <a:p>
            <a:pPr marL="228600" indent="-228600">
              <a:spcBef>
                <a:spcPts val="360"/>
              </a:spcBef>
              <a:spcAft>
                <a:spcPct val="30000"/>
              </a:spcAft>
              <a:buClr>
                <a:srgbClr val="A11133"/>
              </a:buClr>
              <a:buAutoNum type="arabicPeriod"/>
              <a:defRPr/>
            </a:pPr>
            <a:r>
              <a:rPr lang="en-US" sz="1100" dirty="0"/>
              <a:t>All the new requirements and any issue fixes should be </a:t>
            </a:r>
            <a:r>
              <a:rPr lang="en-US" sz="1100" dirty="0" err="1" smtClean="0"/>
              <a:t>parallely</a:t>
            </a:r>
            <a:r>
              <a:rPr lang="en-US" sz="1100" dirty="0" smtClean="0"/>
              <a:t> </a:t>
            </a:r>
            <a:r>
              <a:rPr lang="en-US" sz="1100" dirty="0"/>
              <a:t>communicated by the Informatica team.</a:t>
            </a:r>
          </a:p>
          <a:p>
            <a:pPr marL="228600" indent="-228600">
              <a:spcBef>
                <a:spcPts val="360"/>
              </a:spcBef>
              <a:spcAft>
                <a:spcPct val="30000"/>
              </a:spcAft>
              <a:buClr>
                <a:srgbClr val="A11133"/>
              </a:buClr>
              <a:buAutoNum type="arabicPeriod"/>
              <a:defRPr/>
            </a:pPr>
            <a:r>
              <a:rPr lang="en-US" sz="1100" dirty="0"/>
              <a:t>The Tidal scheduling tool sometimes  goes down and is very slow, comparatively we can use </a:t>
            </a:r>
            <a:r>
              <a:rPr lang="en-US" sz="1100" dirty="0" smtClean="0"/>
              <a:t>CA Workstation </a:t>
            </a:r>
            <a:r>
              <a:rPr lang="en-US" sz="1100" dirty="0"/>
              <a:t>or AutoSYS for scheduling purposes.</a:t>
            </a:r>
          </a:p>
          <a:p>
            <a:pPr>
              <a:spcBef>
                <a:spcPts val="360"/>
              </a:spcBef>
              <a:spcAft>
                <a:spcPct val="30000"/>
              </a:spcAft>
              <a:buClr>
                <a:srgbClr val="A11133"/>
              </a:buClr>
              <a:defRPr/>
            </a:pPr>
            <a:endParaRPr lang="en-US" sz="1100" dirty="0" smtClean="0"/>
          </a:p>
        </p:txBody>
      </p:sp>
      <p:sp>
        <p:nvSpPr>
          <p:cNvPr id="8" name="Round Same Side Corner Rectangle 7"/>
          <p:cNvSpPr/>
          <p:nvPr/>
        </p:nvSpPr>
        <p:spPr>
          <a:xfrm>
            <a:off x="200534" y="2971800"/>
            <a:ext cx="3679822" cy="201922"/>
          </a:xfrm>
          <a:prstGeom prst="round2SameRect">
            <a:avLst/>
          </a:prstGeom>
          <a:solidFill>
            <a:srgbClr val="00A1E4"/>
          </a:solidFill>
          <a:ln w="25400" cap="flat" cmpd="sng" algn="ctr">
            <a:noFill/>
            <a:prstDash val="solid"/>
          </a:ln>
          <a:effectLst>
            <a:outerShdw blurRad="50800" dist="38100" dir="2700000" algn="tl" rotWithShape="0">
              <a:prstClr val="black">
                <a:alpha val="40000"/>
              </a:prst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lang="en-US" sz="1200" b="1" kern="0" dirty="0" smtClean="0">
                <a:solidFill>
                  <a:prstClr val="white"/>
                </a:solidFill>
              </a:rPr>
              <a:t>DQ Area</a:t>
            </a:r>
            <a:endParaRPr kumimoji="0" lang="en-US" sz="1200" b="1" i="0" u="none" strike="noStrike" kern="0" cap="none" spc="0" normalizeH="0" baseline="0" noProof="0" dirty="0">
              <a:ln>
                <a:noFill/>
              </a:ln>
              <a:solidFill>
                <a:prstClr val="white"/>
              </a:solidFill>
              <a:effectLst/>
              <a:uLnTx/>
              <a:uFillTx/>
              <a:ea typeface="+mn-ea"/>
              <a:cs typeface="+mn-cs"/>
            </a:endParaRPr>
          </a:p>
        </p:txBody>
      </p:sp>
      <p:sp>
        <p:nvSpPr>
          <p:cNvPr id="9" name="Rounded Rectangle 8"/>
          <p:cNvSpPr/>
          <p:nvPr/>
        </p:nvSpPr>
        <p:spPr>
          <a:xfrm>
            <a:off x="116729" y="3249922"/>
            <a:ext cx="11618070" cy="914400"/>
          </a:xfrm>
          <a:prstGeom prst="roundRect">
            <a:avLst>
              <a:gd name="adj" fmla="val 1448"/>
            </a:avLst>
          </a:prstGeom>
          <a:solidFill>
            <a:srgbClr val="E6E8F2"/>
          </a:solidFill>
          <a:ln w="25400" cap="flat" cmpd="sng" algn="ctr">
            <a:noFill/>
            <a:prstDash val="solid"/>
          </a:ln>
          <a:effectLst/>
        </p:spPr>
        <p:txBody>
          <a:bodyPr rtlCol="0" anchor="ctr"/>
          <a:lstStyle/>
          <a:p>
            <a:pPr>
              <a:spcBef>
                <a:spcPts val="360"/>
              </a:spcBef>
              <a:spcAft>
                <a:spcPct val="30000"/>
              </a:spcAft>
              <a:buClr>
                <a:srgbClr val="A11133"/>
              </a:buClr>
              <a:defRPr/>
            </a:pPr>
            <a:endParaRPr lang="en-US" sz="1100" dirty="0"/>
          </a:p>
          <a:p>
            <a:pPr marL="285750" indent="-285750">
              <a:lnSpc>
                <a:spcPct val="100000"/>
              </a:lnSpc>
              <a:spcBef>
                <a:spcPts val="360"/>
              </a:spcBef>
              <a:spcAft>
                <a:spcPct val="30000"/>
              </a:spcAft>
              <a:buClr>
                <a:srgbClr val="A11133"/>
              </a:buClr>
              <a:buFont typeface="Arial" panose="020B0604020202020204" pitchFamily="34" charset="0"/>
              <a:buChar char="•"/>
              <a:defRPr/>
            </a:pPr>
            <a:r>
              <a:rPr lang="en-US" sz="1100" dirty="0"/>
              <a:t>Data Quality Machine learning process</a:t>
            </a:r>
          </a:p>
          <a:p>
            <a:pPr marL="285750" indent="-285750">
              <a:lnSpc>
                <a:spcPct val="100000"/>
              </a:lnSpc>
              <a:spcBef>
                <a:spcPts val="360"/>
              </a:spcBef>
              <a:spcAft>
                <a:spcPct val="30000"/>
              </a:spcAft>
              <a:buClr>
                <a:srgbClr val="A11133"/>
              </a:buClr>
              <a:buFont typeface="Arial" panose="020B0604020202020204" pitchFamily="34" charset="0"/>
              <a:buChar char="•"/>
              <a:defRPr/>
            </a:pPr>
            <a:r>
              <a:rPr lang="en-US" sz="1100" dirty="0"/>
              <a:t>Data Analysis Automation</a:t>
            </a:r>
          </a:p>
          <a:p>
            <a:pPr>
              <a:spcBef>
                <a:spcPts val="360"/>
              </a:spcBef>
              <a:spcAft>
                <a:spcPct val="30000"/>
              </a:spcAft>
              <a:buClr>
                <a:srgbClr val="A11133"/>
              </a:buClr>
              <a:defRPr/>
            </a:pPr>
            <a:endParaRPr lang="en-US" sz="1100" dirty="0" smtClean="0"/>
          </a:p>
        </p:txBody>
      </p:sp>
    </p:spTree>
    <p:extLst>
      <p:ext uri="{BB962C8B-B14F-4D97-AF65-F5344CB8AC3E}">
        <p14:creationId xmlns:p14="http://schemas.microsoft.com/office/powerpoint/2010/main" val="199390203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2" descr="image0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01200" y="51954"/>
            <a:ext cx="1806151" cy="557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itle 3"/>
          <p:cNvSpPr>
            <a:spLocks noGrp="1"/>
          </p:cNvSpPr>
          <p:nvPr>
            <p:ph type="title"/>
          </p:nvPr>
        </p:nvSpPr>
        <p:spPr>
          <a:xfrm>
            <a:off x="-457200" y="178377"/>
            <a:ext cx="10744200" cy="431223"/>
          </a:xfrm>
        </p:spPr>
        <p:txBody>
          <a:bodyPr anchor="t"/>
          <a:lstStyle/>
          <a:p>
            <a:pPr algn="ctr">
              <a:lnSpc>
                <a:spcPct val="100000"/>
              </a:lnSpc>
            </a:pPr>
            <a:r>
              <a:rPr lang="en-US" altLang="en-US" dirty="0" smtClean="0"/>
              <a:t>Capgemini Team Structure</a:t>
            </a:r>
            <a:endParaRPr lang="en-GB" altLang="en-US" dirty="0"/>
          </a:p>
        </p:txBody>
      </p:sp>
      <p:sp>
        <p:nvSpPr>
          <p:cNvPr id="73" name="Slide Number Placeholder 1"/>
          <p:cNvSpPr txBox="1">
            <a:spLocks/>
          </p:cNvSpPr>
          <p:nvPr/>
        </p:nvSpPr>
        <p:spPr>
          <a:xfrm>
            <a:off x="9735341" y="5889121"/>
            <a:ext cx="246859" cy="283986"/>
          </a:xfrm>
          <a:prstGeom prst="rect">
            <a:avLst/>
          </a:prstGeom>
        </p:spPr>
        <p:txBody>
          <a:bodyPr vert="horz" lIns="80766" tIns="40382" rIns="80766" bIns="40382" rtlCol="0" anchor="ctr"/>
          <a:lstStyle>
            <a:defPPr>
              <a:defRPr lang="en-US"/>
            </a:defPPr>
            <a:lvl1pPr algn="r" defTabSz="1217080" rtl="0" fontAlgn="base">
              <a:spcBef>
                <a:spcPct val="0"/>
              </a:spcBef>
              <a:spcAft>
                <a:spcPct val="0"/>
              </a:spcAft>
              <a:defRPr sz="1500" kern="1200">
                <a:solidFill>
                  <a:schemeClr val="tx1">
                    <a:tint val="75000"/>
                  </a:schemeClr>
                </a:solidFill>
                <a:latin typeface="Arial" charset="0"/>
                <a:ea typeface="+mn-ea"/>
                <a:cs typeface="+mn-cs"/>
              </a:defRPr>
            </a:lvl1pPr>
            <a:lvl2pPr marL="607746" indent="-150746" algn="l" defTabSz="1217080" rtl="0" fontAlgn="base">
              <a:spcBef>
                <a:spcPct val="0"/>
              </a:spcBef>
              <a:spcAft>
                <a:spcPct val="0"/>
              </a:spcAft>
              <a:defRPr sz="2400" kern="1200">
                <a:solidFill>
                  <a:schemeClr val="tx1"/>
                </a:solidFill>
                <a:latin typeface="Arial" charset="0"/>
                <a:ea typeface="+mn-ea"/>
                <a:cs typeface="+mn-cs"/>
              </a:defRPr>
            </a:lvl2pPr>
            <a:lvl3pPr marL="1217080" indent="-303080" algn="l" defTabSz="1217080" rtl="0" fontAlgn="base">
              <a:spcBef>
                <a:spcPct val="0"/>
              </a:spcBef>
              <a:spcAft>
                <a:spcPct val="0"/>
              </a:spcAft>
              <a:defRPr sz="2400" kern="1200">
                <a:solidFill>
                  <a:schemeClr val="tx1"/>
                </a:solidFill>
                <a:latin typeface="Arial" charset="0"/>
                <a:ea typeface="+mn-ea"/>
                <a:cs typeface="+mn-cs"/>
              </a:defRPr>
            </a:lvl3pPr>
            <a:lvl4pPr marL="1824826" indent="-453825" algn="l" defTabSz="1217080" rtl="0" fontAlgn="base">
              <a:spcBef>
                <a:spcPct val="0"/>
              </a:spcBef>
              <a:spcAft>
                <a:spcPct val="0"/>
              </a:spcAft>
              <a:defRPr sz="2400" kern="1200">
                <a:solidFill>
                  <a:schemeClr val="tx1"/>
                </a:solidFill>
                <a:latin typeface="Arial" charset="0"/>
                <a:ea typeface="+mn-ea"/>
                <a:cs typeface="+mn-cs"/>
              </a:defRPr>
            </a:lvl4pPr>
            <a:lvl5pPr marL="2434158" indent="-606159" algn="l" defTabSz="1217080" rtl="0" fontAlgn="base">
              <a:spcBef>
                <a:spcPct val="0"/>
              </a:spcBef>
              <a:spcAft>
                <a:spcPct val="0"/>
              </a:spcAft>
              <a:defRPr sz="2400" kern="1200">
                <a:solidFill>
                  <a:schemeClr val="tx1"/>
                </a:solidFill>
                <a:latin typeface="Arial" charset="0"/>
                <a:ea typeface="+mn-ea"/>
                <a:cs typeface="+mn-cs"/>
              </a:defRPr>
            </a:lvl5pPr>
            <a:lvl6pPr marL="2285000" algn="l" defTabSz="914000" rtl="0" eaLnBrk="1" latinLnBrk="0" hangingPunct="1">
              <a:defRPr sz="2400" kern="1200">
                <a:solidFill>
                  <a:schemeClr val="tx1"/>
                </a:solidFill>
                <a:latin typeface="Arial" charset="0"/>
                <a:ea typeface="+mn-ea"/>
                <a:cs typeface="+mn-cs"/>
              </a:defRPr>
            </a:lvl6pPr>
            <a:lvl7pPr marL="2741999" algn="l" defTabSz="914000" rtl="0" eaLnBrk="1" latinLnBrk="0" hangingPunct="1">
              <a:defRPr sz="2400" kern="1200">
                <a:solidFill>
                  <a:schemeClr val="tx1"/>
                </a:solidFill>
                <a:latin typeface="Arial" charset="0"/>
                <a:ea typeface="+mn-ea"/>
                <a:cs typeface="+mn-cs"/>
              </a:defRPr>
            </a:lvl7pPr>
            <a:lvl8pPr marL="3198998" algn="l" defTabSz="914000" rtl="0" eaLnBrk="1" latinLnBrk="0" hangingPunct="1">
              <a:defRPr sz="2400" kern="1200">
                <a:solidFill>
                  <a:schemeClr val="tx1"/>
                </a:solidFill>
                <a:latin typeface="Arial" charset="0"/>
                <a:ea typeface="+mn-ea"/>
                <a:cs typeface="+mn-cs"/>
              </a:defRPr>
            </a:lvl8pPr>
            <a:lvl9pPr marL="3655998" algn="l" defTabSz="914000" rtl="0" eaLnBrk="1" latinLnBrk="0" hangingPunct="1">
              <a:defRPr sz="2400" kern="1200">
                <a:solidFill>
                  <a:schemeClr val="tx1"/>
                </a:solidFill>
                <a:latin typeface="Arial" charset="0"/>
                <a:ea typeface="+mn-ea"/>
                <a:cs typeface="+mn-cs"/>
              </a:defRPr>
            </a:lvl9pPr>
          </a:lstStyle>
          <a:p>
            <a:pPr>
              <a:defRPr/>
            </a:pPr>
            <a:fld id="{8EC37F0E-B615-44F8-84CC-322A03C03CE0}" type="slidenum">
              <a:rPr lang="en-US" sz="1071"/>
              <a:pPr>
                <a:defRPr/>
              </a:pPr>
              <a:t>28</a:t>
            </a:fld>
            <a:endParaRPr lang="en-US" sz="1071" dirty="0"/>
          </a:p>
        </p:txBody>
      </p:sp>
      <p:sp>
        <p:nvSpPr>
          <p:cNvPr id="74" name="TextBox 32"/>
          <p:cNvSpPr txBox="1">
            <a:spLocks noChangeArrowheads="1"/>
          </p:cNvSpPr>
          <p:nvPr/>
        </p:nvSpPr>
        <p:spPr bwMode="auto">
          <a:xfrm>
            <a:off x="4676694" y="-51954"/>
            <a:ext cx="128897" cy="273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793" tIns="31896" rIns="63793" bIns="31896">
            <a:spAutoFit/>
          </a:bodyPr>
          <a:lstStyle>
            <a:lvl1pPr eaLnBrk="0" hangingPunct="0">
              <a:spcAft>
                <a:spcPts val="800"/>
              </a:spcAft>
              <a:buFont typeface="Calibri" pitchFamily="34" charset="0"/>
              <a:buChar char="•"/>
              <a:defRPr sz="1900">
                <a:solidFill>
                  <a:schemeClr val="tx1"/>
                </a:solidFill>
                <a:latin typeface="Calibri" pitchFamily="34" charset="0"/>
                <a:cs typeface="Arial" charset="0"/>
              </a:defRPr>
            </a:lvl1pPr>
            <a:lvl2pPr marL="742950" indent="-285750" eaLnBrk="0" hangingPunct="0">
              <a:spcAft>
                <a:spcPts val="800"/>
              </a:spcAft>
              <a:buSzPct val="100000"/>
              <a:buFont typeface="Wingdings" pitchFamily="2" charset="2"/>
              <a:buChar char="§"/>
              <a:defRPr sz="1900">
                <a:solidFill>
                  <a:schemeClr val="tx1"/>
                </a:solidFill>
                <a:latin typeface="Calibri" pitchFamily="34" charset="0"/>
                <a:cs typeface="Arial" charset="0"/>
              </a:defRPr>
            </a:lvl2pPr>
            <a:lvl3pPr marL="1143000" indent="-228600" eaLnBrk="0" hangingPunct="0">
              <a:spcAft>
                <a:spcPts val="800"/>
              </a:spcAft>
              <a:buFont typeface="Arial" charset="0"/>
              <a:buChar char="•"/>
              <a:defRPr sz="1900">
                <a:solidFill>
                  <a:schemeClr val="tx1"/>
                </a:solidFill>
                <a:latin typeface="Calibri" pitchFamily="34" charset="0"/>
                <a:cs typeface="Arial" charset="0"/>
              </a:defRPr>
            </a:lvl3pPr>
            <a:lvl4pPr marL="1600200" indent="-228600" eaLnBrk="0" hangingPunct="0">
              <a:spcAft>
                <a:spcPts val="800"/>
              </a:spcAft>
              <a:buFont typeface="Arial" charset="0"/>
              <a:buChar char="–"/>
              <a:defRPr sz="1900">
                <a:solidFill>
                  <a:schemeClr val="tx1"/>
                </a:solidFill>
                <a:latin typeface="Calibri" pitchFamily="34" charset="0"/>
                <a:cs typeface="Arial" charset="0"/>
              </a:defRPr>
            </a:lvl4pPr>
            <a:lvl5pPr marL="2057400" indent="-228600" eaLnBrk="0" hangingPunct="0">
              <a:spcAft>
                <a:spcPts val="800"/>
              </a:spcAft>
              <a:buFont typeface="Arial" charset="0"/>
              <a:buChar char="»"/>
              <a:defRPr sz="1900">
                <a:solidFill>
                  <a:schemeClr val="tx1"/>
                </a:solidFill>
                <a:latin typeface="Calibri" pitchFamily="34" charset="0"/>
                <a:cs typeface="Arial" charset="0"/>
              </a:defRPr>
            </a:lvl5pPr>
            <a:lvl6pPr marL="2514600" indent="-228600" defTabSz="1217613" eaLnBrk="0" fontAlgn="base" hangingPunct="0">
              <a:spcBef>
                <a:spcPct val="0"/>
              </a:spcBef>
              <a:spcAft>
                <a:spcPts val="800"/>
              </a:spcAft>
              <a:buFont typeface="Arial" charset="0"/>
              <a:buChar char="»"/>
              <a:defRPr sz="1900">
                <a:solidFill>
                  <a:schemeClr val="tx1"/>
                </a:solidFill>
                <a:latin typeface="Calibri" pitchFamily="34" charset="0"/>
                <a:cs typeface="Arial" charset="0"/>
              </a:defRPr>
            </a:lvl6pPr>
            <a:lvl7pPr marL="2971800" indent="-228600" defTabSz="1217613" eaLnBrk="0" fontAlgn="base" hangingPunct="0">
              <a:spcBef>
                <a:spcPct val="0"/>
              </a:spcBef>
              <a:spcAft>
                <a:spcPts val="800"/>
              </a:spcAft>
              <a:buFont typeface="Arial" charset="0"/>
              <a:buChar char="»"/>
              <a:defRPr sz="1900">
                <a:solidFill>
                  <a:schemeClr val="tx1"/>
                </a:solidFill>
                <a:latin typeface="Calibri" pitchFamily="34" charset="0"/>
                <a:cs typeface="Arial" charset="0"/>
              </a:defRPr>
            </a:lvl7pPr>
            <a:lvl8pPr marL="3429000" indent="-228600" defTabSz="1217613" eaLnBrk="0" fontAlgn="base" hangingPunct="0">
              <a:spcBef>
                <a:spcPct val="0"/>
              </a:spcBef>
              <a:spcAft>
                <a:spcPts val="800"/>
              </a:spcAft>
              <a:buFont typeface="Arial" charset="0"/>
              <a:buChar char="»"/>
              <a:defRPr sz="1900">
                <a:solidFill>
                  <a:schemeClr val="tx1"/>
                </a:solidFill>
                <a:latin typeface="Calibri" pitchFamily="34" charset="0"/>
                <a:cs typeface="Arial" charset="0"/>
              </a:defRPr>
            </a:lvl8pPr>
            <a:lvl9pPr marL="3886200" indent="-228600" defTabSz="1217613" eaLnBrk="0" fontAlgn="base" hangingPunct="0">
              <a:spcBef>
                <a:spcPct val="0"/>
              </a:spcBef>
              <a:spcAft>
                <a:spcPts val="800"/>
              </a:spcAft>
              <a:buFont typeface="Arial" charset="0"/>
              <a:buChar char="»"/>
              <a:defRPr sz="1900">
                <a:solidFill>
                  <a:schemeClr val="tx1"/>
                </a:solidFill>
                <a:latin typeface="Calibri" pitchFamily="34" charset="0"/>
                <a:cs typeface="Arial" charset="0"/>
              </a:defRPr>
            </a:lvl9pPr>
          </a:lstStyle>
          <a:p>
            <a:pPr eaLnBrk="1" hangingPunct="1">
              <a:spcAft>
                <a:spcPct val="0"/>
              </a:spcAft>
              <a:buFontTx/>
              <a:buNone/>
            </a:pPr>
            <a:endParaRPr lang="en-US" altLang="en-US" sz="1357">
              <a:latin typeface="Arial" charset="0"/>
            </a:endParaRPr>
          </a:p>
        </p:txBody>
      </p:sp>
      <p:sp>
        <p:nvSpPr>
          <p:cNvPr id="75" name="Line 26"/>
          <p:cNvSpPr>
            <a:spLocks noChangeShapeType="1"/>
          </p:cNvSpPr>
          <p:nvPr/>
        </p:nvSpPr>
        <p:spPr bwMode="auto">
          <a:xfrm flipH="1">
            <a:off x="7319101" y="2167466"/>
            <a:ext cx="0" cy="651934"/>
          </a:xfrm>
          <a:prstGeom prst="line">
            <a:avLst/>
          </a:prstGeom>
          <a:noFill/>
          <a:ln w="12700">
            <a:solidFill>
              <a:schemeClr val="tx2">
                <a:lumMod val="60000"/>
                <a:lumOff val="40000"/>
              </a:schemeClr>
            </a:solidFill>
            <a:round/>
            <a:headEnd/>
            <a:tailEnd/>
          </a:ln>
          <a:extLst>
            <a:ext uri="{909E8E84-426E-40DD-AFC4-6F175D3DCCD1}">
              <a14:hiddenFill xmlns:a14="http://schemas.microsoft.com/office/drawing/2010/main">
                <a:noFill/>
              </a14:hiddenFill>
            </a:ext>
          </a:extLst>
        </p:spPr>
        <p:txBody>
          <a:bodyPr wrap="square" lIns="82709" tIns="41356" rIns="82709" bIns="41356">
            <a:spAutoFit/>
          </a:bodyPr>
          <a:lstStyle/>
          <a:p>
            <a:endParaRPr lang="en-US" sz="1286" dirty="0">
              <a:solidFill>
                <a:srgbClr val="000000"/>
              </a:solidFill>
              <a:latin typeface="Candara" panose="020E0502030303020204" pitchFamily="34" charset="0"/>
            </a:endParaRPr>
          </a:p>
        </p:txBody>
      </p:sp>
      <p:sp>
        <p:nvSpPr>
          <p:cNvPr id="76" name="Rectangle 8"/>
          <p:cNvSpPr>
            <a:spLocks noChangeArrowheads="1"/>
          </p:cNvSpPr>
          <p:nvPr/>
        </p:nvSpPr>
        <p:spPr bwMode="auto">
          <a:xfrm>
            <a:off x="4264279" y="1869071"/>
            <a:ext cx="1381830" cy="148166"/>
          </a:xfrm>
          <a:prstGeom prst="rect">
            <a:avLst/>
          </a:prstGeom>
          <a:solidFill>
            <a:schemeClr val="tx2">
              <a:lumMod val="60000"/>
              <a:lumOff val="40000"/>
            </a:schemeClr>
          </a:solidFill>
          <a:ln w="25400" cap="flat" cmpd="sng" algn="ctr">
            <a:noFill/>
            <a:prstDash val="solid"/>
          </a:ln>
          <a:effectLst>
            <a:outerShdw blurRad="50800" dist="38100" dir="2700000" algn="tl" rotWithShape="0">
              <a:prstClr val="black">
                <a:alpha val="40000"/>
              </a:prstClr>
            </a:outerShdw>
          </a:effectLst>
          <a:scene3d>
            <a:camera prst="orthographicFront">
              <a:rot lat="0" lon="0" rev="0"/>
            </a:camera>
            <a:lightRig rig="contrasting" dir="t">
              <a:rot lat="0" lon="0" rev="7800000"/>
            </a:lightRig>
          </a:scene3d>
          <a:sp3d/>
        </p:spPr>
        <p:txBody>
          <a:bodyPr lIns="82709" tIns="41356" rIns="82709" bIns="41356" rtlCol="0" anchor="ctr"/>
          <a:lstStyle/>
          <a:p>
            <a:pPr algn="ctr">
              <a:defRPr/>
            </a:pPr>
            <a:r>
              <a:rPr lang="en-US" sz="1071" b="1" kern="0" dirty="0">
                <a:solidFill>
                  <a:sysClr val="window" lastClr="FFFFFF"/>
                </a:solidFill>
                <a:latin typeface="Candara" pitchFamily="34" charset="0"/>
                <a:cs typeface="Arial" pitchFamily="34" charset="0"/>
              </a:rPr>
              <a:t>Ravi Gabra</a:t>
            </a:r>
          </a:p>
        </p:txBody>
      </p:sp>
      <p:sp>
        <p:nvSpPr>
          <p:cNvPr id="77" name="Line 17"/>
          <p:cNvSpPr>
            <a:spLocks noChangeShapeType="1"/>
          </p:cNvSpPr>
          <p:nvPr/>
        </p:nvSpPr>
        <p:spPr bwMode="auto">
          <a:xfrm>
            <a:off x="2061132" y="2195037"/>
            <a:ext cx="7099564" cy="1"/>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wrap="square" lIns="82709" tIns="41356" rIns="82709" bIns="41356">
            <a:spAutoFit/>
          </a:bodyPr>
          <a:lstStyle/>
          <a:p>
            <a:endParaRPr lang="en-US" sz="929" dirty="0">
              <a:solidFill>
                <a:srgbClr val="000000"/>
              </a:solidFill>
              <a:latin typeface="Candara" panose="020E0502030303020204" pitchFamily="34" charset="0"/>
            </a:endParaRPr>
          </a:p>
        </p:txBody>
      </p:sp>
      <p:sp>
        <p:nvSpPr>
          <p:cNvPr id="78" name="Rectangle 8"/>
          <p:cNvSpPr>
            <a:spLocks noChangeArrowheads="1"/>
          </p:cNvSpPr>
          <p:nvPr/>
        </p:nvSpPr>
        <p:spPr bwMode="auto">
          <a:xfrm>
            <a:off x="4264279" y="1543103"/>
            <a:ext cx="1381830" cy="177800"/>
          </a:xfrm>
          <a:prstGeom prst="rect">
            <a:avLst/>
          </a:prstGeom>
          <a:solidFill>
            <a:schemeClr val="tx2">
              <a:lumMod val="60000"/>
              <a:lumOff val="40000"/>
            </a:schemeClr>
          </a:solidFill>
          <a:ln w="25400" cap="flat" cmpd="sng" algn="ctr">
            <a:noFill/>
            <a:prstDash val="solid"/>
          </a:ln>
          <a:effectLst>
            <a:outerShdw blurRad="50800" dist="38100" dir="2700000" algn="tl" rotWithShape="0">
              <a:prstClr val="black">
                <a:alpha val="40000"/>
              </a:prstClr>
            </a:outerShdw>
          </a:effectLst>
          <a:scene3d>
            <a:camera prst="orthographicFront">
              <a:rot lat="0" lon="0" rev="0"/>
            </a:camera>
            <a:lightRig rig="contrasting" dir="t">
              <a:rot lat="0" lon="0" rev="7800000"/>
            </a:lightRig>
          </a:scene3d>
          <a:sp3d/>
        </p:spPr>
        <p:txBody>
          <a:bodyPr lIns="82709" tIns="41356" rIns="82709" bIns="41356" rtlCol="0" anchor="ctr"/>
          <a:lstStyle/>
          <a:p>
            <a:pPr algn="ctr">
              <a:defRPr/>
            </a:pPr>
            <a:r>
              <a:rPr lang="en-US" sz="1071" b="1" kern="0" dirty="0" smtClean="0">
                <a:solidFill>
                  <a:sysClr val="window" lastClr="FFFFFF"/>
                </a:solidFill>
                <a:latin typeface="Candara" pitchFamily="34" charset="0"/>
                <a:cs typeface="Arial" pitchFamily="34" charset="0"/>
              </a:rPr>
              <a:t>Vaibhav  Pande</a:t>
            </a:r>
            <a:endParaRPr lang="en-US" sz="1071" b="1" kern="0" dirty="0">
              <a:solidFill>
                <a:sysClr val="window" lastClr="FFFFFF"/>
              </a:solidFill>
              <a:latin typeface="Candara" pitchFamily="34" charset="0"/>
              <a:cs typeface="Arial" pitchFamily="34" charset="0"/>
            </a:endParaRPr>
          </a:p>
        </p:txBody>
      </p:sp>
      <p:sp>
        <p:nvSpPr>
          <p:cNvPr id="79" name="Rectangle 8"/>
          <p:cNvSpPr>
            <a:spLocks noChangeArrowheads="1"/>
          </p:cNvSpPr>
          <p:nvPr/>
        </p:nvSpPr>
        <p:spPr bwMode="auto">
          <a:xfrm>
            <a:off x="1233162" y="3153053"/>
            <a:ext cx="1752600" cy="237066"/>
          </a:xfrm>
          <a:prstGeom prst="rect">
            <a:avLst/>
          </a:prstGeom>
          <a:solidFill>
            <a:schemeClr val="tx2">
              <a:lumMod val="60000"/>
              <a:lumOff val="40000"/>
            </a:schemeClr>
          </a:solidFill>
          <a:ln w="25400" cap="flat" cmpd="sng" algn="ctr">
            <a:noFill/>
            <a:prstDash val="solid"/>
          </a:ln>
          <a:effectLst>
            <a:outerShdw blurRad="50800" dist="38100" dir="2700000" algn="tl" rotWithShape="0">
              <a:prstClr val="black">
                <a:alpha val="40000"/>
              </a:prstClr>
            </a:outerShdw>
          </a:effectLst>
          <a:scene3d>
            <a:camera prst="orthographicFront">
              <a:rot lat="0" lon="0" rev="0"/>
            </a:camera>
            <a:lightRig rig="contrasting" dir="t">
              <a:rot lat="0" lon="0" rev="7800000"/>
            </a:lightRig>
          </a:scene3d>
          <a:sp3d/>
        </p:spPr>
        <p:txBody>
          <a:bodyPr lIns="82709" tIns="41356" rIns="82709" bIns="41356" rtlCol="0" anchor="ctr"/>
          <a:lstStyle/>
          <a:p>
            <a:pPr algn="ctr">
              <a:defRPr/>
            </a:pPr>
            <a:r>
              <a:rPr lang="en-US" sz="1071" b="1" kern="0" dirty="0">
                <a:solidFill>
                  <a:sysClr val="window" lastClr="FFFFFF"/>
                </a:solidFill>
                <a:latin typeface="Candara" pitchFamily="34" charset="0"/>
                <a:cs typeface="Arial" pitchFamily="34" charset="0"/>
              </a:rPr>
              <a:t>Venkata Molakalapalli</a:t>
            </a:r>
          </a:p>
        </p:txBody>
      </p:sp>
      <p:sp>
        <p:nvSpPr>
          <p:cNvPr id="80" name="Rectangle 8"/>
          <p:cNvSpPr>
            <a:spLocks noChangeArrowheads="1"/>
          </p:cNvSpPr>
          <p:nvPr/>
        </p:nvSpPr>
        <p:spPr bwMode="auto">
          <a:xfrm>
            <a:off x="1222932" y="3468883"/>
            <a:ext cx="1762830" cy="237066"/>
          </a:xfrm>
          <a:prstGeom prst="rect">
            <a:avLst/>
          </a:prstGeom>
          <a:solidFill>
            <a:schemeClr val="tx2">
              <a:lumMod val="60000"/>
              <a:lumOff val="40000"/>
            </a:schemeClr>
          </a:solidFill>
          <a:ln w="25400" cap="flat" cmpd="sng" algn="ctr">
            <a:noFill/>
            <a:prstDash val="solid"/>
          </a:ln>
          <a:effectLst>
            <a:outerShdw blurRad="50800" dist="38100" dir="2700000" algn="tl" rotWithShape="0">
              <a:prstClr val="black">
                <a:alpha val="40000"/>
              </a:prstClr>
            </a:outerShdw>
          </a:effectLst>
          <a:scene3d>
            <a:camera prst="orthographicFront">
              <a:rot lat="0" lon="0" rev="0"/>
            </a:camera>
            <a:lightRig rig="contrasting" dir="t">
              <a:rot lat="0" lon="0" rev="7800000"/>
            </a:lightRig>
          </a:scene3d>
          <a:sp3d/>
        </p:spPr>
        <p:txBody>
          <a:bodyPr lIns="82709" tIns="41356" rIns="82709" bIns="41356" rtlCol="0" anchor="ctr"/>
          <a:lstStyle/>
          <a:p>
            <a:pPr algn="ctr">
              <a:defRPr/>
            </a:pPr>
            <a:r>
              <a:rPr lang="en-US" sz="1071" b="1" kern="0" dirty="0">
                <a:solidFill>
                  <a:sysClr val="window" lastClr="FFFFFF"/>
                </a:solidFill>
                <a:latin typeface="Candara" pitchFamily="34" charset="0"/>
                <a:cs typeface="Arial" pitchFamily="34" charset="0"/>
              </a:rPr>
              <a:t>Kumar Palaniappan</a:t>
            </a:r>
          </a:p>
        </p:txBody>
      </p:sp>
      <p:sp>
        <p:nvSpPr>
          <p:cNvPr id="81" name="Rectangle 8"/>
          <p:cNvSpPr>
            <a:spLocks noChangeArrowheads="1"/>
          </p:cNvSpPr>
          <p:nvPr/>
        </p:nvSpPr>
        <p:spPr bwMode="auto">
          <a:xfrm>
            <a:off x="1233162" y="3774965"/>
            <a:ext cx="1752600" cy="237066"/>
          </a:xfrm>
          <a:prstGeom prst="rect">
            <a:avLst/>
          </a:prstGeom>
          <a:solidFill>
            <a:schemeClr val="tx2">
              <a:lumMod val="60000"/>
              <a:lumOff val="40000"/>
            </a:schemeClr>
          </a:solidFill>
          <a:ln w="25400" cap="flat" cmpd="sng" algn="ctr">
            <a:noFill/>
            <a:prstDash val="solid"/>
          </a:ln>
          <a:effectLst>
            <a:outerShdw blurRad="50800" dist="38100" dir="2700000" algn="tl" rotWithShape="0">
              <a:prstClr val="black">
                <a:alpha val="40000"/>
              </a:prstClr>
            </a:outerShdw>
          </a:effectLst>
          <a:scene3d>
            <a:camera prst="orthographicFront">
              <a:rot lat="0" lon="0" rev="0"/>
            </a:camera>
            <a:lightRig rig="contrasting" dir="t">
              <a:rot lat="0" lon="0" rev="7800000"/>
            </a:lightRig>
          </a:scene3d>
          <a:sp3d/>
        </p:spPr>
        <p:txBody>
          <a:bodyPr lIns="82709" tIns="41356" rIns="82709" bIns="41356" rtlCol="0" anchor="ctr"/>
          <a:lstStyle/>
          <a:p>
            <a:pPr algn="ctr">
              <a:defRPr/>
            </a:pPr>
            <a:r>
              <a:rPr lang="en-US" sz="1071" b="1" kern="0" dirty="0">
                <a:solidFill>
                  <a:sysClr val="window" lastClr="FFFFFF"/>
                </a:solidFill>
                <a:latin typeface="Candara" pitchFamily="34" charset="0"/>
                <a:cs typeface="Arial" pitchFamily="34" charset="0"/>
              </a:rPr>
              <a:t> </a:t>
            </a:r>
            <a:r>
              <a:rPr lang="en-US" sz="1071" b="1" kern="0" dirty="0" err="1" smtClean="0">
                <a:solidFill>
                  <a:sysClr val="window" lastClr="FFFFFF"/>
                </a:solidFill>
                <a:latin typeface="Candara" pitchFamily="34" charset="0"/>
                <a:cs typeface="Arial" pitchFamily="34" charset="0"/>
              </a:rPr>
              <a:t>ChandanaPriya</a:t>
            </a:r>
            <a:endParaRPr lang="en-US" sz="1071" b="1" kern="0" dirty="0">
              <a:solidFill>
                <a:sysClr val="window" lastClr="FFFFFF"/>
              </a:solidFill>
              <a:latin typeface="Candara" pitchFamily="34" charset="0"/>
              <a:cs typeface="Arial" pitchFamily="34" charset="0"/>
            </a:endParaRPr>
          </a:p>
        </p:txBody>
      </p:sp>
      <p:sp>
        <p:nvSpPr>
          <p:cNvPr id="82" name="Rectangle 8"/>
          <p:cNvSpPr>
            <a:spLocks noChangeArrowheads="1"/>
          </p:cNvSpPr>
          <p:nvPr/>
        </p:nvSpPr>
        <p:spPr bwMode="auto">
          <a:xfrm>
            <a:off x="1233162" y="4071299"/>
            <a:ext cx="1752600" cy="237066"/>
          </a:xfrm>
          <a:prstGeom prst="rect">
            <a:avLst/>
          </a:prstGeom>
          <a:solidFill>
            <a:schemeClr val="tx2">
              <a:lumMod val="60000"/>
              <a:lumOff val="40000"/>
            </a:schemeClr>
          </a:solidFill>
          <a:ln w="25400" cap="flat" cmpd="sng" algn="ctr">
            <a:noFill/>
            <a:prstDash val="solid"/>
          </a:ln>
          <a:effectLst>
            <a:outerShdw blurRad="50800" dist="38100" dir="2700000" algn="tl" rotWithShape="0">
              <a:prstClr val="black">
                <a:alpha val="40000"/>
              </a:prstClr>
            </a:outerShdw>
          </a:effectLst>
          <a:scene3d>
            <a:camera prst="orthographicFront">
              <a:rot lat="0" lon="0" rev="0"/>
            </a:camera>
            <a:lightRig rig="contrasting" dir="t">
              <a:rot lat="0" lon="0" rev="7800000"/>
            </a:lightRig>
          </a:scene3d>
          <a:sp3d/>
        </p:spPr>
        <p:txBody>
          <a:bodyPr lIns="82709" tIns="41356" rIns="82709" bIns="41356" rtlCol="0" anchor="ctr"/>
          <a:lstStyle/>
          <a:p>
            <a:pPr algn="ctr">
              <a:defRPr/>
            </a:pPr>
            <a:r>
              <a:rPr lang="en-US" sz="1071" b="1" kern="0" dirty="0">
                <a:solidFill>
                  <a:sysClr val="window" lastClr="FFFFFF"/>
                </a:solidFill>
                <a:latin typeface="Candara" pitchFamily="34" charset="0"/>
                <a:cs typeface="Arial" pitchFamily="34" charset="0"/>
              </a:rPr>
              <a:t>Pavan Mysore Ramesh</a:t>
            </a:r>
          </a:p>
        </p:txBody>
      </p:sp>
      <p:sp>
        <p:nvSpPr>
          <p:cNvPr id="83" name="Rectangle 8"/>
          <p:cNvSpPr>
            <a:spLocks noChangeArrowheads="1"/>
          </p:cNvSpPr>
          <p:nvPr/>
        </p:nvSpPr>
        <p:spPr bwMode="auto">
          <a:xfrm>
            <a:off x="1233162" y="2857747"/>
            <a:ext cx="1752600" cy="215515"/>
          </a:xfrm>
          <a:prstGeom prst="rect">
            <a:avLst/>
          </a:prstGeom>
          <a:solidFill>
            <a:srgbClr val="92D050"/>
          </a:solidFill>
          <a:ln w="25400" cap="flat" cmpd="sng" algn="ctr">
            <a:noFill/>
            <a:prstDash val="solid"/>
          </a:ln>
          <a:effectLst>
            <a:outerShdw blurRad="50800" dist="38100" dir="2700000" algn="tl" rotWithShape="0">
              <a:prstClr val="black">
                <a:alpha val="40000"/>
              </a:prstClr>
            </a:outerShdw>
          </a:effectLst>
          <a:scene3d>
            <a:camera prst="orthographicFront">
              <a:rot lat="0" lon="0" rev="0"/>
            </a:camera>
            <a:lightRig rig="contrasting" dir="t">
              <a:rot lat="0" lon="0" rev="7800000"/>
            </a:lightRig>
          </a:scene3d>
          <a:sp3d/>
        </p:spPr>
        <p:txBody>
          <a:bodyPr lIns="82709" tIns="41356" rIns="82709" bIns="41356" rtlCol="0" anchor="ctr"/>
          <a:lstStyle/>
          <a:p>
            <a:pPr algn="ctr"/>
            <a:r>
              <a:rPr lang="en-US" sz="1071" b="1" kern="0">
                <a:solidFill>
                  <a:sysClr val="window" lastClr="FFFFFF"/>
                </a:solidFill>
                <a:latin typeface="Candara" pitchFamily="34" charset="0"/>
                <a:cs typeface="Arial" pitchFamily="34" charset="0"/>
              </a:rPr>
              <a:t>RadhaKrishna Keremoole</a:t>
            </a:r>
            <a:endParaRPr lang="en-US" sz="1071" b="1" kern="0" dirty="0">
              <a:solidFill>
                <a:sysClr val="window" lastClr="FFFFFF"/>
              </a:solidFill>
              <a:latin typeface="Candara" pitchFamily="34" charset="0"/>
              <a:cs typeface="Arial" pitchFamily="34" charset="0"/>
            </a:endParaRPr>
          </a:p>
        </p:txBody>
      </p:sp>
      <p:sp>
        <p:nvSpPr>
          <p:cNvPr id="84" name="Rectangle 8"/>
          <p:cNvSpPr>
            <a:spLocks noChangeArrowheads="1"/>
          </p:cNvSpPr>
          <p:nvPr/>
        </p:nvSpPr>
        <p:spPr bwMode="auto">
          <a:xfrm>
            <a:off x="1222932" y="4706060"/>
            <a:ext cx="1762830" cy="272960"/>
          </a:xfrm>
          <a:prstGeom prst="rect">
            <a:avLst/>
          </a:prstGeom>
          <a:solidFill>
            <a:schemeClr val="tx2">
              <a:lumMod val="60000"/>
              <a:lumOff val="40000"/>
            </a:schemeClr>
          </a:solidFill>
          <a:ln w="25400" cap="flat" cmpd="sng" algn="ctr">
            <a:noFill/>
            <a:prstDash val="solid"/>
          </a:ln>
          <a:effectLst>
            <a:outerShdw blurRad="50800" dist="38100" dir="2700000" algn="tl" rotWithShape="0">
              <a:prstClr val="black">
                <a:alpha val="40000"/>
              </a:prstClr>
            </a:outerShdw>
          </a:effectLst>
          <a:scene3d>
            <a:camera prst="orthographicFront">
              <a:rot lat="0" lon="0" rev="0"/>
            </a:camera>
            <a:lightRig rig="contrasting" dir="t">
              <a:rot lat="0" lon="0" rev="7800000"/>
            </a:lightRig>
          </a:scene3d>
          <a:sp3d/>
        </p:spPr>
        <p:txBody>
          <a:bodyPr lIns="82709" tIns="41356" rIns="82709" bIns="41356" rtlCol="0" anchor="ctr"/>
          <a:lstStyle/>
          <a:p>
            <a:pPr algn="ctr">
              <a:defRPr/>
            </a:pPr>
            <a:r>
              <a:rPr lang="en-US" sz="1071" b="1" kern="0" dirty="0">
                <a:solidFill>
                  <a:sysClr val="window" lastClr="FFFFFF"/>
                </a:solidFill>
                <a:latin typeface="Candara" pitchFamily="34" charset="0"/>
                <a:cs typeface="Arial" pitchFamily="34" charset="0"/>
              </a:rPr>
              <a:t>Ranjit Narayanappa</a:t>
            </a:r>
          </a:p>
        </p:txBody>
      </p:sp>
      <p:sp>
        <p:nvSpPr>
          <p:cNvPr id="85" name="Rectangle 8"/>
          <p:cNvSpPr>
            <a:spLocks noChangeArrowheads="1"/>
          </p:cNvSpPr>
          <p:nvPr/>
        </p:nvSpPr>
        <p:spPr bwMode="auto">
          <a:xfrm>
            <a:off x="6537597" y="4055678"/>
            <a:ext cx="1481770" cy="212143"/>
          </a:xfrm>
          <a:prstGeom prst="rect">
            <a:avLst/>
          </a:prstGeom>
          <a:solidFill>
            <a:schemeClr val="tx2">
              <a:lumMod val="60000"/>
              <a:lumOff val="40000"/>
            </a:schemeClr>
          </a:solidFill>
          <a:ln w="25400" cap="flat" cmpd="sng" algn="ctr">
            <a:noFill/>
            <a:prstDash val="solid"/>
          </a:ln>
          <a:effectLst>
            <a:outerShdw blurRad="50800" dist="38100" dir="2700000" algn="tl" rotWithShape="0">
              <a:prstClr val="black">
                <a:alpha val="40000"/>
              </a:prstClr>
            </a:outerShdw>
          </a:effectLst>
          <a:scene3d>
            <a:camera prst="orthographicFront">
              <a:rot lat="0" lon="0" rev="0"/>
            </a:camera>
            <a:lightRig rig="contrasting" dir="t">
              <a:rot lat="0" lon="0" rev="7800000"/>
            </a:lightRig>
          </a:scene3d>
          <a:sp3d/>
        </p:spPr>
        <p:txBody>
          <a:bodyPr lIns="82709" tIns="41356" rIns="82709" bIns="41356" rtlCol="0" anchor="ctr"/>
          <a:lstStyle/>
          <a:p>
            <a:pPr algn="ctr">
              <a:defRPr/>
            </a:pPr>
            <a:r>
              <a:rPr lang="en-US" sz="1071" b="1" kern="0" dirty="0">
                <a:solidFill>
                  <a:sysClr val="window" lastClr="FFFFFF"/>
                </a:solidFill>
                <a:latin typeface="Candara" pitchFamily="34" charset="0"/>
                <a:cs typeface="Arial" pitchFamily="34" charset="0"/>
              </a:rPr>
              <a:t>Mansur Khan</a:t>
            </a:r>
          </a:p>
        </p:txBody>
      </p:sp>
      <p:sp>
        <p:nvSpPr>
          <p:cNvPr id="86" name="Rectangle 8"/>
          <p:cNvSpPr>
            <a:spLocks noChangeArrowheads="1"/>
          </p:cNvSpPr>
          <p:nvPr/>
        </p:nvSpPr>
        <p:spPr bwMode="auto">
          <a:xfrm>
            <a:off x="6537597" y="3439637"/>
            <a:ext cx="1481770" cy="236292"/>
          </a:xfrm>
          <a:prstGeom prst="rect">
            <a:avLst/>
          </a:prstGeom>
          <a:solidFill>
            <a:schemeClr val="tx2">
              <a:lumMod val="60000"/>
              <a:lumOff val="40000"/>
            </a:schemeClr>
          </a:solidFill>
          <a:ln w="25400" cap="flat" cmpd="sng" algn="ctr">
            <a:noFill/>
            <a:prstDash val="solid"/>
          </a:ln>
          <a:effectLst>
            <a:outerShdw blurRad="50800" dist="38100" dir="2700000" algn="tl" rotWithShape="0">
              <a:prstClr val="black">
                <a:alpha val="40000"/>
              </a:prstClr>
            </a:outerShdw>
          </a:effectLst>
          <a:scene3d>
            <a:camera prst="orthographicFront">
              <a:rot lat="0" lon="0" rev="0"/>
            </a:camera>
            <a:lightRig rig="contrasting" dir="t">
              <a:rot lat="0" lon="0" rev="7800000"/>
            </a:lightRig>
          </a:scene3d>
          <a:sp3d/>
        </p:spPr>
        <p:txBody>
          <a:bodyPr lIns="82709" tIns="41356" rIns="82709" bIns="41356" rtlCol="0" anchor="ctr"/>
          <a:lstStyle/>
          <a:p>
            <a:pPr algn="ctr">
              <a:defRPr/>
            </a:pPr>
            <a:r>
              <a:rPr lang="en-US" sz="1071" b="1" kern="0" dirty="0">
                <a:solidFill>
                  <a:sysClr val="window" lastClr="FFFFFF"/>
                </a:solidFill>
                <a:latin typeface="Candara" pitchFamily="34" charset="0"/>
                <a:cs typeface="Arial" pitchFamily="34" charset="0"/>
              </a:rPr>
              <a:t>Anuj Bansal</a:t>
            </a:r>
          </a:p>
        </p:txBody>
      </p:sp>
      <p:sp>
        <p:nvSpPr>
          <p:cNvPr id="87" name="Line 26"/>
          <p:cNvSpPr>
            <a:spLocks noChangeShapeType="1"/>
          </p:cNvSpPr>
          <p:nvPr/>
        </p:nvSpPr>
        <p:spPr bwMode="auto">
          <a:xfrm flipH="1">
            <a:off x="2061132" y="2195037"/>
            <a:ext cx="0" cy="711200"/>
          </a:xfrm>
          <a:prstGeom prst="line">
            <a:avLst/>
          </a:prstGeom>
          <a:noFill/>
          <a:ln w="12700">
            <a:solidFill>
              <a:schemeClr val="tx2">
                <a:lumMod val="60000"/>
                <a:lumOff val="40000"/>
              </a:schemeClr>
            </a:solidFill>
            <a:round/>
            <a:headEnd/>
            <a:tailEnd/>
          </a:ln>
          <a:extLst>
            <a:ext uri="{909E8E84-426E-40DD-AFC4-6F175D3DCCD1}">
              <a14:hiddenFill xmlns:a14="http://schemas.microsoft.com/office/drawing/2010/main">
                <a:noFill/>
              </a14:hiddenFill>
            </a:ext>
          </a:extLst>
        </p:spPr>
        <p:txBody>
          <a:bodyPr wrap="square" lIns="82709" tIns="41356" rIns="82709" bIns="41356">
            <a:spAutoFit/>
          </a:bodyPr>
          <a:lstStyle/>
          <a:p>
            <a:endParaRPr lang="en-US" sz="1286" dirty="0">
              <a:solidFill>
                <a:srgbClr val="000000"/>
              </a:solidFill>
              <a:latin typeface="Candara" panose="020E0502030303020204" pitchFamily="34" charset="0"/>
            </a:endParaRPr>
          </a:p>
        </p:txBody>
      </p:sp>
      <p:sp>
        <p:nvSpPr>
          <p:cNvPr id="88" name="Line 26"/>
          <p:cNvSpPr>
            <a:spLocks noChangeShapeType="1"/>
          </p:cNvSpPr>
          <p:nvPr/>
        </p:nvSpPr>
        <p:spPr bwMode="auto">
          <a:xfrm flipH="1">
            <a:off x="3841995" y="2195037"/>
            <a:ext cx="0" cy="651934"/>
          </a:xfrm>
          <a:prstGeom prst="line">
            <a:avLst/>
          </a:prstGeom>
          <a:noFill/>
          <a:ln w="12700">
            <a:solidFill>
              <a:schemeClr val="tx2">
                <a:lumMod val="60000"/>
                <a:lumOff val="40000"/>
              </a:schemeClr>
            </a:solidFill>
            <a:round/>
            <a:headEnd/>
            <a:tailEnd/>
          </a:ln>
          <a:extLst>
            <a:ext uri="{909E8E84-426E-40DD-AFC4-6F175D3DCCD1}">
              <a14:hiddenFill xmlns:a14="http://schemas.microsoft.com/office/drawing/2010/main">
                <a:noFill/>
              </a14:hiddenFill>
            </a:ext>
          </a:extLst>
        </p:spPr>
        <p:txBody>
          <a:bodyPr wrap="square" lIns="82709" tIns="41356" rIns="82709" bIns="41356">
            <a:spAutoFit/>
          </a:bodyPr>
          <a:lstStyle/>
          <a:p>
            <a:endParaRPr lang="en-US" sz="1286" dirty="0">
              <a:solidFill>
                <a:srgbClr val="000000"/>
              </a:solidFill>
              <a:latin typeface="Candara" panose="020E0502030303020204" pitchFamily="34" charset="0"/>
            </a:endParaRPr>
          </a:p>
        </p:txBody>
      </p:sp>
      <p:sp>
        <p:nvSpPr>
          <p:cNvPr id="89" name="Rectangle 8"/>
          <p:cNvSpPr>
            <a:spLocks noChangeArrowheads="1"/>
          </p:cNvSpPr>
          <p:nvPr/>
        </p:nvSpPr>
        <p:spPr bwMode="auto">
          <a:xfrm>
            <a:off x="6537597" y="3143305"/>
            <a:ext cx="1481770" cy="237066"/>
          </a:xfrm>
          <a:prstGeom prst="rect">
            <a:avLst/>
          </a:prstGeom>
          <a:solidFill>
            <a:schemeClr val="tx2">
              <a:lumMod val="60000"/>
              <a:lumOff val="40000"/>
            </a:schemeClr>
          </a:solidFill>
          <a:ln w="25400" cap="flat" cmpd="sng" algn="ctr">
            <a:noFill/>
            <a:prstDash val="solid"/>
          </a:ln>
          <a:effectLst>
            <a:outerShdw blurRad="50800" dist="38100" dir="2700000" algn="tl" rotWithShape="0">
              <a:prstClr val="black">
                <a:alpha val="40000"/>
              </a:prstClr>
            </a:outerShdw>
          </a:effectLst>
          <a:scene3d>
            <a:camera prst="orthographicFront">
              <a:rot lat="0" lon="0" rev="0"/>
            </a:camera>
            <a:lightRig rig="contrasting" dir="t">
              <a:rot lat="0" lon="0" rev="7800000"/>
            </a:lightRig>
          </a:scene3d>
          <a:sp3d/>
        </p:spPr>
        <p:txBody>
          <a:bodyPr lIns="82709" tIns="41356" rIns="82709" bIns="41356" rtlCol="0" anchor="ctr"/>
          <a:lstStyle/>
          <a:p>
            <a:pPr algn="ctr">
              <a:defRPr/>
            </a:pPr>
            <a:r>
              <a:rPr lang="en-US" sz="1071" b="1" kern="0" dirty="0">
                <a:solidFill>
                  <a:sysClr val="window" lastClr="FFFFFF"/>
                </a:solidFill>
                <a:latin typeface="Candara" pitchFamily="34" charset="0"/>
                <a:cs typeface="Arial" pitchFamily="34" charset="0"/>
              </a:rPr>
              <a:t>Suresh Viswanath</a:t>
            </a:r>
          </a:p>
        </p:txBody>
      </p:sp>
      <p:sp>
        <p:nvSpPr>
          <p:cNvPr id="90" name="Rectangle 8"/>
          <p:cNvSpPr>
            <a:spLocks noChangeArrowheads="1"/>
          </p:cNvSpPr>
          <p:nvPr/>
        </p:nvSpPr>
        <p:spPr bwMode="auto">
          <a:xfrm>
            <a:off x="6537598" y="2846971"/>
            <a:ext cx="1481769" cy="237066"/>
          </a:xfrm>
          <a:prstGeom prst="rect">
            <a:avLst/>
          </a:prstGeom>
          <a:solidFill>
            <a:schemeClr val="tx2">
              <a:lumMod val="60000"/>
              <a:lumOff val="40000"/>
            </a:schemeClr>
          </a:solidFill>
          <a:ln w="25400" cap="flat" cmpd="sng" algn="ctr">
            <a:noFill/>
            <a:prstDash val="solid"/>
          </a:ln>
          <a:effectLst>
            <a:outerShdw blurRad="50800" dist="38100" dir="2700000" algn="tl" rotWithShape="0">
              <a:prstClr val="black">
                <a:alpha val="40000"/>
              </a:prstClr>
            </a:outerShdw>
          </a:effectLst>
          <a:scene3d>
            <a:camera prst="orthographicFront">
              <a:rot lat="0" lon="0" rev="0"/>
            </a:camera>
            <a:lightRig rig="contrasting" dir="t">
              <a:rot lat="0" lon="0" rev="7800000"/>
            </a:lightRig>
          </a:scene3d>
          <a:sp3d/>
        </p:spPr>
        <p:txBody>
          <a:bodyPr lIns="82709" tIns="41356" rIns="82709" bIns="41356" rtlCol="0" anchor="ctr"/>
          <a:lstStyle/>
          <a:p>
            <a:pPr algn="ctr">
              <a:defRPr/>
            </a:pPr>
            <a:r>
              <a:rPr lang="en-US" sz="1071" b="1" kern="0" dirty="0">
                <a:solidFill>
                  <a:sysClr val="window" lastClr="FFFFFF"/>
                </a:solidFill>
                <a:latin typeface="Candara" pitchFamily="34" charset="0"/>
                <a:cs typeface="Arial" pitchFamily="34" charset="0"/>
              </a:rPr>
              <a:t>Sanjay Sethi</a:t>
            </a:r>
          </a:p>
        </p:txBody>
      </p:sp>
      <p:sp>
        <p:nvSpPr>
          <p:cNvPr id="91" name="Rectangle 8"/>
          <p:cNvSpPr>
            <a:spLocks noChangeArrowheads="1"/>
          </p:cNvSpPr>
          <p:nvPr/>
        </p:nvSpPr>
        <p:spPr bwMode="auto">
          <a:xfrm>
            <a:off x="3189501" y="3735971"/>
            <a:ext cx="1398417" cy="207893"/>
          </a:xfrm>
          <a:prstGeom prst="rect">
            <a:avLst/>
          </a:prstGeom>
          <a:solidFill>
            <a:schemeClr val="tx2">
              <a:lumMod val="60000"/>
              <a:lumOff val="40000"/>
            </a:schemeClr>
          </a:solidFill>
          <a:ln w="25400" cap="flat" cmpd="sng" algn="ctr">
            <a:noFill/>
            <a:prstDash val="solid"/>
          </a:ln>
          <a:effectLst>
            <a:outerShdw blurRad="50800" dist="38100" dir="2700000" algn="tl" rotWithShape="0">
              <a:prstClr val="black">
                <a:alpha val="40000"/>
              </a:prstClr>
            </a:outerShdw>
          </a:effectLst>
          <a:scene3d>
            <a:camera prst="orthographicFront">
              <a:rot lat="0" lon="0" rev="0"/>
            </a:camera>
            <a:lightRig rig="contrasting" dir="t">
              <a:rot lat="0" lon="0" rev="7800000"/>
            </a:lightRig>
          </a:scene3d>
          <a:sp3d/>
        </p:spPr>
        <p:txBody>
          <a:bodyPr lIns="82709" tIns="41356" rIns="82709" bIns="41356" rtlCol="0" anchor="ctr"/>
          <a:lstStyle/>
          <a:p>
            <a:pPr algn="ctr">
              <a:defRPr/>
            </a:pPr>
            <a:r>
              <a:rPr lang="en-US" sz="1071" b="1" kern="0" dirty="0">
                <a:solidFill>
                  <a:sysClr val="window" lastClr="FFFFFF"/>
                </a:solidFill>
                <a:latin typeface="Candara" pitchFamily="34" charset="0"/>
                <a:cs typeface="Arial" pitchFamily="34" charset="0"/>
              </a:rPr>
              <a:t>Manivasagan N</a:t>
            </a:r>
          </a:p>
        </p:txBody>
      </p:sp>
      <p:sp>
        <p:nvSpPr>
          <p:cNvPr id="92" name="Rectangle 8"/>
          <p:cNvSpPr>
            <a:spLocks noChangeArrowheads="1"/>
          </p:cNvSpPr>
          <p:nvPr/>
        </p:nvSpPr>
        <p:spPr bwMode="auto">
          <a:xfrm>
            <a:off x="3190770" y="4023823"/>
            <a:ext cx="1397148" cy="166009"/>
          </a:xfrm>
          <a:prstGeom prst="rect">
            <a:avLst/>
          </a:prstGeom>
          <a:solidFill>
            <a:schemeClr val="tx2">
              <a:lumMod val="60000"/>
              <a:lumOff val="40000"/>
            </a:schemeClr>
          </a:solidFill>
          <a:ln w="25400" cap="flat" cmpd="sng" algn="ctr">
            <a:noFill/>
            <a:prstDash val="solid"/>
          </a:ln>
          <a:effectLst>
            <a:outerShdw blurRad="50800" dist="38100" dir="2700000" algn="tl" rotWithShape="0">
              <a:prstClr val="black">
                <a:alpha val="40000"/>
              </a:prstClr>
            </a:outerShdw>
          </a:effectLst>
          <a:scene3d>
            <a:camera prst="orthographicFront">
              <a:rot lat="0" lon="0" rev="0"/>
            </a:camera>
            <a:lightRig rig="contrasting" dir="t">
              <a:rot lat="0" lon="0" rev="7800000"/>
            </a:lightRig>
          </a:scene3d>
          <a:sp3d/>
        </p:spPr>
        <p:txBody>
          <a:bodyPr lIns="82709" tIns="41356" rIns="82709" bIns="41356" rtlCol="0" anchor="ctr"/>
          <a:lstStyle/>
          <a:p>
            <a:pPr algn="ctr">
              <a:defRPr/>
            </a:pPr>
            <a:r>
              <a:rPr lang="en-US" sz="1071" b="1" kern="0" dirty="0">
                <a:solidFill>
                  <a:sysClr val="window" lastClr="FFFFFF"/>
                </a:solidFill>
                <a:latin typeface="Candara" pitchFamily="34" charset="0"/>
                <a:cs typeface="Arial" pitchFamily="34" charset="0"/>
              </a:rPr>
              <a:t>Sailaja P.V.</a:t>
            </a:r>
          </a:p>
        </p:txBody>
      </p:sp>
      <p:sp>
        <p:nvSpPr>
          <p:cNvPr id="93" name="Rectangle 8"/>
          <p:cNvSpPr>
            <a:spLocks noChangeArrowheads="1"/>
          </p:cNvSpPr>
          <p:nvPr/>
        </p:nvSpPr>
        <p:spPr bwMode="auto">
          <a:xfrm>
            <a:off x="3190770" y="4262931"/>
            <a:ext cx="1397148" cy="185863"/>
          </a:xfrm>
          <a:prstGeom prst="rect">
            <a:avLst/>
          </a:prstGeom>
          <a:solidFill>
            <a:schemeClr val="tx2">
              <a:lumMod val="60000"/>
              <a:lumOff val="40000"/>
            </a:schemeClr>
          </a:solidFill>
          <a:ln w="25400" cap="flat" cmpd="sng" algn="ctr">
            <a:noFill/>
            <a:prstDash val="solid"/>
          </a:ln>
          <a:effectLst>
            <a:outerShdw blurRad="50800" dist="38100" dir="2700000" algn="tl" rotWithShape="0">
              <a:prstClr val="black">
                <a:alpha val="40000"/>
              </a:prstClr>
            </a:outerShdw>
          </a:effectLst>
          <a:scene3d>
            <a:camera prst="orthographicFront">
              <a:rot lat="0" lon="0" rev="0"/>
            </a:camera>
            <a:lightRig rig="contrasting" dir="t">
              <a:rot lat="0" lon="0" rev="7800000"/>
            </a:lightRig>
          </a:scene3d>
          <a:sp3d/>
        </p:spPr>
        <p:txBody>
          <a:bodyPr lIns="82709" tIns="41356" rIns="82709" bIns="41356" rtlCol="0" anchor="ctr"/>
          <a:lstStyle/>
          <a:p>
            <a:pPr algn="ctr">
              <a:defRPr/>
            </a:pPr>
            <a:r>
              <a:rPr lang="en-US" sz="1071" b="1" kern="0" dirty="0">
                <a:solidFill>
                  <a:sysClr val="window" lastClr="FFFFFF"/>
                </a:solidFill>
                <a:latin typeface="Candara" pitchFamily="34" charset="0"/>
                <a:cs typeface="Arial" pitchFamily="34" charset="0"/>
              </a:rPr>
              <a:t>Srikanth Thombre</a:t>
            </a:r>
          </a:p>
        </p:txBody>
      </p:sp>
      <p:sp>
        <p:nvSpPr>
          <p:cNvPr id="94" name="Rectangle 8"/>
          <p:cNvSpPr>
            <a:spLocks noChangeArrowheads="1"/>
          </p:cNvSpPr>
          <p:nvPr/>
        </p:nvSpPr>
        <p:spPr bwMode="auto">
          <a:xfrm>
            <a:off x="3190770" y="4521536"/>
            <a:ext cx="1397148" cy="237066"/>
          </a:xfrm>
          <a:prstGeom prst="rect">
            <a:avLst/>
          </a:prstGeom>
          <a:solidFill>
            <a:schemeClr val="tx2">
              <a:lumMod val="60000"/>
              <a:lumOff val="40000"/>
            </a:schemeClr>
          </a:solidFill>
          <a:ln w="25400" cap="flat" cmpd="sng" algn="ctr">
            <a:noFill/>
            <a:prstDash val="solid"/>
          </a:ln>
          <a:effectLst>
            <a:outerShdw blurRad="50800" dist="38100" dir="2700000" algn="tl" rotWithShape="0">
              <a:prstClr val="black">
                <a:alpha val="40000"/>
              </a:prstClr>
            </a:outerShdw>
          </a:effectLst>
          <a:scene3d>
            <a:camera prst="orthographicFront">
              <a:rot lat="0" lon="0" rev="0"/>
            </a:camera>
            <a:lightRig rig="contrasting" dir="t">
              <a:rot lat="0" lon="0" rev="7800000"/>
            </a:lightRig>
          </a:scene3d>
          <a:sp3d/>
        </p:spPr>
        <p:txBody>
          <a:bodyPr lIns="82709" tIns="41356" rIns="82709" bIns="41356" rtlCol="0" anchor="ctr"/>
          <a:lstStyle/>
          <a:p>
            <a:pPr algn="ctr">
              <a:defRPr/>
            </a:pPr>
            <a:r>
              <a:rPr lang="en-US" sz="1071" b="1" kern="0" dirty="0">
                <a:solidFill>
                  <a:sysClr val="window" lastClr="FFFFFF"/>
                </a:solidFill>
                <a:latin typeface="Candara" pitchFamily="34" charset="0"/>
                <a:cs typeface="Arial" pitchFamily="34" charset="0"/>
              </a:rPr>
              <a:t>Kanav Gupta</a:t>
            </a:r>
          </a:p>
        </p:txBody>
      </p:sp>
      <p:sp>
        <p:nvSpPr>
          <p:cNvPr id="95" name="Rectangle 8"/>
          <p:cNvSpPr>
            <a:spLocks noChangeArrowheads="1"/>
          </p:cNvSpPr>
          <p:nvPr/>
        </p:nvSpPr>
        <p:spPr bwMode="auto">
          <a:xfrm>
            <a:off x="3190770" y="3439638"/>
            <a:ext cx="1397148" cy="236291"/>
          </a:xfrm>
          <a:prstGeom prst="rect">
            <a:avLst/>
          </a:prstGeom>
          <a:solidFill>
            <a:srgbClr val="92D050"/>
          </a:solidFill>
          <a:ln w="25400" cap="flat" cmpd="sng" algn="ctr">
            <a:noFill/>
            <a:prstDash val="solid"/>
          </a:ln>
          <a:effectLst>
            <a:outerShdw blurRad="50800" dist="38100" dir="2700000" algn="tl" rotWithShape="0">
              <a:prstClr val="black">
                <a:alpha val="40000"/>
              </a:prstClr>
            </a:outerShdw>
          </a:effectLst>
          <a:scene3d>
            <a:camera prst="orthographicFront">
              <a:rot lat="0" lon="0" rev="0"/>
            </a:camera>
            <a:lightRig rig="contrasting" dir="t">
              <a:rot lat="0" lon="0" rev="7800000"/>
            </a:lightRig>
          </a:scene3d>
          <a:sp3d/>
        </p:spPr>
        <p:txBody>
          <a:bodyPr lIns="82709" tIns="41356" rIns="82709" bIns="41356" rtlCol="0" anchor="ctr"/>
          <a:lstStyle/>
          <a:p>
            <a:pPr algn="ctr"/>
            <a:r>
              <a:rPr lang="en-US" sz="1071" b="1" kern="0" dirty="0">
                <a:solidFill>
                  <a:sysClr val="window" lastClr="FFFFFF"/>
                </a:solidFill>
                <a:latin typeface="Candara" pitchFamily="34" charset="0"/>
                <a:cs typeface="Arial" pitchFamily="34" charset="0"/>
              </a:rPr>
              <a:t>Rajiv Jain</a:t>
            </a:r>
          </a:p>
        </p:txBody>
      </p:sp>
      <p:sp>
        <p:nvSpPr>
          <p:cNvPr id="96" name="Rectangle 8"/>
          <p:cNvSpPr>
            <a:spLocks noChangeArrowheads="1"/>
          </p:cNvSpPr>
          <p:nvPr/>
        </p:nvSpPr>
        <p:spPr bwMode="auto">
          <a:xfrm>
            <a:off x="3179270" y="3143305"/>
            <a:ext cx="1408648" cy="246815"/>
          </a:xfrm>
          <a:prstGeom prst="rect">
            <a:avLst/>
          </a:prstGeom>
          <a:solidFill>
            <a:srgbClr val="92D050"/>
          </a:solidFill>
          <a:ln w="25400" cap="flat" cmpd="sng" algn="ctr">
            <a:noFill/>
            <a:prstDash val="solid"/>
          </a:ln>
          <a:effectLst>
            <a:outerShdw blurRad="50800" dist="38100" dir="2700000" algn="tl" rotWithShape="0">
              <a:prstClr val="black">
                <a:alpha val="40000"/>
              </a:prstClr>
            </a:outerShdw>
          </a:effectLst>
          <a:scene3d>
            <a:camera prst="orthographicFront">
              <a:rot lat="0" lon="0" rev="0"/>
            </a:camera>
            <a:lightRig rig="contrasting" dir="t">
              <a:rot lat="0" lon="0" rev="7800000"/>
            </a:lightRig>
          </a:scene3d>
          <a:sp3d/>
        </p:spPr>
        <p:txBody>
          <a:bodyPr lIns="82709" tIns="41356" rIns="82709" bIns="41356" rtlCol="0" anchor="ctr"/>
          <a:lstStyle/>
          <a:p>
            <a:pPr algn="ctr"/>
            <a:r>
              <a:rPr lang="en-US" sz="1071" b="1" kern="0" dirty="0">
                <a:solidFill>
                  <a:sysClr val="window" lastClr="FFFFFF"/>
                </a:solidFill>
                <a:latin typeface="Candara" pitchFamily="34" charset="0"/>
                <a:cs typeface="Arial" pitchFamily="34" charset="0"/>
              </a:rPr>
              <a:t>Swetha Rajanna</a:t>
            </a:r>
          </a:p>
        </p:txBody>
      </p:sp>
      <p:sp>
        <p:nvSpPr>
          <p:cNvPr id="97" name="Rectangle 8"/>
          <p:cNvSpPr>
            <a:spLocks noChangeArrowheads="1"/>
          </p:cNvSpPr>
          <p:nvPr/>
        </p:nvSpPr>
        <p:spPr bwMode="auto">
          <a:xfrm>
            <a:off x="3180540" y="2846971"/>
            <a:ext cx="1407378" cy="243186"/>
          </a:xfrm>
          <a:prstGeom prst="rect">
            <a:avLst/>
          </a:prstGeom>
          <a:solidFill>
            <a:srgbClr val="92D050"/>
          </a:solidFill>
          <a:ln w="25400" cap="flat" cmpd="sng" algn="ctr">
            <a:noFill/>
            <a:prstDash val="solid"/>
          </a:ln>
          <a:effectLst>
            <a:outerShdw blurRad="50800" dist="38100" dir="2700000" algn="tl" rotWithShape="0">
              <a:prstClr val="black">
                <a:alpha val="40000"/>
              </a:prstClr>
            </a:outerShdw>
          </a:effectLst>
          <a:scene3d>
            <a:camera prst="orthographicFront">
              <a:rot lat="0" lon="0" rev="0"/>
            </a:camera>
            <a:lightRig rig="contrasting" dir="t">
              <a:rot lat="0" lon="0" rev="7800000"/>
            </a:lightRig>
          </a:scene3d>
          <a:sp3d/>
        </p:spPr>
        <p:txBody>
          <a:bodyPr lIns="82709" tIns="41356" rIns="82709" bIns="41356" rtlCol="0" anchor="ctr"/>
          <a:lstStyle/>
          <a:p>
            <a:pPr algn="ctr"/>
            <a:r>
              <a:rPr lang="en-US" sz="1071" b="1" kern="0" dirty="0">
                <a:solidFill>
                  <a:sysClr val="window" lastClr="FFFFFF"/>
                </a:solidFill>
                <a:latin typeface="Candara" pitchFamily="34" charset="0"/>
                <a:cs typeface="Arial" pitchFamily="34" charset="0"/>
              </a:rPr>
              <a:t>Srinidhi Vadigepalli</a:t>
            </a:r>
          </a:p>
        </p:txBody>
      </p:sp>
      <p:sp>
        <p:nvSpPr>
          <p:cNvPr id="98" name="Rectangle 8"/>
          <p:cNvSpPr>
            <a:spLocks noChangeArrowheads="1"/>
          </p:cNvSpPr>
          <p:nvPr/>
        </p:nvSpPr>
        <p:spPr bwMode="auto">
          <a:xfrm>
            <a:off x="8183783" y="4115823"/>
            <a:ext cx="1651530" cy="237066"/>
          </a:xfrm>
          <a:prstGeom prst="rect">
            <a:avLst/>
          </a:prstGeom>
          <a:solidFill>
            <a:schemeClr val="tx2">
              <a:lumMod val="60000"/>
              <a:lumOff val="40000"/>
            </a:schemeClr>
          </a:solidFill>
          <a:ln w="25400" cap="flat" cmpd="sng" algn="ctr">
            <a:noFill/>
            <a:prstDash val="solid"/>
          </a:ln>
          <a:effectLst>
            <a:outerShdw blurRad="50800" dist="38100" dir="2700000" algn="tl" rotWithShape="0">
              <a:prstClr val="black">
                <a:alpha val="40000"/>
              </a:prstClr>
            </a:outerShdw>
          </a:effectLst>
          <a:scene3d>
            <a:camera prst="orthographicFront">
              <a:rot lat="0" lon="0" rev="0"/>
            </a:camera>
            <a:lightRig rig="contrasting" dir="t">
              <a:rot lat="0" lon="0" rev="7800000"/>
            </a:lightRig>
          </a:scene3d>
          <a:sp3d/>
        </p:spPr>
        <p:txBody>
          <a:bodyPr lIns="82709" tIns="41356" rIns="82709" bIns="41356" rtlCol="0" anchor="ctr"/>
          <a:lstStyle/>
          <a:p>
            <a:pPr algn="ctr">
              <a:defRPr/>
            </a:pPr>
            <a:r>
              <a:rPr lang="en-US" sz="1071" b="1" kern="0" dirty="0">
                <a:solidFill>
                  <a:sysClr val="window" lastClr="FFFFFF"/>
                </a:solidFill>
                <a:latin typeface="Candara" pitchFamily="34" charset="0"/>
                <a:cs typeface="Arial" pitchFamily="34" charset="0"/>
              </a:rPr>
              <a:t>Srinivasa Rao Dasari</a:t>
            </a:r>
          </a:p>
        </p:txBody>
      </p:sp>
      <p:sp>
        <p:nvSpPr>
          <p:cNvPr id="99" name="Rectangle 8"/>
          <p:cNvSpPr>
            <a:spLocks noChangeArrowheads="1"/>
          </p:cNvSpPr>
          <p:nvPr/>
        </p:nvSpPr>
        <p:spPr bwMode="auto">
          <a:xfrm>
            <a:off x="8183783" y="4392659"/>
            <a:ext cx="1661760" cy="237066"/>
          </a:xfrm>
          <a:prstGeom prst="rect">
            <a:avLst/>
          </a:prstGeom>
          <a:solidFill>
            <a:schemeClr val="tx2">
              <a:lumMod val="60000"/>
              <a:lumOff val="40000"/>
            </a:schemeClr>
          </a:solidFill>
          <a:ln w="25400" cap="flat" cmpd="sng" algn="ctr">
            <a:noFill/>
            <a:prstDash val="solid"/>
          </a:ln>
          <a:effectLst>
            <a:outerShdw blurRad="50800" dist="38100" dir="2700000" algn="tl" rotWithShape="0">
              <a:prstClr val="black">
                <a:alpha val="40000"/>
              </a:prstClr>
            </a:outerShdw>
          </a:effectLst>
          <a:scene3d>
            <a:camera prst="orthographicFront">
              <a:rot lat="0" lon="0" rev="0"/>
            </a:camera>
            <a:lightRig rig="contrasting" dir="t">
              <a:rot lat="0" lon="0" rev="7800000"/>
            </a:lightRig>
          </a:scene3d>
          <a:sp3d/>
        </p:spPr>
        <p:txBody>
          <a:bodyPr lIns="82709" tIns="41356" rIns="82709" bIns="41356" rtlCol="0" anchor="ctr"/>
          <a:lstStyle/>
          <a:p>
            <a:pPr algn="ctr">
              <a:defRPr/>
            </a:pPr>
            <a:r>
              <a:rPr lang="en-US" sz="1071" b="1" kern="0" dirty="0">
                <a:solidFill>
                  <a:sysClr val="window" lastClr="FFFFFF"/>
                </a:solidFill>
                <a:latin typeface="Candara" pitchFamily="34" charset="0"/>
                <a:cs typeface="Arial" pitchFamily="34" charset="0"/>
              </a:rPr>
              <a:t>Surya Vasi reddy</a:t>
            </a:r>
          </a:p>
        </p:txBody>
      </p:sp>
      <p:sp>
        <p:nvSpPr>
          <p:cNvPr id="100" name="Rectangle 8"/>
          <p:cNvSpPr>
            <a:spLocks noChangeArrowheads="1"/>
          </p:cNvSpPr>
          <p:nvPr/>
        </p:nvSpPr>
        <p:spPr bwMode="auto">
          <a:xfrm>
            <a:off x="8183783" y="4688992"/>
            <a:ext cx="1661760" cy="237066"/>
          </a:xfrm>
          <a:prstGeom prst="rect">
            <a:avLst/>
          </a:prstGeom>
          <a:solidFill>
            <a:schemeClr val="tx2">
              <a:lumMod val="60000"/>
              <a:lumOff val="40000"/>
            </a:schemeClr>
          </a:solidFill>
          <a:ln w="25400" cap="flat" cmpd="sng" algn="ctr">
            <a:noFill/>
            <a:prstDash val="solid"/>
          </a:ln>
          <a:effectLst>
            <a:outerShdw blurRad="50800" dist="38100" dir="2700000" algn="tl" rotWithShape="0">
              <a:prstClr val="black">
                <a:alpha val="40000"/>
              </a:prstClr>
            </a:outerShdw>
          </a:effectLst>
          <a:scene3d>
            <a:camera prst="orthographicFront">
              <a:rot lat="0" lon="0" rev="0"/>
            </a:camera>
            <a:lightRig rig="contrasting" dir="t">
              <a:rot lat="0" lon="0" rev="7800000"/>
            </a:lightRig>
          </a:scene3d>
          <a:sp3d/>
        </p:spPr>
        <p:txBody>
          <a:bodyPr lIns="82709" tIns="41356" rIns="82709" bIns="41356" rtlCol="0" anchor="ctr"/>
          <a:lstStyle/>
          <a:p>
            <a:pPr algn="ctr">
              <a:defRPr/>
            </a:pPr>
            <a:r>
              <a:rPr lang="en-US" sz="1071" b="1" kern="0" dirty="0">
                <a:solidFill>
                  <a:sysClr val="window" lastClr="FFFFFF"/>
                </a:solidFill>
                <a:latin typeface="Candara" pitchFamily="34" charset="0"/>
                <a:cs typeface="Arial" pitchFamily="34" charset="0"/>
              </a:rPr>
              <a:t>Raushan Kumar</a:t>
            </a:r>
          </a:p>
        </p:txBody>
      </p:sp>
      <p:sp>
        <p:nvSpPr>
          <p:cNvPr id="101" name="Rectangle 8"/>
          <p:cNvSpPr>
            <a:spLocks noChangeArrowheads="1"/>
          </p:cNvSpPr>
          <p:nvPr/>
        </p:nvSpPr>
        <p:spPr bwMode="auto">
          <a:xfrm>
            <a:off x="8183783" y="4985326"/>
            <a:ext cx="1661760" cy="237066"/>
          </a:xfrm>
          <a:prstGeom prst="rect">
            <a:avLst/>
          </a:prstGeom>
          <a:solidFill>
            <a:schemeClr val="tx2">
              <a:lumMod val="60000"/>
              <a:lumOff val="40000"/>
            </a:schemeClr>
          </a:solidFill>
          <a:ln w="25400" cap="flat" cmpd="sng" algn="ctr">
            <a:noFill/>
            <a:prstDash val="solid"/>
          </a:ln>
          <a:effectLst>
            <a:outerShdw blurRad="50800" dist="38100" dir="2700000" algn="tl" rotWithShape="0">
              <a:prstClr val="black">
                <a:alpha val="40000"/>
              </a:prstClr>
            </a:outerShdw>
          </a:effectLst>
          <a:scene3d>
            <a:camera prst="orthographicFront">
              <a:rot lat="0" lon="0" rev="0"/>
            </a:camera>
            <a:lightRig rig="contrasting" dir="t">
              <a:rot lat="0" lon="0" rev="7800000"/>
            </a:lightRig>
          </a:scene3d>
          <a:sp3d/>
        </p:spPr>
        <p:txBody>
          <a:bodyPr lIns="82709" tIns="41356" rIns="82709" bIns="41356" rtlCol="0" anchor="ctr"/>
          <a:lstStyle/>
          <a:p>
            <a:pPr algn="ctr">
              <a:defRPr/>
            </a:pPr>
            <a:r>
              <a:rPr lang="en-US" sz="1071" b="1" kern="0" dirty="0">
                <a:solidFill>
                  <a:sysClr val="window" lastClr="FFFFFF"/>
                </a:solidFill>
                <a:latin typeface="Candara" pitchFamily="34" charset="0"/>
                <a:cs typeface="Arial" pitchFamily="34" charset="0"/>
              </a:rPr>
              <a:t>Sreenu Mupparaju</a:t>
            </a:r>
          </a:p>
        </p:txBody>
      </p:sp>
      <p:sp>
        <p:nvSpPr>
          <p:cNvPr id="102" name="Rectangle 8"/>
          <p:cNvSpPr>
            <a:spLocks noChangeArrowheads="1"/>
          </p:cNvSpPr>
          <p:nvPr/>
        </p:nvSpPr>
        <p:spPr bwMode="auto">
          <a:xfrm>
            <a:off x="8183783" y="3182299"/>
            <a:ext cx="1641765" cy="237066"/>
          </a:xfrm>
          <a:prstGeom prst="rect">
            <a:avLst/>
          </a:prstGeom>
          <a:solidFill>
            <a:srgbClr val="92D050"/>
          </a:solidFill>
          <a:ln w="25400" cap="flat" cmpd="sng" algn="ctr">
            <a:noFill/>
            <a:prstDash val="solid"/>
          </a:ln>
          <a:effectLst>
            <a:outerShdw blurRad="50800" dist="38100" dir="2700000" algn="tl" rotWithShape="0">
              <a:prstClr val="black">
                <a:alpha val="40000"/>
              </a:prstClr>
            </a:outerShdw>
          </a:effectLst>
          <a:scene3d>
            <a:camera prst="orthographicFront">
              <a:rot lat="0" lon="0" rev="0"/>
            </a:camera>
            <a:lightRig rig="contrasting" dir="t">
              <a:rot lat="0" lon="0" rev="7800000"/>
            </a:lightRig>
          </a:scene3d>
          <a:sp3d/>
        </p:spPr>
        <p:txBody>
          <a:bodyPr lIns="82709" tIns="41356" rIns="82709" bIns="41356" rtlCol="0" anchor="ctr"/>
          <a:lstStyle/>
          <a:p>
            <a:pPr algn="ctr"/>
            <a:r>
              <a:rPr lang="en-US" sz="1071" b="1" kern="0" dirty="0">
                <a:solidFill>
                  <a:sysClr val="window" lastClr="FFFFFF"/>
                </a:solidFill>
                <a:latin typeface="Candara" pitchFamily="34" charset="0"/>
                <a:cs typeface="Arial" pitchFamily="34" charset="0"/>
              </a:rPr>
              <a:t>Praveen Prudhvi</a:t>
            </a:r>
          </a:p>
        </p:txBody>
      </p:sp>
      <p:sp>
        <p:nvSpPr>
          <p:cNvPr id="103" name="Rectangle 8"/>
          <p:cNvSpPr>
            <a:spLocks noChangeArrowheads="1"/>
          </p:cNvSpPr>
          <p:nvPr/>
        </p:nvSpPr>
        <p:spPr bwMode="auto">
          <a:xfrm>
            <a:off x="8183783" y="2846971"/>
            <a:ext cx="1651529" cy="237066"/>
          </a:xfrm>
          <a:prstGeom prst="rect">
            <a:avLst/>
          </a:prstGeom>
          <a:solidFill>
            <a:srgbClr val="92D050"/>
          </a:solidFill>
          <a:ln w="25400" cap="flat" cmpd="sng" algn="ctr">
            <a:noFill/>
            <a:prstDash val="solid"/>
          </a:ln>
          <a:effectLst>
            <a:outerShdw blurRad="50800" dist="38100" dir="2700000" algn="tl" rotWithShape="0">
              <a:prstClr val="black">
                <a:alpha val="40000"/>
              </a:prstClr>
            </a:outerShdw>
          </a:effectLst>
          <a:scene3d>
            <a:camera prst="orthographicFront">
              <a:rot lat="0" lon="0" rev="0"/>
            </a:camera>
            <a:lightRig rig="contrasting" dir="t">
              <a:rot lat="0" lon="0" rev="7800000"/>
            </a:lightRig>
          </a:scene3d>
          <a:sp3d/>
        </p:spPr>
        <p:txBody>
          <a:bodyPr lIns="82709" tIns="41356" rIns="82709" bIns="41356" rtlCol="0" anchor="ctr"/>
          <a:lstStyle/>
          <a:p>
            <a:pPr algn="ctr"/>
            <a:r>
              <a:rPr lang="en-US" sz="1071" b="1" kern="0" dirty="0">
                <a:solidFill>
                  <a:sysClr val="window" lastClr="FFFFFF"/>
                </a:solidFill>
                <a:latin typeface="Candara" pitchFamily="34" charset="0"/>
                <a:cs typeface="Arial" pitchFamily="34" charset="0"/>
              </a:rPr>
              <a:t>Maksim</a:t>
            </a:r>
          </a:p>
        </p:txBody>
      </p:sp>
      <p:sp>
        <p:nvSpPr>
          <p:cNvPr id="104" name="Line 26"/>
          <p:cNvSpPr>
            <a:spLocks noChangeShapeType="1"/>
          </p:cNvSpPr>
          <p:nvPr/>
        </p:nvSpPr>
        <p:spPr bwMode="auto">
          <a:xfrm flipH="1">
            <a:off x="9156006" y="2195038"/>
            <a:ext cx="4884" cy="662709"/>
          </a:xfrm>
          <a:prstGeom prst="line">
            <a:avLst/>
          </a:prstGeom>
          <a:noFill/>
          <a:ln w="12700">
            <a:solidFill>
              <a:schemeClr val="tx2">
                <a:lumMod val="60000"/>
                <a:lumOff val="40000"/>
              </a:schemeClr>
            </a:solidFill>
            <a:round/>
            <a:headEnd/>
            <a:tailEnd/>
          </a:ln>
          <a:extLst>
            <a:ext uri="{909E8E84-426E-40DD-AFC4-6F175D3DCCD1}">
              <a14:hiddenFill xmlns:a14="http://schemas.microsoft.com/office/drawing/2010/main">
                <a:noFill/>
              </a14:hiddenFill>
            </a:ext>
          </a:extLst>
        </p:spPr>
        <p:txBody>
          <a:bodyPr wrap="square" lIns="82709" tIns="41356" rIns="82709" bIns="41356">
            <a:spAutoFit/>
          </a:bodyPr>
          <a:lstStyle/>
          <a:p>
            <a:endParaRPr lang="en-US" sz="1286" dirty="0">
              <a:solidFill>
                <a:srgbClr val="000000"/>
              </a:solidFill>
              <a:latin typeface="Candara" panose="020E0502030303020204" pitchFamily="34" charset="0"/>
            </a:endParaRPr>
          </a:p>
        </p:txBody>
      </p:sp>
      <p:sp>
        <p:nvSpPr>
          <p:cNvPr id="105" name="Rectangle 8"/>
          <p:cNvSpPr>
            <a:spLocks noChangeArrowheads="1"/>
          </p:cNvSpPr>
          <p:nvPr/>
        </p:nvSpPr>
        <p:spPr bwMode="auto">
          <a:xfrm>
            <a:off x="8183783" y="5281659"/>
            <a:ext cx="1661760" cy="237066"/>
          </a:xfrm>
          <a:prstGeom prst="rect">
            <a:avLst/>
          </a:prstGeom>
          <a:solidFill>
            <a:schemeClr val="tx2">
              <a:lumMod val="60000"/>
              <a:lumOff val="40000"/>
            </a:schemeClr>
          </a:solidFill>
          <a:ln w="25400" cap="flat" cmpd="sng" algn="ctr">
            <a:noFill/>
            <a:prstDash val="solid"/>
          </a:ln>
          <a:effectLst>
            <a:outerShdw blurRad="50800" dist="38100" dir="2700000" algn="tl" rotWithShape="0">
              <a:prstClr val="black">
                <a:alpha val="40000"/>
              </a:prstClr>
            </a:outerShdw>
          </a:effectLst>
          <a:scene3d>
            <a:camera prst="orthographicFront">
              <a:rot lat="0" lon="0" rev="0"/>
            </a:camera>
            <a:lightRig rig="contrasting" dir="t">
              <a:rot lat="0" lon="0" rev="7800000"/>
            </a:lightRig>
          </a:scene3d>
          <a:sp3d/>
        </p:spPr>
        <p:txBody>
          <a:bodyPr lIns="82709" tIns="41356" rIns="82709" bIns="41356" rtlCol="0" anchor="ctr"/>
          <a:lstStyle/>
          <a:p>
            <a:pPr algn="ctr">
              <a:defRPr/>
            </a:pPr>
            <a:r>
              <a:rPr lang="en-US" sz="1071" b="1" kern="0" dirty="0">
                <a:solidFill>
                  <a:sysClr val="window" lastClr="FFFFFF"/>
                </a:solidFill>
                <a:latin typeface="Candara" pitchFamily="34" charset="0"/>
                <a:cs typeface="Arial" pitchFamily="34" charset="0"/>
              </a:rPr>
              <a:t>Bidap Chandrakiran</a:t>
            </a:r>
          </a:p>
        </p:txBody>
      </p:sp>
      <p:sp>
        <p:nvSpPr>
          <p:cNvPr id="106" name="TextBox 105"/>
          <p:cNvSpPr txBox="1"/>
          <p:nvPr/>
        </p:nvSpPr>
        <p:spPr>
          <a:xfrm>
            <a:off x="8859140" y="2396794"/>
            <a:ext cx="540720" cy="248325"/>
          </a:xfrm>
          <a:prstGeom prst="rect">
            <a:avLst/>
          </a:prstGeom>
          <a:noFill/>
        </p:spPr>
        <p:txBody>
          <a:bodyPr wrap="square" lIns="82727" tIns="41364" rIns="82727" bIns="41364" rtlCol="0">
            <a:spAutoFit/>
          </a:bodyPr>
          <a:lstStyle/>
          <a:p>
            <a:r>
              <a:rPr lang="en-US" sz="1071" b="1" dirty="0"/>
              <a:t>CDO</a:t>
            </a:r>
          </a:p>
        </p:txBody>
      </p:sp>
      <p:sp>
        <p:nvSpPr>
          <p:cNvPr id="107" name="TextBox 106"/>
          <p:cNvSpPr txBox="1"/>
          <p:nvPr/>
        </p:nvSpPr>
        <p:spPr>
          <a:xfrm>
            <a:off x="3239285" y="2424593"/>
            <a:ext cx="1412543" cy="248325"/>
          </a:xfrm>
          <a:prstGeom prst="rect">
            <a:avLst/>
          </a:prstGeom>
          <a:noFill/>
        </p:spPr>
        <p:txBody>
          <a:bodyPr wrap="square" lIns="82727" tIns="41364" rIns="82727" bIns="41364" rtlCol="0">
            <a:spAutoFit/>
          </a:bodyPr>
          <a:lstStyle/>
          <a:p>
            <a:r>
              <a:rPr lang="en-US" sz="1071" b="1" dirty="0"/>
              <a:t>Data Track Team</a:t>
            </a:r>
          </a:p>
        </p:txBody>
      </p:sp>
      <p:sp>
        <p:nvSpPr>
          <p:cNvPr id="108" name="TextBox 107"/>
          <p:cNvSpPr txBox="1"/>
          <p:nvPr/>
        </p:nvSpPr>
        <p:spPr>
          <a:xfrm>
            <a:off x="1294017" y="2402184"/>
            <a:ext cx="1534230" cy="248325"/>
          </a:xfrm>
          <a:prstGeom prst="rect">
            <a:avLst/>
          </a:prstGeom>
          <a:noFill/>
        </p:spPr>
        <p:txBody>
          <a:bodyPr wrap="square" lIns="82727" tIns="41364" rIns="82727" bIns="41364" rtlCol="0">
            <a:spAutoFit/>
          </a:bodyPr>
          <a:lstStyle/>
          <a:p>
            <a:r>
              <a:rPr lang="en-US" sz="1071" b="1" dirty="0"/>
              <a:t>Platform Track Team</a:t>
            </a:r>
          </a:p>
        </p:txBody>
      </p:sp>
      <p:sp>
        <p:nvSpPr>
          <p:cNvPr id="109" name="Rectangle 8"/>
          <p:cNvSpPr>
            <a:spLocks noChangeArrowheads="1"/>
          </p:cNvSpPr>
          <p:nvPr/>
        </p:nvSpPr>
        <p:spPr bwMode="auto">
          <a:xfrm>
            <a:off x="6537599" y="4608037"/>
            <a:ext cx="1543334" cy="275688"/>
          </a:xfrm>
          <a:prstGeom prst="rect">
            <a:avLst/>
          </a:prstGeom>
          <a:solidFill>
            <a:schemeClr val="tx2">
              <a:lumMod val="60000"/>
              <a:lumOff val="40000"/>
            </a:schemeClr>
          </a:solidFill>
          <a:ln w="25400" cap="flat" cmpd="sng" algn="ctr">
            <a:noFill/>
            <a:prstDash val="solid"/>
          </a:ln>
          <a:effectLst>
            <a:outerShdw blurRad="50800" dist="38100" dir="2700000" algn="tl" rotWithShape="0">
              <a:prstClr val="black">
                <a:alpha val="40000"/>
              </a:prstClr>
            </a:outerShdw>
          </a:effectLst>
          <a:scene3d>
            <a:camera prst="orthographicFront">
              <a:rot lat="0" lon="0" rev="0"/>
            </a:camera>
            <a:lightRig rig="contrasting" dir="t">
              <a:rot lat="0" lon="0" rev="7800000"/>
            </a:lightRig>
          </a:scene3d>
          <a:sp3d/>
        </p:spPr>
        <p:txBody>
          <a:bodyPr lIns="82709" tIns="41356" rIns="82709" bIns="41356" rtlCol="0" anchor="ctr"/>
          <a:lstStyle/>
          <a:p>
            <a:pPr algn="ctr">
              <a:defRPr/>
            </a:pPr>
            <a:r>
              <a:rPr lang="en-US" sz="1071" b="1" kern="0" dirty="0" smtClean="0">
                <a:solidFill>
                  <a:sysClr val="window" lastClr="FFFFFF"/>
                </a:solidFill>
                <a:latin typeface="Candara" pitchFamily="34" charset="0"/>
                <a:cs typeface="Arial" pitchFamily="34" charset="0"/>
              </a:rPr>
              <a:t>Jyotiranjan</a:t>
            </a:r>
            <a:endParaRPr lang="en-US" sz="1071" b="1" kern="0" dirty="0">
              <a:solidFill>
                <a:sysClr val="window" lastClr="FFFFFF"/>
              </a:solidFill>
              <a:latin typeface="Candara" pitchFamily="34" charset="0"/>
              <a:cs typeface="Arial" pitchFamily="34" charset="0"/>
            </a:endParaRPr>
          </a:p>
        </p:txBody>
      </p:sp>
      <p:sp>
        <p:nvSpPr>
          <p:cNvPr id="110" name="Rectangle 8"/>
          <p:cNvSpPr>
            <a:spLocks noChangeArrowheads="1"/>
          </p:cNvSpPr>
          <p:nvPr/>
        </p:nvSpPr>
        <p:spPr bwMode="auto">
          <a:xfrm>
            <a:off x="3180075" y="4836637"/>
            <a:ext cx="1407844" cy="252480"/>
          </a:xfrm>
          <a:prstGeom prst="rect">
            <a:avLst/>
          </a:prstGeom>
          <a:solidFill>
            <a:schemeClr val="tx2">
              <a:lumMod val="60000"/>
              <a:lumOff val="40000"/>
            </a:schemeClr>
          </a:solidFill>
          <a:ln w="25400" cap="flat" cmpd="sng" algn="ctr">
            <a:noFill/>
            <a:prstDash val="solid"/>
          </a:ln>
          <a:effectLst>
            <a:outerShdw blurRad="50800" dist="38100" dir="2700000" algn="tl" rotWithShape="0">
              <a:prstClr val="black">
                <a:alpha val="40000"/>
              </a:prstClr>
            </a:outerShdw>
          </a:effectLst>
          <a:scene3d>
            <a:camera prst="orthographicFront">
              <a:rot lat="0" lon="0" rev="0"/>
            </a:camera>
            <a:lightRig rig="contrasting" dir="t">
              <a:rot lat="0" lon="0" rev="7800000"/>
            </a:lightRig>
          </a:scene3d>
          <a:sp3d/>
        </p:spPr>
        <p:txBody>
          <a:bodyPr lIns="82709" tIns="41356" rIns="82709" bIns="41356" rtlCol="0" anchor="ctr"/>
          <a:lstStyle/>
          <a:p>
            <a:pPr algn="ctr">
              <a:defRPr/>
            </a:pPr>
            <a:r>
              <a:rPr lang="en-US" sz="1071" b="1" kern="0" dirty="0">
                <a:solidFill>
                  <a:sysClr val="window" lastClr="FFFFFF"/>
                </a:solidFill>
                <a:latin typeface="Candara" pitchFamily="34" charset="0"/>
                <a:cs typeface="Arial" pitchFamily="34" charset="0"/>
              </a:rPr>
              <a:t>Geetha Pandolla</a:t>
            </a:r>
          </a:p>
        </p:txBody>
      </p:sp>
      <p:sp>
        <p:nvSpPr>
          <p:cNvPr id="111" name="Rectangle 8"/>
          <p:cNvSpPr>
            <a:spLocks noChangeArrowheads="1"/>
          </p:cNvSpPr>
          <p:nvPr/>
        </p:nvSpPr>
        <p:spPr bwMode="auto">
          <a:xfrm>
            <a:off x="3180540" y="5124489"/>
            <a:ext cx="1407379" cy="237066"/>
          </a:xfrm>
          <a:prstGeom prst="rect">
            <a:avLst/>
          </a:prstGeom>
          <a:solidFill>
            <a:schemeClr val="tx2">
              <a:lumMod val="60000"/>
              <a:lumOff val="40000"/>
            </a:schemeClr>
          </a:solidFill>
          <a:ln w="25400" cap="flat" cmpd="sng" algn="ctr">
            <a:noFill/>
            <a:prstDash val="solid"/>
          </a:ln>
          <a:effectLst>
            <a:outerShdw blurRad="50800" dist="38100" dir="2700000" algn="tl" rotWithShape="0">
              <a:prstClr val="black">
                <a:alpha val="40000"/>
              </a:prstClr>
            </a:outerShdw>
          </a:effectLst>
          <a:scene3d>
            <a:camera prst="orthographicFront">
              <a:rot lat="0" lon="0" rev="0"/>
            </a:camera>
            <a:lightRig rig="contrasting" dir="t">
              <a:rot lat="0" lon="0" rev="7800000"/>
            </a:lightRig>
          </a:scene3d>
          <a:sp3d/>
        </p:spPr>
        <p:txBody>
          <a:bodyPr lIns="82709" tIns="41356" rIns="82709" bIns="41356" rtlCol="0" anchor="ctr"/>
          <a:lstStyle/>
          <a:p>
            <a:pPr algn="ctr">
              <a:defRPr/>
            </a:pPr>
            <a:r>
              <a:rPr lang="en-US" sz="1071" b="1" kern="0" dirty="0">
                <a:solidFill>
                  <a:sysClr val="window" lastClr="FFFFFF"/>
                </a:solidFill>
                <a:latin typeface="Candara" pitchFamily="34" charset="0"/>
                <a:cs typeface="Arial" pitchFamily="34" charset="0"/>
              </a:rPr>
              <a:t>Madhunika R</a:t>
            </a:r>
          </a:p>
        </p:txBody>
      </p:sp>
      <p:sp>
        <p:nvSpPr>
          <p:cNvPr id="112" name="Rectangle 8"/>
          <p:cNvSpPr>
            <a:spLocks noChangeArrowheads="1"/>
          </p:cNvSpPr>
          <p:nvPr/>
        </p:nvSpPr>
        <p:spPr bwMode="auto">
          <a:xfrm>
            <a:off x="5949016" y="5674837"/>
            <a:ext cx="1449750" cy="237066"/>
          </a:xfrm>
          <a:prstGeom prst="rect">
            <a:avLst/>
          </a:prstGeom>
          <a:solidFill>
            <a:schemeClr val="tx2">
              <a:lumMod val="60000"/>
              <a:lumOff val="40000"/>
            </a:schemeClr>
          </a:solidFill>
          <a:ln w="25400" cap="flat" cmpd="sng" algn="ctr">
            <a:noFill/>
            <a:prstDash val="solid"/>
          </a:ln>
          <a:effectLst>
            <a:outerShdw blurRad="50800" dist="38100" dir="2700000" algn="tl" rotWithShape="0">
              <a:prstClr val="black">
                <a:alpha val="40000"/>
              </a:prstClr>
            </a:outerShdw>
          </a:effectLst>
          <a:scene3d>
            <a:camera prst="orthographicFront">
              <a:rot lat="0" lon="0" rev="0"/>
            </a:camera>
            <a:lightRig rig="contrasting" dir="t">
              <a:rot lat="0" lon="0" rev="7800000"/>
            </a:lightRig>
          </a:scene3d>
          <a:sp3d/>
        </p:spPr>
        <p:txBody>
          <a:bodyPr lIns="82709" tIns="41356" rIns="82709" bIns="41356" rtlCol="0" anchor="ctr"/>
          <a:lstStyle/>
          <a:p>
            <a:pPr algn="ctr">
              <a:defRPr/>
            </a:pPr>
            <a:r>
              <a:rPr lang="en-US" sz="1071" b="1" kern="0" dirty="0">
                <a:solidFill>
                  <a:sysClr val="window" lastClr="FFFFFF"/>
                </a:solidFill>
                <a:latin typeface="Candara" pitchFamily="34" charset="0"/>
                <a:cs typeface="Arial" pitchFamily="34" charset="0"/>
              </a:rPr>
              <a:t>Madhura Mayya</a:t>
            </a:r>
          </a:p>
        </p:txBody>
      </p:sp>
      <p:sp>
        <p:nvSpPr>
          <p:cNvPr id="113" name="TextBox 112"/>
          <p:cNvSpPr txBox="1"/>
          <p:nvPr/>
        </p:nvSpPr>
        <p:spPr>
          <a:xfrm>
            <a:off x="6035074" y="5205846"/>
            <a:ext cx="1449750" cy="248325"/>
          </a:xfrm>
          <a:prstGeom prst="rect">
            <a:avLst/>
          </a:prstGeom>
          <a:noFill/>
        </p:spPr>
        <p:txBody>
          <a:bodyPr wrap="square" lIns="82727" tIns="41364" rIns="82727" bIns="41364" rtlCol="0">
            <a:spAutoFit/>
          </a:bodyPr>
          <a:lstStyle/>
          <a:p>
            <a:r>
              <a:rPr lang="en-US" sz="1071" b="1" dirty="0"/>
              <a:t>RDC to HOTSCAN</a:t>
            </a:r>
          </a:p>
        </p:txBody>
      </p:sp>
      <p:sp>
        <p:nvSpPr>
          <p:cNvPr id="114" name="Rectangle 8"/>
          <p:cNvSpPr>
            <a:spLocks noChangeArrowheads="1"/>
          </p:cNvSpPr>
          <p:nvPr/>
        </p:nvSpPr>
        <p:spPr bwMode="auto">
          <a:xfrm>
            <a:off x="4264280" y="1128237"/>
            <a:ext cx="1381830" cy="177800"/>
          </a:xfrm>
          <a:prstGeom prst="rect">
            <a:avLst/>
          </a:prstGeom>
          <a:solidFill>
            <a:schemeClr val="tx2">
              <a:lumMod val="60000"/>
              <a:lumOff val="40000"/>
            </a:schemeClr>
          </a:solidFill>
          <a:ln w="25400" cap="flat" cmpd="sng" algn="ctr">
            <a:noFill/>
            <a:prstDash val="solid"/>
          </a:ln>
          <a:effectLst>
            <a:outerShdw blurRad="50800" dist="38100" dir="2700000" algn="tl" rotWithShape="0">
              <a:prstClr val="black">
                <a:alpha val="40000"/>
              </a:prstClr>
            </a:outerShdw>
          </a:effectLst>
          <a:scene3d>
            <a:camera prst="orthographicFront">
              <a:rot lat="0" lon="0" rev="0"/>
            </a:camera>
            <a:lightRig rig="contrasting" dir="t">
              <a:rot lat="0" lon="0" rev="7800000"/>
            </a:lightRig>
          </a:scene3d>
          <a:sp3d/>
        </p:spPr>
        <p:txBody>
          <a:bodyPr lIns="82709" tIns="41356" rIns="82709" bIns="41356" rtlCol="0" anchor="ctr"/>
          <a:lstStyle/>
          <a:p>
            <a:pPr algn="ctr">
              <a:defRPr/>
            </a:pPr>
            <a:r>
              <a:rPr lang="en-US" sz="1071" b="1" kern="0" dirty="0">
                <a:solidFill>
                  <a:sysClr val="window" lastClr="FFFFFF"/>
                </a:solidFill>
                <a:latin typeface="Candara" pitchFamily="34" charset="0"/>
                <a:cs typeface="Arial" pitchFamily="34" charset="0"/>
              </a:rPr>
              <a:t>Dheeraj Khanna </a:t>
            </a:r>
          </a:p>
        </p:txBody>
      </p:sp>
      <p:sp>
        <p:nvSpPr>
          <p:cNvPr id="116" name="Rectangle 8"/>
          <p:cNvSpPr>
            <a:spLocks noChangeArrowheads="1"/>
          </p:cNvSpPr>
          <p:nvPr/>
        </p:nvSpPr>
        <p:spPr bwMode="auto">
          <a:xfrm>
            <a:off x="6710477" y="1543104"/>
            <a:ext cx="1752600" cy="215515"/>
          </a:xfrm>
          <a:prstGeom prst="rect">
            <a:avLst/>
          </a:prstGeom>
          <a:solidFill>
            <a:srgbClr val="92D050"/>
          </a:solidFill>
          <a:ln w="25400" cap="flat" cmpd="sng" algn="ctr">
            <a:noFill/>
            <a:prstDash val="solid"/>
          </a:ln>
          <a:effectLst>
            <a:outerShdw blurRad="50800" dist="38100" dir="2700000" algn="tl" rotWithShape="0">
              <a:prstClr val="black">
                <a:alpha val="40000"/>
              </a:prstClr>
            </a:outerShdw>
          </a:effectLst>
          <a:scene3d>
            <a:camera prst="orthographicFront">
              <a:rot lat="0" lon="0" rev="0"/>
            </a:camera>
            <a:lightRig rig="contrasting" dir="t">
              <a:rot lat="0" lon="0" rev="7800000"/>
            </a:lightRig>
          </a:scene3d>
          <a:sp3d/>
        </p:spPr>
        <p:txBody>
          <a:bodyPr lIns="82709" tIns="41356" rIns="82709" bIns="41356" rtlCol="0" anchor="ctr"/>
          <a:lstStyle/>
          <a:p>
            <a:pPr algn="ctr">
              <a:defRPr/>
            </a:pPr>
            <a:r>
              <a:rPr lang="en-US" sz="1071" b="1" kern="0" dirty="0">
                <a:solidFill>
                  <a:sysClr val="window" lastClr="FFFFFF"/>
                </a:solidFill>
                <a:latin typeface="Candara" pitchFamily="34" charset="0"/>
                <a:cs typeface="Arial" pitchFamily="34" charset="0"/>
              </a:rPr>
              <a:t>RadhaKrishna Keremoole</a:t>
            </a:r>
          </a:p>
        </p:txBody>
      </p:sp>
      <p:sp>
        <p:nvSpPr>
          <p:cNvPr id="117" name="Rectangle 8"/>
          <p:cNvSpPr>
            <a:spLocks noChangeArrowheads="1"/>
          </p:cNvSpPr>
          <p:nvPr/>
        </p:nvSpPr>
        <p:spPr bwMode="auto">
          <a:xfrm>
            <a:off x="6876084" y="1128237"/>
            <a:ext cx="1381830" cy="177800"/>
          </a:xfrm>
          <a:prstGeom prst="rect">
            <a:avLst/>
          </a:prstGeom>
          <a:solidFill>
            <a:srgbClr val="92D050"/>
          </a:solidFill>
          <a:ln w="25400" cap="flat" cmpd="sng" algn="ctr">
            <a:noFill/>
            <a:prstDash val="solid"/>
          </a:ln>
          <a:effectLst>
            <a:outerShdw blurRad="50800" dist="38100" dir="2700000" algn="tl" rotWithShape="0">
              <a:prstClr val="black">
                <a:alpha val="40000"/>
              </a:prstClr>
            </a:outerShdw>
          </a:effectLst>
          <a:scene3d>
            <a:camera prst="orthographicFront">
              <a:rot lat="0" lon="0" rev="0"/>
            </a:camera>
            <a:lightRig rig="contrasting" dir="t">
              <a:rot lat="0" lon="0" rev="7800000"/>
            </a:lightRig>
          </a:scene3d>
          <a:sp3d/>
        </p:spPr>
        <p:txBody>
          <a:bodyPr lIns="82709" tIns="41356" rIns="82709" bIns="41356" rtlCol="0" anchor="ctr"/>
          <a:lstStyle/>
          <a:p>
            <a:pPr algn="ctr">
              <a:defRPr/>
            </a:pPr>
            <a:r>
              <a:rPr lang="en-US" sz="1071" b="1" kern="0" dirty="0">
                <a:solidFill>
                  <a:sysClr val="window" lastClr="FFFFFF"/>
                </a:solidFill>
                <a:latin typeface="Candara" pitchFamily="34" charset="0"/>
                <a:cs typeface="Arial" pitchFamily="34" charset="0"/>
              </a:rPr>
              <a:t>Ajay Jha</a:t>
            </a:r>
          </a:p>
        </p:txBody>
      </p:sp>
      <p:sp>
        <p:nvSpPr>
          <p:cNvPr id="118" name="Rectangle 8"/>
          <p:cNvSpPr>
            <a:spLocks noChangeArrowheads="1"/>
          </p:cNvSpPr>
          <p:nvPr/>
        </p:nvSpPr>
        <p:spPr bwMode="auto">
          <a:xfrm>
            <a:off x="8195154" y="3479912"/>
            <a:ext cx="1651995" cy="237066"/>
          </a:xfrm>
          <a:prstGeom prst="rect">
            <a:avLst/>
          </a:prstGeom>
          <a:solidFill>
            <a:srgbClr val="92D050"/>
          </a:solidFill>
          <a:ln w="25400" cap="flat" cmpd="sng" algn="ctr">
            <a:noFill/>
            <a:prstDash val="solid"/>
          </a:ln>
          <a:effectLst>
            <a:outerShdw blurRad="50800" dist="38100" dir="2700000" algn="tl" rotWithShape="0">
              <a:prstClr val="black">
                <a:alpha val="40000"/>
              </a:prstClr>
            </a:outerShdw>
          </a:effectLst>
          <a:scene3d>
            <a:camera prst="orthographicFront">
              <a:rot lat="0" lon="0" rev="0"/>
            </a:camera>
            <a:lightRig rig="contrasting" dir="t">
              <a:rot lat="0" lon="0" rev="7800000"/>
            </a:lightRig>
          </a:scene3d>
          <a:sp3d/>
        </p:spPr>
        <p:txBody>
          <a:bodyPr lIns="82709" tIns="41356" rIns="82709" bIns="41356" rtlCol="0" anchor="ctr"/>
          <a:lstStyle/>
          <a:p>
            <a:pPr algn="ctr"/>
            <a:r>
              <a:rPr lang="en-US" sz="1071" b="1" kern="0" dirty="0">
                <a:solidFill>
                  <a:sysClr val="window" lastClr="FFFFFF"/>
                </a:solidFill>
                <a:latin typeface="Candara" pitchFamily="34" charset="0"/>
                <a:cs typeface="Arial" pitchFamily="34" charset="0"/>
              </a:rPr>
              <a:t>Jibran Shaik</a:t>
            </a:r>
          </a:p>
        </p:txBody>
      </p:sp>
      <p:sp>
        <p:nvSpPr>
          <p:cNvPr id="119" name="TextBox 118"/>
          <p:cNvSpPr txBox="1"/>
          <p:nvPr/>
        </p:nvSpPr>
        <p:spPr>
          <a:xfrm>
            <a:off x="6845416" y="2402184"/>
            <a:ext cx="1106700" cy="248325"/>
          </a:xfrm>
          <a:prstGeom prst="rect">
            <a:avLst/>
          </a:prstGeom>
          <a:noFill/>
        </p:spPr>
        <p:txBody>
          <a:bodyPr wrap="square" lIns="82727" tIns="41364" rIns="82727" bIns="41364" rtlCol="0">
            <a:spAutoFit/>
          </a:bodyPr>
          <a:lstStyle/>
          <a:p>
            <a:r>
              <a:rPr lang="en-US" sz="1071" b="1" dirty="0"/>
              <a:t>Support Team</a:t>
            </a:r>
          </a:p>
        </p:txBody>
      </p:sp>
      <p:sp>
        <p:nvSpPr>
          <p:cNvPr id="120" name="Rectangle 8"/>
          <p:cNvSpPr>
            <a:spLocks noChangeArrowheads="1"/>
          </p:cNvSpPr>
          <p:nvPr/>
        </p:nvSpPr>
        <p:spPr bwMode="auto">
          <a:xfrm>
            <a:off x="1233162" y="4391930"/>
            <a:ext cx="1752600" cy="237066"/>
          </a:xfrm>
          <a:prstGeom prst="rect">
            <a:avLst/>
          </a:prstGeom>
          <a:solidFill>
            <a:schemeClr val="tx2">
              <a:lumMod val="60000"/>
              <a:lumOff val="40000"/>
            </a:schemeClr>
          </a:solidFill>
          <a:ln w="25400" cap="flat" cmpd="sng" algn="ctr">
            <a:noFill/>
            <a:prstDash val="solid"/>
          </a:ln>
          <a:effectLst>
            <a:outerShdw blurRad="50800" dist="38100" dir="2700000" algn="tl" rotWithShape="0">
              <a:prstClr val="black">
                <a:alpha val="40000"/>
              </a:prstClr>
            </a:outerShdw>
          </a:effectLst>
          <a:scene3d>
            <a:camera prst="orthographicFront">
              <a:rot lat="0" lon="0" rev="0"/>
            </a:camera>
            <a:lightRig rig="contrasting" dir="t">
              <a:rot lat="0" lon="0" rev="7800000"/>
            </a:lightRig>
          </a:scene3d>
          <a:sp3d/>
        </p:spPr>
        <p:txBody>
          <a:bodyPr lIns="82709" tIns="41356" rIns="82709" bIns="41356" rtlCol="0" anchor="ctr"/>
          <a:lstStyle/>
          <a:p>
            <a:pPr algn="ctr">
              <a:defRPr/>
            </a:pPr>
            <a:r>
              <a:rPr lang="en-US" sz="1071" b="1" kern="0" dirty="0">
                <a:solidFill>
                  <a:sysClr val="window" lastClr="FFFFFF"/>
                </a:solidFill>
                <a:latin typeface="Candara" pitchFamily="34" charset="0"/>
                <a:cs typeface="Arial" pitchFamily="34" charset="0"/>
              </a:rPr>
              <a:t>Venkata Narasa Reddy</a:t>
            </a:r>
          </a:p>
        </p:txBody>
      </p:sp>
      <p:sp>
        <p:nvSpPr>
          <p:cNvPr id="121" name="TextBox 120"/>
          <p:cNvSpPr txBox="1"/>
          <p:nvPr/>
        </p:nvSpPr>
        <p:spPr>
          <a:xfrm>
            <a:off x="5549757" y="2396794"/>
            <a:ext cx="530838" cy="248325"/>
          </a:xfrm>
          <a:prstGeom prst="rect">
            <a:avLst/>
          </a:prstGeom>
          <a:noFill/>
        </p:spPr>
        <p:txBody>
          <a:bodyPr wrap="square" lIns="82727" tIns="41364" rIns="82727" bIns="41364" rtlCol="0">
            <a:spAutoFit/>
          </a:bodyPr>
          <a:lstStyle/>
          <a:p>
            <a:r>
              <a:rPr lang="en-US" sz="1071" b="1" dirty="0"/>
              <a:t>EPP </a:t>
            </a:r>
          </a:p>
        </p:txBody>
      </p:sp>
      <p:sp>
        <p:nvSpPr>
          <p:cNvPr id="122" name="Rectangle 8"/>
          <p:cNvSpPr>
            <a:spLocks noChangeArrowheads="1"/>
          </p:cNvSpPr>
          <p:nvPr/>
        </p:nvSpPr>
        <p:spPr bwMode="auto">
          <a:xfrm>
            <a:off x="4722637" y="2846970"/>
            <a:ext cx="827121" cy="215516"/>
          </a:xfrm>
          <a:prstGeom prst="rect">
            <a:avLst/>
          </a:prstGeom>
          <a:solidFill>
            <a:srgbClr val="92D050"/>
          </a:solidFill>
          <a:ln w="25400" cap="flat" cmpd="sng" algn="ctr">
            <a:noFill/>
            <a:prstDash val="solid"/>
          </a:ln>
          <a:effectLst>
            <a:outerShdw blurRad="50800" dist="38100" dir="2700000" algn="tl" rotWithShape="0">
              <a:prstClr val="black">
                <a:alpha val="40000"/>
              </a:prstClr>
            </a:outerShdw>
          </a:effectLst>
          <a:scene3d>
            <a:camera prst="orthographicFront">
              <a:rot lat="0" lon="0" rev="0"/>
            </a:camera>
            <a:lightRig rig="contrasting" dir="t">
              <a:rot lat="0" lon="0" rev="7800000"/>
            </a:lightRig>
          </a:scene3d>
          <a:sp3d/>
        </p:spPr>
        <p:txBody>
          <a:bodyPr lIns="82709" tIns="41356" rIns="82709" bIns="41356" rtlCol="0" anchor="ctr"/>
          <a:lstStyle/>
          <a:p>
            <a:pPr algn="ctr"/>
            <a:r>
              <a:rPr lang="en-US" sz="1143" b="1" kern="0" dirty="0">
                <a:solidFill>
                  <a:sysClr val="window" lastClr="FFFFFF"/>
                </a:solidFill>
                <a:latin typeface="Candara" pitchFamily="34" charset="0"/>
                <a:cs typeface="Arial" pitchFamily="34" charset="0"/>
              </a:rPr>
              <a:t>Bijeet </a:t>
            </a:r>
            <a:r>
              <a:rPr lang="en-US" sz="1143" b="1" kern="0" dirty="0" smtClean="0">
                <a:solidFill>
                  <a:sysClr val="window" lastClr="FFFFFF"/>
                </a:solidFill>
                <a:latin typeface="Candara" pitchFamily="34" charset="0"/>
                <a:cs typeface="Arial" pitchFamily="34" charset="0"/>
              </a:rPr>
              <a:t>Roy</a:t>
            </a:r>
            <a:endParaRPr lang="en-US" sz="1143" b="1" kern="0" dirty="0">
              <a:solidFill>
                <a:sysClr val="window" lastClr="FFFFFF"/>
              </a:solidFill>
              <a:latin typeface="Candara" pitchFamily="34" charset="0"/>
              <a:cs typeface="Arial" pitchFamily="34" charset="0"/>
            </a:endParaRPr>
          </a:p>
        </p:txBody>
      </p:sp>
      <p:sp>
        <p:nvSpPr>
          <p:cNvPr id="123" name="Rectangle 8"/>
          <p:cNvSpPr>
            <a:spLocks noChangeArrowheads="1"/>
          </p:cNvSpPr>
          <p:nvPr/>
        </p:nvSpPr>
        <p:spPr bwMode="auto">
          <a:xfrm>
            <a:off x="6537597" y="3752904"/>
            <a:ext cx="1481770" cy="233759"/>
          </a:xfrm>
          <a:prstGeom prst="rect">
            <a:avLst/>
          </a:prstGeom>
          <a:solidFill>
            <a:schemeClr val="tx2">
              <a:lumMod val="60000"/>
              <a:lumOff val="40000"/>
            </a:schemeClr>
          </a:solidFill>
          <a:ln w="25400" cap="flat" cmpd="sng" algn="ctr">
            <a:noFill/>
            <a:prstDash val="solid"/>
          </a:ln>
          <a:effectLst>
            <a:outerShdw blurRad="50800" dist="38100" dir="2700000" algn="tl" rotWithShape="0">
              <a:prstClr val="black">
                <a:alpha val="40000"/>
              </a:prstClr>
            </a:outerShdw>
          </a:effectLst>
          <a:scene3d>
            <a:camera prst="orthographicFront">
              <a:rot lat="0" lon="0" rev="0"/>
            </a:camera>
            <a:lightRig rig="contrasting" dir="t">
              <a:rot lat="0" lon="0" rev="7800000"/>
            </a:lightRig>
          </a:scene3d>
          <a:sp3d/>
        </p:spPr>
        <p:txBody>
          <a:bodyPr lIns="82709" tIns="41356" rIns="82709" bIns="41356" rtlCol="0" anchor="ctr"/>
          <a:lstStyle/>
          <a:p>
            <a:pPr algn="ctr">
              <a:defRPr/>
            </a:pPr>
            <a:r>
              <a:rPr lang="en-US" sz="1071" b="1" kern="0" dirty="0">
                <a:solidFill>
                  <a:sysClr val="window" lastClr="FFFFFF"/>
                </a:solidFill>
                <a:latin typeface="Candara" pitchFamily="34" charset="0"/>
                <a:cs typeface="Arial" pitchFamily="34" charset="0"/>
              </a:rPr>
              <a:t>Mani Kishore</a:t>
            </a:r>
          </a:p>
        </p:txBody>
      </p:sp>
      <p:sp>
        <p:nvSpPr>
          <p:cNvPr id="124" name="Rectangle 8"/>
          <p:cNvSpPr>
            <a:spLocks noChangeArrowheads="1"/>
          </p:cNvSpPr>
          <p:nvPr/>
        </p:nvSpPr>
        <p:spPr bwMode="auto">
          <a:xfrm>
            <a:off x="3173737" y="5429064"/>
            <a:ext cx="1414181" cy="237066"/>
          </a:xfrm>
          <a:prstGeom prst="rect">
            <a:avLst/>
          </a:prstGeom>
          <a:solidFill>
            <a:schemeClr val="tx2">
              <a:lumMod val="60000"/>
              <a:lumOff val="40000"/>
            </a:schemeClr>
          </a:solidFill>
          <a:ln w="25400" cap="flat" cmpd="sng" algn="ctr">
            <a:noFill/>
            <a:prstDash val="solid"/>
          </a:ln>
          <a:effectLst>
            <a:outerShdw blurRad="50800" dist="38100" dir="2700000" algn="tl" rotWithShape="0">
              <a:prstClr val="black">
                <a:alpha val="40000"/>
              </a:prstClr>
            </a:outerShdw>
          </a:effectLst>
          <a:scene3d>
            <a:camera prst="orthographicFront">
              <a:rot lat="0" lon="0" rev="0"/>
            </a:camera>
            <a:lightRig rig="contrasting" dir="t">
              <a:rot lat="0" lon="0" rev="7800000"/>
            </a:lightRig>
          </a:scene3d>
          <a:sp3d/>
        </p:spPr>
        <p:txBody>
          <a:bodyPr lIns="82709" tIns="41356" rIns="82709" bIns="41356" rtlCol="0" anchor="ctr"/>
          <a:lstStyle/>
          <a:p>
            <a:pPr algn="ctr">
              <a:defRPr/>
            </a:pPr>
            <a:r>
              <a:rPr lang="en-US" sz="1071" b="1" kern="0" dirty="0">
                <a:solidFill>
                  <a:sysClr val="window" lastClr="FFFFFF"/>
                </a:solidFill>
                <a:latin typeface="Candara" pitchFamily="34" charset="0"/>
                <a:cs typeface="Arial" pitchFamily="34" charset="0"/>
              </a:rPr>
              <a:t>Nagaveni B</a:t>
            </a:r>
          </a:p>
        </p:txBody>
      </p:sp>
      <p:sp>
        <p:nvSpPr>
          <p:cNvPr id="125" name="Rectangle 8"/>
          <p:cNvSpPr>
            <a:spLocks noChangeArrowheads="1"/>
          </p:cNvSpPr>
          <p:nvPr/>
        </p:nvSpPr>
        <p:spPr bwMode="auto">
          <a:xfrm>
            <a:off x="3172010" y="5736543"/>
            <a:ext cx="1415909" cy="203355"/>
          </a:xfrm>
          <a:prstGeom prst="rect">
            <a:avLst/>
          </a:prstGeom>
          <a:solidFill>
            <a:schemeClr val="tx2">
              <a:lumMod val="60000"/>
              <a:lumOff val="40000"/>
            </a:schemeClr>
          </a:solidFill>
          <a:ln w="25400" cap="flat" cmpd="sng" algn="ctr">
            <a:noFill/>
            <a:prstDash val="solid"/>
          </a:ln>
          <a:effectLst>
            <a:outerShdw blurRad="50800" dist="38100" dir="2700000" algn="tl" rotWithShape="0">
              <a:prstClr val="black">
                <a:alpha val="40000"/>
              </a:prstClr>
            </a:outerShdw>
          </a:effectLst>
          <a:scene3d>
            <a:camera prst="orthographicFront">
              <a:rot lat="0" lon="0" rev="0"/>
            </a:camera>
            <a:lightRig rig="contrasting" dir="t">
              <a:rot lat="0" lon="0" rev="7800000"/>
            </a:lightRig>
          </a:scene3d>
          <a:sp3d/>
        </p:spPr>
        <p:txBody>
          <a:bodyPr lIns="82709" tIns="41356" rIns="82709" bIns="41356" rtlCol="0" anchor="ctr"/>
          <a:lstStyle/>
          <a:p>
            <a:pPr algn="ctr">
              <a:defRPr/>
            </a:pPr>
            <a:r>
              <a:rPr lang="en-US" sz="1071" b="1" kern="0" dirty="0">
                <a:solidFill>
                  <a:sysClr val="window" lastClr="FFFFFF"/>
                </a:solidFill>
                <a:latin typeface="Candara" pitchFamily="34" charset="0"/>
                <a:cs typeface="Arial" pitchFamily="34" charset="0"/>
              </a:rPr>
              <a:t>Vijaya Lakshmi</a:t>
            </a:r>
          </a:p>
        </p:txBody>
      </p:sp>
      <p:sp>
        <p:nvSpPr>
          <p:cNvPr id="126" name="Rectangle 8"/>
          <p:cNvSpPr>
            <a:spLocks noChangeArrowheads="1"/>
          </p:cNvSpPr>
          <p:nvPr/>
        </p:nvSpPr>
        <p:spPr bwMode="auto">
          <a:xfrm>
            <a:off x="8195620" y="5590171"/>
            <a:ext cx="1651529" cy="237066"/>
          </a:xfrm>
          <a:prstGeom prst="rect">
            <a:avLst/>
          </a:prstGeom>
          <a:solidFill>
            <a:srgbClr val="92D050"/>
          </a:solidFill>
          <a:ln w="25400" cap="flat" cmpd="sng" algn="ctr">
            <a:noFill/>
            <a:prstDash val="solid"/>
          </a:ln>
          <a:effectLst>
            <a:outerShdw blurRad="50800" dist="38100" dir="2700000" algn="tl" rotWithShape="0">
              <a:prstClr val="black">
                <a:alpha val="40000"/>
              </a:prstClr>
            </a:outerShdw>
          </a:effectLst>
          <a:scene3d>
            <a:camera prst="orthographicFront">
              <a:rot lat="0" lon="0" rev="0"/>
            </a:camera>
            <a:lightRig rig="contrasting" dir="t">
              <a:rot lat="0" lon="0" rev="7800000"/>
            </a:lightRig>
          </a:scene3d>
          <a:sp3d/>
        </p:spPr>
        <p:txBody>
          <a:bodyPr lIns="82709" tIns="41356" rIns="82709" bIns="41356" rtlCol="0" anchor="ctr"/>
          <a:lstStyle/>
          <a:p>
            <a:pPr algn="ctr"/>
            <a:r>
              <a:rPr lang="en-US" sz="1071" b="1" kern="0" dirty="0">
                <a:solidFill>
                  <a:sysClr val="window" lastClr="FFFFFF"/>
                </a:solidFill>
                <a:latin typeface="Candara" pitchFamily="34" charset="0"/>
                <a:cs typeface="Arial" pitchFamily="34" charset="0"/>
              </a:rPr>
              <a:t>Harish Kumar</a:t>
            </a:r>
          </a:p>
        </p:txBody>
      </p:sp>
      <p:sp>
        <p:nvSpPr>
          <p:cNvPr id="127" name="Rectangle 8"/>
          <p:cNvSpPr>
            <a:spLocks noChangeArrowheads="1"/>
          </p:cNvSpPr>
          <p:nvPr/>
        </p:nvSpPr>
        <p:spPr bwMode="auto">
          <a:xfrm>
            <a:off x="6537597" y="4340009"/>
            <a:ext cx="1502890" cy="185150"/>
          </a:xfrm>
          <a:prstGeom prst="rect">
            <a:avLst/>
          </a:prstGeom>
          <a:solidFill>
            <a:schemeClr val="tx2">
              <a:lumMod val="60000"/>
              <a:lumOff val="40000"/>
            </a:schemeClr>
          </a:solidFill>
          <a:ln w="25400" cap="flat" cmpd="sng" algn="ctr">
            <a:noFill/>
            <a:prstDash val="solid"/>
          </a:ln>
          <a:effectLst>
            <a:outerShdw blurRad="50800" dist="38100" dir="2700000" algn="tl" rotWithShape="0">
              <a:prstClr val="black">
                <a:alpha val="40000"/>
              </a:prstClr>
            </a:outerShdw>
          </a:effectLst>
          <a:scene3d>
            <a:camera prst="orthographicFront">
              <a:rot lat="0" lon="0" rev="0"/>
            </a:camera>
            <a:lightRig rig="contrasting" dir="t">
              <a:rot lat="0" lon="0" rev="7800000"/>
            </a:lightRig>
          </a:scene3d>
          <a:sp3d/>
        </p:spPr>
        <p:txBody>
          <a:bodyPr lIns="82709" tIns="41356" rIns="82709" bIns="41356" rtlCol="0" anchor="ctr"/>
          <a:lstStyle/>
          <a:p>
            <a:pPr algn="ctr">
              <a:defRPr/>
            </a:pPr>
            <a:r>
              <a:rPr lang="en-US" sz="1071" b="1" kern="0" dirty="0">
                <a:solidFill>
                  <a:sysClr val="window" lastClr="FFFFFF"/>
                </a:solidFill>
                <a:latin typeface="Candara" pitchFamily="34" charset="0"/>
                <a:cs typeface="Arial" pitchFamily="34" charset="0"/>
              </a:rPr>
              <a:t>Pradeep Dekka</a:t>
            </a:r>
          </a:p>
        </p:txBody>
      </p:sp>
      <p:cxnSp>
        <p:nvCxnSpPr>
          <p:cNvPr id="128" name="Straight Connector 127"/>
          <p:cNvCxnSpPr/>
          <p:nvPr/>
        </p:nvCxnSpPr>
        <p:spPr>
          <a:xfrm>
            <a:off x="4955194" y="2195038"/>
            <a:ext cx="1" cy="651933"/>
          </a:xfrm>
          <a:prstGeom prst="line">
            <a:avLst/>
          </a:prstGeom>
        </p:spPr>
        <p:style>
          <a:lnRef idx="1">
            <a:schemeClr val="accent1"/>
          </a:lnRef>
          <a:fillRef idx="0">
            <a:schemeClr val="accent1"/>
          </a:fillRef>
          <a:effectRef idx="0">
            <a:schemeClr val="accent1"/>
          </a:effectRef>
          <a:fontRef idx="minor">
            <a:schemeClr val="tx1"/>
          </a:fontRef>
        </p:style>
      </p:cxnSp>
      <p:sp>
        <p:nvSpPr>
          <p:cNvPr id="129" name="Rectangle 8"/>
          <p:cNvSpPr>
            <a:spLocks noChangeArrowheads="1"/>
          </p:cNvSpPr>
          <p:nvPr/>
        </p:nvSpPr>
        <p:spPr bwMode="auto">
          <a:xfrm>
            <a:off x="5348292" y="4308365"/>
            <a:ext cx="827121" cy="215516"/>
          </a:xfrm>
          <a:prstGeom prst="rect">
            <a:avLst/>
          </a:prstGeom>
          <a:solidFill>
            <a:srgbClr val="92D050"/>
          </a:solidFill>
          <a:ln w="25400" cap="flat" cmpd="sng" algn="ctr">
            <a:noFill/>
            <a:prstDash val="solid"/>
          </a:ln>
          <a:effectLst>
            <a:outerShdw blurRad="50800" dist="38100" dir="2700000" algn="tl" rotWithShape="0">
              <a:prstClr val="black">
                <a:alpha val="40000"/>
              </a:prstClr>
            </a:outerShdw>
          </a:effectLst>
          <a:scene3d>
            <a:camera prst="orthographicFront">
              <a:rot lat="0" lon="0" rev="0"/>
            </a:camera>
            <a:lightRig rig="contrasting" dir="t">
              <a:rot lat="0" lon="0" rev="7800000"/>
            </a:lightRig>
          </a:scene3d>
          <a:sp3d/>
        </p:spPr>
        <p:txBody>
          <a:bodyPr lIns="82709" tIns="41356" rIns="82709" bIns="41356" rtlCol="0" anchor="ctr"/>
          <a:lstStyle/>
          <a:p>
            <a:pPr algn="ctr"/>
            <a:r>
              <a:rPr lang="en-US" sz="1143" b="1" kern="0" dirty="0">
                <a:solidFill>
                  <a:sysClr val="window" lastClr="FFFFFF"/>
                </a:solidFill>
                <a:latin typeface="Candara" pitchFamily="34" charset="0"/>
                <a:cs typeface="Arial" pitchFamily="34" charset="0"/>
              </a:rPr>
              <a:t>Parikshith</a:t>
            </a:r>
          </a:p>
        </p:txBody>
      </p:sp>
      <p:cxnSp>
        <p:nvCxnSpPr>
          <p:cNvPr id="130" name="Straight Connector 129"/>
          <p:cNvCxnSpPr/>
          <p:nvPr/>
        </p:nvCxnSpPr>
        <p:spPr>
          <a:xfrm>
            <a:off x="6344754" y="2195039"/>
            <a:ext cx="0" cy="3510324"/>
          </a:xfrm>
          <a:prstGeom prst="line">
            <a:avLst/>
          </a:prstGeom>
        </p:spPr>
        <p:style>
          <a:lnRef idx="1">
            <a:schemeClr val="accent1"/>
          </a:lnRef>
          <a:fillRef idx="0">
            <a:schemeClr val="accent1"/>
          </a:fillRef>
          <a:effectRef idx="0">
            <a:schemeClr val="accent1"/>
          </a:effectRef>
          <a:fontRef idx="minor">
            <a:schemeClr val="tx1"/>
          </a:fontRef>
        </p:style>
      </p:cxnSp>
      <p:sp>
        <p:nvSpPr>
          <p:cNvPr id="131" name="TextBox 130"/>
          <p:cNvSpPr txBox="1"/>
          <p:nvPr/>
        </p:nvSpPr>
        <p:spPr>
          <a:xfrm>
            <a:off x="4702510" y="2396796"/>
            <a:ext cx="645782" cy="248325"/>
          </a:xfrm>
          <a:prstGeom prst="rect">
            <a:avLst/>
          </a:prstGeom>
          <a:noFill/>
        </p:spPr>
        <p:txBody>
          <a:bodyPr wrap="square" lIns="82727" tIns="41364" rIns="82727" bIns="41364" rtlCol="0">
            <a:spAutoFit/>
          </a:bodyPr>
          <a:lstStyle/>
          <a:p>
            <a:r>
              <a:rPr lang="en-US" sz="1071" b="1" dirty="0"/>
              <a:t>CECL </a:t>
            </a:r>
          </a:p>
        </p:txBody>
      </p:sp>
      <p:cxnSp>
        <p:nvCxnSpPr>
          <p:cNvPr id="132" name="Straight Connector 131"/>
          <p:cNvCxnSpPr/>
          <p:nvPr/>
        </p:nvCxnSpPr>
        <p:spPr>
          <a:xfrm>
            <a:off x="5871131" y="2195037"/>
            <a:ext cx="1" cy="2113328"/>
          </a:xfrm>
          <a:prstGeom prst="line">
            <a:avLst/>
          </a:prstGeom>
        </p:spPr>
        <p:style>
          <a:lnRef idx="1">
            <a:schemeClr val="accent1"/>
          </a:lnRef>
          <a:fillRef idx="0">
            <a:schemeClr val="accent1"/>
          </a:fillRef>
          <a:effectRef idx="0">
            <a:schemeClr val="accent1"/>
          </a:effectRef>
          <a:fontRef idx="minor">
            <a:schemeClr val="tx1"/>
          </a:fontRef>
        </p:style>
      </p:cxnSp>
      <p:sp>
        <p:nvSpPr>
          <p:cNvPr id="133" name="Rectangle 8"/>
          <p:cNvSpPr>
            <a:spLocks noChangeArrowheads="1"/>
          </p:cNvSpPr>
          <p:nvPr/>
        </p:nvSpPr>
        <p:spPr bwMode="auto">
          <a:xfrm>
            <a:off x="8196777" y="3793489"/>
            <a:ext cx="1651995" cy="237066"/>
          </a:xfrm>
          <a:prstGeom prst="rect">
            <a:avLst/>
          </a:prstGeom>
          <a:solidFill>
            <a:srgbClr val="92D050"/>
          </a:solidFill>
          <a:ln w="25400" cap="flat" cmpd="sng" algn="ctr">
            <a:noFill/>
            <a:prstDash val="solid"/>
          </a:ln>
          <a:effectLst>
            <a:outerShdw blurRad="50800" dist="38100" dir="2700000" algn="tl" rotWithShape="0">
              <a:prstClr val="black">
                <a:alpha val="40000"/>
              </a:prstClr>
            </a:outerShdw>
          </a:effectLst>
          <a:scene3d>
            <a:camera prst="orthographicFront">
              <a:rot lat="0" lon="0" rev="0"/>
            </a:camera>
            <a:lightRig rig="contrasting" dir="t">
              <a:rot lat="0" lon="0" rev="7800000"/>
            </a:lightRig>
          </a:scene3d>
          <a:sp3d/>
        </p:spPr>
        <p:txBody>
          <a:bodyPr lIns="82709" tIns="41356" rIns="82709" bIns="41356" rtlCol="0" anchor="ctr"/>
          <a:lstStyle/>
          <a:p>
            <a:pPr algn="ctr"/>
            <a:r>
              <a:rPr lang="en-US" sz="1071" b="1" kern="0" dirty="0">
                <a:solidFill>
                  <a:sysClr val="window" lastClr="FFFFFF"/>
                </a:solidFill>
                <a:latin typeface="Candara" pitchFamily="34" charset="0"/>
                <a:cs typeface="Arial" pitchFamily="34" charset="0"/>
              </a:rPr>
              <a:t>Vinod Kumar</a:t>
            </a:r>
          </a:p>
        </p:txBody>
      </p:sp>
      <p:sp>
        <p:nvSpPr>
          <p:cNvPr id="134" name="Rectangle 8"/>
          <p:cNvSpPr>
            <a:spLocks noChangeArrowheads="1"/>
          </p:cNvSpPr>
          <p:nvPr/>
        </p:nvSpPr>
        <p:spPr bwMode="auto">
          <a:xfrm>
            <a:off x="4711942" y="3776754"/>
            <a:ext cx="1049909" cy="221683"/>
          </a:xfrm>
          <a:prstGeom prst="rect">
            <a:avLst/>
          </a:prstGeom>
          <a:solidFill>
            <a:schemeClr val="tx2">
              <a:lumMod val="60000"/>
              <a:lumOff val="40000"/>
            </a:schemeClr>
          </a:solidFill>
          <a:ln w="25400" cap="flat" cmpd="sng" algn="ctr">
            <a:noFill/>
            <a:prstDash val="solid"/>
          </a:ln>
          <a:effectLst>
            <a:outerShdw blurRad="50800" dist="38100" dir="2700000" algn="tl" rotWithShape="0">
              <a:prstClr val="black">
                <a:alpha val="40000"/>
              </a:prstClr>
            </a:outerShdw>
          </a:effectLst>
          <a:scene3d>
            <a:camera prst="orthographicFront">
              <a:rot lat="0" lon="0" rev="0"/>
            </a:camera>
            <a:lightRig rig="contrasting" dir="t">
              <a:rot lat="0" lon="0" rev="7800000"/>
            </a:lightRig>
          </a:scene3d>
          <a:sp3d/>
        </p:spPr>
        <p:txBody>
          <a:bodyPr lIns="82709" tIns="41356" rIns="82709" bIns="41356" rtlCol="0" anchor="ctr"/>
          <a:lstStyle/>
          <a:p>
            <a:pPr algn="ctr">
              <a:defRPr/>
            </a:pPr>
            <a:r>
              <a:rPr lang="en-US" sz="1071" b="1" kern="0" dirty="0" smtClean="0">
                <a:solidFill>
                  <a:sysClr val="window" lastClr="FFFFFF"/>
                </a:solidFill>
                <a:latin typeface="Candara" pitchFamily="34" charset="0"/>
                <a:cs typeface="Arial" pitchFamily="34" charset="0"/>
              </a:rPr>
              <a:t>Shivam Kumar</a:t>
            </a:r>
            <a:endParaRPr lang="en-US" sz="1071" b="1" kern="0" dirty="0">
              <a:solidFill>
                <a:sysClr val="window" lastClr="FFFFFF"/>
              </a:solidFill>
              <a:latin typeface="Candara" pitchFamily="34" charset="0"/>
              <a:cs typeface="Arial" pitchFamily="34" charset="0"/>
            </a:endParaRPr>
          </a:p>
        </p:txBody>
      </p:sp>
      <p:sp>
        <p:nvSpPr>
          <p:cNvPr id="135" name="Rectangle 8"/>
          <p:cNvSpPr>
            <a:spLocks noChangeArrowheads="1"/>
          </p:cNvSpPr>
          <p:nvPr/>
        </p:nvSpPr>
        <p:spPr bwMode="auto">
          <a:xfrm>
            <a:off x="4711943" y="3479912"/>
            <a:ext cx="1049909" cy="192945"/>
          </a:xfrm>
          <a:prstGeom prst="rect">
            <a:avLst/>
          </a:prstGeom>
          <a:solidFill>
            <a:schemeClr val="tx2">
              <a:lumMod val="60000"/>
              <a:lumOff val="40000"/>
            </a:schemeClr>
          </a:solidFill>
          <a:ln w="25400" cap="flat" cmpd="sng" algn="ctr">
            <a:noFill/>
            <a:prstDash val="solid"/>
          </a:ln>
          <a:effectLst>
            <a:outerShdw blurRad="50800" dist="38100" dir="2700000" algn="tl" rotWithShape="0">
              <a:prstClr val="black">
                <a:alpha val="40000"/>
              </a:prstClr>
            </a:outerShdw>
          </a:effectLst>
          <a:scene3d>
            <a:camera prst="orthographicFront">
              <a:rot lat="0" lon="0" rev="0"/>
            </a:camera>
            <a:lightRig rig="contrasting" dir="t">
              <a:rot lat="0" lon="0" rev="7800000"/>
            </a:lightRig>
          </a:scene3d>
          <a:sp3d/>
        </p:spPr>
        <p:txBody>
          <a:bodyPr lIns="82709" tIns="41356" rIns="82709" bIns="41356" rtlCol="0" anchor="ctr"/>
          <a:lstStyle/>
          <a:p>
            <a:pPr algn="ctr">
              <a:defRPr/>
            </a:pPr>
            <a:r>
              <a:rPr lang="en-US" sz="1071" b="1" kern="0" dirty="0" smtClean="0">
                <a:solidFill>
                  <a:sysClr val="window" lastClr="FFFFFF"/>
                </a:solidFill>
                <a:latin typeface="Candara" pitchFamily="34" charset="0"/>
                <a:cs typeface="Arial" pitchFamily="34" charset="0"/>
              </a:rPr>
              <a:t>Santhosh Jella</a:t>
            </a:r>
            <a:endParaRPr lang="en-US" sz="1071" b="1" kern="0" dirty="0">
              <a:solidFill>
                <a:sysClr val="window" lastClr="FFFFFF"/>
              </a:solidFill>
              <a:latin typeface="Candara" pitchFamily="34" charset="0"/>
              <a:cs typeface="Arial" pitchFamily="34" charset="0"/>
            </a:endParaRPr>
          </a:p>
        </p:txBody>
      </p:sp>
      <p:sp>
        <p:nvSpPr>
          <p:cNvPr id="136" name="Rectangle 8"/>
          <p:cNvSpPr>
            <a:spLocks noChangeArrowheads="1"/>
          </p:cNvSpPr>
          <p:nvPr/>
        </p:nvSpPr>
        <p:spPr bwMode="auto">
          <a:xfrm>
            <a:off x="4728132" y="3182299"/>
            <a:ext cx="841777" cy="215004"/>
          </a:xfrm>
          <a:prstGeom prst="rect">
            <a:avLst/>
          </a:prstGeom>
          <a:solidFill>
            <a:srgbClr val="92D050"/>
          </a:solidFill>
          <a:ln w="25400" cap="flat" cmpd="sng" algn="ctr">
            <a:noFill/>
            <a:prstDash val="solid"/>
          </a:ln>
          <a:effectLst>
            <a:outerShdw blurRad="50800" dist="38100" dir="2700000" algn="tl" rotWithShape="0">
              <a:prstClr val="black">
                <a:alpha val="40000"/>
              </a:prstClr>
            </a:outerShdw>
          </a:effectLst>
          <a:scene3d>
            <a:camera prst="orthographicFront">
              <a:rot lat="0" lon="0" rev="0"/>
            </a:camera>
            <a:lightRig rig="contrasting" dir="t">
              <a:rot lat="0" lon="0" rev="7800000"/>
            </a:lightRig>
          </a:scene3d>
          <a:sp3d/>
        </p:spPr>
        <p:txBody>
          <a:bodyPr lIns="82709" tIns="41356" rIns="82709" bIns="41356" rtlCol="0" anchor="ctr"/>
          <a:lstStyle/>
          <a:p>
            <a:pPr algn="ctr"/>
            <a:r>
              <a:rPr lang="en-US" sz="1071" b="1" kern="0" dirty="0" smtClean="0">
                <a:solidFill>
                  <a:sysClr val="window" lastClr="FFFFFF"/>
                </a:solidFill>
                <a:latin typeface="Candara" pitchFamily="34" charset="0"/>
                <a:cs typeface="Arial" pitchFamily="34" charset="0"/>
              </a:rPr>
              <a:t>Gajendra  R</a:t>
            </a:r>
            <a:endParaRPr lang="en-US" sz="1071" b="1" kern="0" dirty="0">
              <a:solidFill>
                <a:sysClr val="window" lastClr="FFFFFF"/>
              </a:solidFill>
              <a:latin typeface="Candara" pitchFamily="34" charset="0"/>
              <a:cs typeface="Arial" pitchFamily="34" charset="0"/>
            </a:endParaRPr>
          </a:p>
        </p:txBody>
      </p:sp>
    </p:spTree>
    <p:extLst>
      <p:ext uri="{BB962C8B-B14F-4D97-AF65-F5344CB8AC3E}">
        <p14:creationId xmlns:p14="http://schemas.microsoft.com/office/powerpoint/2010/main" val="409807883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wYnDl6hGIEiK2JQntAZnxg"/>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wYnDl6hGIEiK2JQntAZnxg"/>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heme/theme1.xml><?xml version="1.0" encoding="utf-8"?>
<a:theme xmlns:a="http://schemas.openxmlformats.org/drawingml/2006/main" name="MUFG-PS Support-WSR_05092018">
  <a:themeElements>
    <a:clrScheme name="Personnalisé 1">
      <a:dk1>
        <a:sysClr val="windowText" lastClr="000000"/>
      </a:dk1>
      <a:lt1>
        <a:srgbClr val="FFFFFF"/>
      </a:lt1>
      <a:dk2>
        <a:srgbClr val="2B143D"/>
      </a:dk2>
      <a:lt2>
        <a:srgbClr val="ECECEC"/>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ppt-template.potx" id="{6288A6B4-8D07-4938-A82F-A0093CB90658}" vid="{E773FF80-0C60-4FD3-859A-2513E72AB802}"/>
    </a:ext>
  </a:extLst>
</a:theme>
</file>

<file path=ppt/theme/theme2.xml><?xml version="1.0" encoding="utf-8"?>
<a:theme xmlns:a="http://schemas.openxmlformats.org/drawingml/2006/main" name="Cover options">
  <a:themeElements>
    <a:clrScheme name="Capgemini Palette">
      <a:dk1>
        <a:sysClr val="windowText" lastClr="000000"/>
      </a:dk1>
      <a:lt1>
        <a:srgbClr val="FFFFFF"/>
      </a:lt1>
      <a:dk2>
        <a:srgbClr val="2B143D"/>
      </a:dk2>
      <a:lt2>
        <a:srgbClr val="E6E7E7"/>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ppt-template.potx" id="{6288A6B4-8D07-4938-A82F-A0093CB90658}" vid="{01A55E89-FC83-4782-8FAE-7DDB55FEF934}"/>
    </a:ext>
  </a:extLst>
</a:theme>
</file>

<file path=ppt/theme/theme3.xml><?xml version="1.0" encoding="utf-8"?>
<a:theme xmlns:a="http://schemas.openxmlformats.org/drawingml/2006/main" name="Final slides">
  <a:themeElements>
    <a:clrScheme name="Capgemini Palette">
      <a:dk1>
        <a:sysClr val="windowText" lastClr="000000"/>
      </a:dk1>
      <a:lt1>
        <a:srgbClr val="FFFFFF"/>
      </a:lt1>
      <a:dk2>
        <a:srgbClr val="2B143D"/>
      </a:dk2>
      <a:lt2>
        <a:srgbClr val="ECECEC"/>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ppt-template.potx" id="{6288A6B4-8D07-4938-A82F-A0093CB90658}" vid="{6EE2BEC5-4C4A-4BAA-B5C8-9E8B5018DFBE}"/>
    </a:ext>
  </a:extLst>
</a:theme>
</file>

<file path=ppt/theme/theme4.xml><?xml version="1.0" encoding="utf-8"?>
<a:theme xmlns:a="http://schemas.openxmlformats.org/drawingml/2006/main" name="Tema do Office">
  <a:themeElements>
    <a:clrScheme name="Capgemini Palette">
      <a:dk1>
        <a:sysClr val="windowText" lastClr="000000"/>
      </a:dk1>
      <a:lt1>
        <a:srgbClr val="FFFFFF"/>
      </a:lt1>
      <a:dk2>
        <a:srgbClr val="2B143D"/>
      </a:dk2>
      <a:lt2>
        <a:srgbClr val="E6E7E7"/>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5.xml><?xml version="1.0" encoding="utf-8"?>
<a:theme xmlns:a="http://schemas.openxmlformats.org/drawingml/2006/main" name="Office Theme">
  <a:themeElements>
    <a:clrScheme name="Capgemini Palette">
      <a:dk1>
        <a:sysClr val="windowText" lastClr="000000"/>
      </a:dk1>
      <a:lt1>
        <a:srgbClr val="FFFFFF"/>
      </a:lt1>
      <a:dk2>
        <a:srgbClr val="2B143D"/>
      </a:dk2>
      <a:lt2>
        <a:srgbClr val="E6E7E7"/>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MUFG-PS Support-WSR_05092018</Template>
  <TotalTime>8875</TotalTime>
  <Words>2296</Words>
  <Application>Microsoft Office PowerPoint</Application>
  <PresentationFormat>Custom</PresentationFormat>
  <Paragraphs>246</Paragraphs>
  <Slides>29</Slides>
  <Notes>0</Notes>
  <HiddenSlides>0</HiddenSlides>
  <MMClips>0</MMClips>
  <ScaleCrop>false</ScaleCrop>
  <HeadingPairs>
    <vt:vector size="6" baseType="variant">
      <vt:variant>
        <vt:lpstr>Theme</vt:lpstr>
      </vt:variant>
      <vt:variant>
        <vt:i4>3</vt:i4>
      </vt:variant>
      <vt:variant>
        <vt:lpstr>Embedded OLE Servers</vt:lpstr>
      </vt:variant>
      <vt:variant>
        <vt:i4>3</vt:i4>
      </vt:variant>
      <vt:variant>
        <vt:lpstr>Slide Titles</vt:lpstr>
      </vt:variant>
      <vt:variant>
        <vt:i4>29</vt:i4>
      </vt:variant>
    </vt:vector>
  </HeadingPairs>
  <TitlesOfParts>
    <vt:vector size="35" baseType="lpstr">
      <vt:lpstr>MUFG-PS Support-WSR_05092018</vt:lpstr>
      <vt:lpstr>Cover options</vt:lpstr>
      <vt:lpstr>Final slides</vt:lpstr>
      <vt:lpstr>think-cell Slide</vt:lpstr>
      <vt:lpstr>Visio.Drawing.15</vt:lpstr>
      <vt:lpstr>Visio.Drawing.11</vt:lpstr>
      <vt:lpstr>MUFG Branch  BTMU Projects Overview</vt:lpstr>
      <vt:lpstr>PowerPoint Presentation</vt:lpstr>
      <vt:lpstr>AML CLEANSLATE</vt:lpstr>
      <vt:lpstr>PowerPoint Presentation</vt:lpstr>
      <vt:lpstr>AML Project Architecture</vt:lpstr>
      <vt:lpstr>AML Data Flow Diagram</vt:lpstr>
      <vt:lpstr>Different Source Systems &amp; Transactions</vt:lpstr>
      <vt:lpstr>Cleanslate CDO Track</vt:lpstr>
      <vt:lpstr>  Cleanslate CDO Track Project</vt:lpstr>
      <vt:lpstr>   CDO Track Architecture</vt:lpstr>
      <vt:lpstr>Current Expected Credit Loss Project(CECL)</vt:lpstr>
      <vt:lpstr>  Current Expected Credit Loss</vt:lpstr>
      <vt:lpstr>  MUFG CORE – ACL Data Flow</vt:lpstr>
      <vt:lpstr>RDC to Hotscan Project </vt:lpstr>
      <vt:lpstr>     RDC to Hotscan Project</vt:lpstr>
      <vt:lpstr>   RDC to Hotscan Project Phase 2 - Architecture</vt:lpstr>
      <vt:lpstr>Support Projects</vt:lpstr>
      <vt:lpstr>    Support Projects</vt:lpstr>
      <vt:lpstr>    Support Projects</vt:lpstr>
      <vt:lpstr>PowerPoint Presentation</vt:lpstr>
      <vt:lpstr>EPP Upgrade Project</vt:lpstr>
      <vt:lpstr>PowerPoint Presentation</vt:lpstr>
      <vt:lpstr>PowerPoint Presentation</vt:lpstr>
      <vt:lpstr>FINCEN &amp; TRADE SURVEILLANCE PROJECT </vt:lpstr>
      <vt:lpstr> FINCEN &amp; TRADE SURVEILLANCE PROJECT</vt:lpstr>
      <vt:lpstr>Areas of Improvement</vt:lpstr>
      <vt:lpstr>   Areas of Improvement</vt:lpstr>
      <vt:lpstr>Capgemini Team Structure</vt:lpstr>
      <vt:lpstr>PowerPoint Presentation</vt:lpstr>
    </vt:vector>
  </TitlesOfParts>
  <Company>UnionBank</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PeopleSoft Support- Weekly Status Report</dc:title>
  <dc:creator>Administrator</dc:creator>
  <cp:lastModifiedBy>Namasivayam Manivasagan [CO]</cp:lastModifiedBy>
  <cp:revision>704</cp:revision>
  <dcterms:created xsi:type="dcterms:W3CDTF">2018-05-09T10:30:12Z</dcterms:created>
  <dcterms:modified xsi:type="dcterms:W3CDTF">2019-04-03T10:26:22Z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NewReviewCycle">
    <vt:lpwstr/>
  </property>
</Properties>
</file>